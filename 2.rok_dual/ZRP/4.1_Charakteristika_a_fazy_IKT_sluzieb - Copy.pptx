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7" r:id="rId2"/>
    <p:sldId id="285" r:id="rId3"/>
    <p:sldId id="286" r:id="rId4"/>
    <p:sldId id="287" r:id="rId5"/>
    <p:sldId id="288" r:id="rId6"/>
    <p:sldId id="289" r:id="rId7"/>
    <p:sldId id="290" r:id="rId8"/>
    <p:sldId id="291" r:id="rId9"/>
    <p:sldId id="292" r:id="rId10"/>
    <p:sldId id="293" r:id="rId11"/>
    <p:sldId id="294" r:id="rId12"/>
    <p:sldId id="295" r:id="rId13"/>
    <p:sldId id="296" r:id="rId14"/>
    <p:sldId id="297" r:id="rId15"/>
    <p:sldId id="298" r:id="rId16"/>
    <p:sldId id="299" r:id="rId17"/>
    <p:sldId id="300" r:id="rId18"/>
    <p:sldId id="301" r:id="rId19"/>
    <p:sldId id="30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007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204D27-6E4B-4BD3-A92F-5061AC1A5BBB}" v="18" dt="2025-01-22T00:32:31.4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179" autoAdjust="0"/>
  </p:normalViewPr>
  <p:slideViewPr>
    <p:cSldViewPr snapToGrid="0">
      <p:cViewPr varScale="1">
        <p:scale>
          <a:sx n="80" d="100"/>
          <a:sy n="80" d="100"/>
        </p:scale>
        <p:origin x="63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čo, Timotej" userId="152f2ad6-3c97-47cf-bd89-58c5c0a29e21" providerId="ADAL" clId="{BAF2BBD7-B2EE-47EF-9321-A6278445F242}"/>
    <pc:docChg chg="undo redo custSel addSld delSld modSld">
      <pc:chgData name="Bačo, Timotej" userId="152f2ad6-3c97-47cf-bd89-58c5c0a29e21" providerId="ADAL" clId="{BAF2BBD7-B2EE-47EF-9321-A6278445F242}" dt="2024-12-10T23:41:24.795" v="1306"/>
      <pc:docMkLst>
        <pc:docMk/>
      </pc:docMkLst>
      <pc:sldChg chg="modSp mod">
        <pc:chgData name="Bačo, Timotej" userId="152f2ad6-3c97-47cf-bd89-58c5c0a29e21" providerId="ADAL" clId="{BAF2BBD7-B2EE-47EF-9321-A6278445F242}" dt="2024-12-10T22:23:35.863" v="38" actId="20577"/>
        <pc:sldMkLst>
          <pc:docMk/>
          <pc:sldMk cId="735358950" sldId="257"/>
        </pc:sldMkLst>
        <pc:spChg chg="mod">
          <ac:chgData name="Bačo, Timotej" userId="152f2ad6-3c97-47cf-bd89-58c5c0a29e21" providerId="ADAL" clId="{BAF2BBD7-B2EE-47EF-9321-A6278445F242}" dt="2024-12-10T22:23:24.151" v="33" actId="20577"/>
          <ac:spMkLst>
            <pc:docMk/>
            <pc:sldMk cId="735358950" sldId="257"/>
            <ac:spMk id="2" creationId="{C33FF8F9-4436-ED9C-E30E-680373C64496}"/>
          </ac:spMkLst>
        </pc:spChg>
        <pc:spChg chg="mod">
          <ac:chgData name="Bačo, Timotej" userId="152f2ad6-3c97-47cf-bd89-58c5c0a29e21" providerId="ADAL" clId="{BAF2BBD7-B2EE-47EF-9321-A6278445F242}" dt="2024-12-10T22:23:35.863" v="38" actId="20577"/>
          <ac:spMkLst>
            <pc:docMk/>
            <pc:sldMk cId="735358950" sldId="257"/>
            <ac:spMk id="14" creationId="{C432F7A5-0BD9-EB3C-66C4-098B2124A562}"/>
          </ac:spMkLst>
        </pc:spChg>
      </pc:sldChg>
      <pc:sldChg chg="delSp modSp mod">
        <pc:chgData name="Bačo, Timotej" userId="152f2ad6-3c97-47cf-bd89-58c5c0a29e21" providerId="ADAL" clId="{BAF2BBD7-B2EE-47EF-9321-A6278445F242}" dt="2024-12-10T22:29:14.261" v="88" actId="404"/>
        <pc:sldMkLst>
          <pc:docMk/>
          <pc:sldMk cId="753961250" sldId="285"/>
        </pc:sldMkLst>
        <pc:spChg chg="mod">
          <ac:chgData name="Bačo, Timotej" userId="152f2ad6-3c97-47cf-bd89-58c5c0a29e21" providerId="ADAL" clId="{BAF2BBD7-B2EE-47EF-9321-A6278445F242}" dt="2024-12-10T22:24:25.914" v="41"/>
          <ac:spMkLst>
            <pc:docMk/>
            <pc:sldMk cId="753961250" sldId="285"/>
            <ac:spMk id="2" creationId="{78BDABF5-8F51-701C-41A3-648EFE25590F}"/>
          </ac:spMkLst>
        </pc:spChg>
        <pc:spChg chg="mod">
          <ac:chgData name="Bačo, Timotej" userId="152f2ad6-3c97-47cf-bd89-58c5c0a29e21" providerId="ADAL" clId="{BAF2BBD7-B2EE-47EF-9321-A6278445F242}" dt="2024-12-10T22:29:14.261" v="88" actId="404"/>
          <ac:spMkLst>
            <pc:docMk/>
            <pc:sldMk cId="753961250" sldId="285"/>
            <ac:spMk id="8" creationId="{D4394263-17C4-107C-501F-C19FC6080FA3}"/>
          </ac:spMkLst>
        </pc:spChg>
        <pc:picChg chg="del">
          <ac:chgData name="Bačo, Timotej" userId="152f2ad6-3c97-47cf-bd89-58c5c0a29e21" providerId="ADAL" clId="{BAF2BBD7-B2EE-47EF-9321-A6278445F242}" dt="2024-12-10T22:24:28.116" v="42" actId="478"/>
          <ac:picMkLst>
            <pc:docMk/>
            <pc:sldMk cId="753961250" sldId="285"/>
            <ac:picMk id="7" creationId="{1BA1C4C7-8F34-8A8D-CC9F-329280E70893}"/>
          </ac:picMkLst>
        </pc:picChg>
      </pc:sldChg>
      <pc:sldChg chg="del">
        <pc:chgData name="Bačo, Timotej" userId="152f2ad6-3c97-47cf-bd89-58c5c0a29e21" providerId="ADAL" clId="{BAF2BBD7-B2EE-47EF-9321-A6278445F242}" dt="2024-12-10T22:22:59.055" v="0" actId="47"/>
        <pc:sldMkLst>
          <pc:docMk/>
          <pc:sldMk cId="2214744826" sldId="286"/>
        </pc:sldMkLst>
      </pc:sldChg>
      <pc:sldChg chg="modSp add mod">
        <pc:chgData name="Bačo, Timotej" userId="152f2ad6-3c97-47cf-bd89-58c5c0a29e21" providerId="ADAL" clId="{BAF2BBD7-B2EE-47EF-9321-A6278445F242}" dt="2024-12-10T22:32:47.386" v="158" actId="113"/>
        <pc:sldMkLst>
          <pc:docMk/>
          <pc:sldMk cId="3042452015" sldId="286"/>
        </pc:sldMkLst>
        <pc:spChg chg="mod">
          <ac:chgData name="Bačo, Timotej" userId="152f2ad6-3c97-47cf-bd89-58c5c0a29e21" providerId="ADAL" clId="{BAF2BBD7-B2EE-47EF-9321-A6278445F242}" dt="2024-12-10T22:30:48.278" v="113" actId="1076"/>
          <ac:spMkLst>
            <pc:docMk/>
            <pc:sldMk cId="3042452015" sldId="286"/>
            <ac:spMk id="2" creationId="{78BDABF5-8F51-701C-41A3-648EFE25590F}"/>
          </ac:spMkLst>
        </pc:spChg>
        <pc:spChg chg="mod">
          <ac:chgData name="Bačo, Timotej" userId="152f2ad6-3c97-47cf-bd89-58c5c0a29e21" providerId="ADAL" clId="{BAF2BBD7-B2EE-47EF-9321-A6278445F242}" dt="2024-12-10T22:32:47.386" v="158" actId="113"/>
          <ac:spMkLst>
            <pc:docMk/>
            <pc:sldMk cId="3042452015" sldId="286"/>
            <ac:spMk id="8" creationId="{D4394263-17C4-107C-501F-C19FC6080FA3}"/>
          </ac:spMkLst>
        </pc:spChg>
      </pc:sldChg>
      <pc:sldChg chg="modSp add mod">
        <pc:chgData name="Bačo, Timotej" userId="152f2ad6-3c97-47cf-bd89-58c5c0a29e21" providerId="ADAL" clId="{BAF2BBD7-B2EE-47EF-9321-A6278445F242}" dt="2024-12-10T22:38:28.470" v="211" actId="1076"/>
        <pc:sldMkLst>
          <pc:docMk/>
          <pc:sldMk cId="2053780322" sldId="287"/>
        </pc:sldMkLst>
        <pc:spChg chg="mod">
          <ac:chgData name="Bačo, Timotej" userId="152f2ad6-3c97-47cf-bd89-58c5c0a29e21" providerId="ADAL" clId="{BAF2BBD7-B2EE-47EF-9321-A6278445F242}" dt="2024-12-10T22:35:36.842" v="175" actId="20577"/>
          <ac:spMkLst>
            <pc:docMk/>
            <pc:sldMk cId="2053780322" sldId="287"/>
            <ac:spMk id="2" creationId="{78BDABF5-8F51-701C-41A3-648EFE25590F}"/>
          </ac:spMkLst>
        </pc:spChg>
        <pc:spChg chg="mod">
          <ac:chgData name="Bačo, Timotej" userId="152f2ad6-3c97-47cf-bd89-58c5c0a29e21" providerId="ADAL" clId="{BAF2BBD7-B2EE-47EF-9321-A6278445F242}" dt="2024-12-10T22:38:28.470" v="211" actId="1076"/>
          <ac:spMkLst>
            <pc:docMk/>
            <pc:sldMk cId="2053780322" sldId="287"/>
            <ac:spMk id="8" creationId="{D4394263-17C4-107C-501F-C19FC6080FA3}"/>
          </ac:spMkLst>
        </pc:spChg>
      </pc:sldChg>
      <pc:sldChg chg="del">
        <pc:chgData name="Bačo, Timotej" userId="152f2ad6-3c97-47cf-bd89-58c5c0a29e21" providerId="ADAL" clId="{BAF2BBD7-B2EE-47EF-9321-A6278445F242}" dt="2024-12-10T22:22:59.055" v="0" actId="47"/>
        <pc:sldMkLst>
          <pc:docMk/>
          <pc:sldMk cId="3171756812" sldId="287"/>
        </pc:sldMkLst>
      </pc:sldChg>
      <pc:sldChg chg="modSp add mod">
        <pc:chgData name="Bačo, Timotej" userId="152f2ad6-3c97-47cf-bd89-58c5c0a29e21" providerId="ADAL" clId="{BAF2BBD7-B2EE-47EF-9321-A6278445F242}" dt="2024-12-10T22:46:55.919" v="245" actId="20577"/>
        <pc:sldMkLst>
          <pc:docMk/>
          <pc:sldMk cId="136641168" sldId="288"/>
        </pc:sldMkLst>
        <pc:spChg chg="mod">
          <ac:chgData name="Bačo, Timotej" userId="152f2ad6-3c97-47cf-bd89-58c5c0a29e21" providerId="ADAL" clId="{BAF2BBD7-B2EE-47EF-9321-A6278445F242}" dt="2024-12-10T22:46:55.919" v="245" actId="20577"/>
          <ac:spMkLst>
            <pc:docMk/>
            <pc:sldMk cId="136641168" sldId="288"/>
            <ac:spMk id="2" creationId="{78BDABF5-8F51-701C-41A3-648EFE25590F}"/>
          </ac:spMkLst>
        </pc:spChg>
        <pc:spChg chg="mod">
          <ac:chgData name="Bačo, Timotej" userId="152f2ad6-3c97-47cf-bd89-58c5c0a29e21" providerId="ADAL" clId="{BAF2BBD7-B2EE-47EF-9321-A6278445F242}" dt="2024-12-10T22:46:26.843" v="232" actId="207"/>
          <ac:spMkLst>
            <pc:docMk/>
            <pc:sldMk cId="136641168" sldId="288"/>
            <ac:spMk id="8" creationId="{D4394263-17C4-107C-501F-C19FC6080FA3}"/>
          </ac:spMkLst>
        </pc:spChg>
      </pc:sldChg>
      <pc:sldChg chg="del">
        <pc:chgData name="Bačo, Timotej" userId="152f2ad6-3c97-47cf-bd89-58c5c0a29e21" providerId="ADAL" clId="{BAF2BBD7-B2EE-47EF-9321-A6278445F242}" dt="2024-12-10T22:22:59.055" v="0" actId="47"/>
        <pc:sldMkLst>
          <pc:docMk/>
          <pc:sldMk cId="3357734923" sldId="288"/>
        </pc:sldMkLst>
      </pc:sldChg>
      <pc:sldChg chg="del">
        <pc:chgData name="Bačo, Timotej" userId="152f2ad6-3c97-47cf-bd89-58c5c0a29e21" providerId="ADAL" clId="{BAF2BBD7-B2EE-47EF-9321-A6278445F242}" dt="2024-12-10T22:22:59.055" v="0" actId="47"/>
        <pc:sldMkLst>
          <pc:docMk/>
          <pc:sldMk cId="1248123291" sldId="289"/>
        </pc:sldMkLst>
      </pc:sldChg>
      <pc:sldChg chg="modSp add mod">
        <pc:chgData name="Bačo, Timotej" userId="152f2ad6-3c97-47cf-bd89-58c5c0a29e21" providerId="ADAL" clId="{BAF2BBD7-B2EE-47EF-9321-A6278445F242}" dt="2024-12-10T22:57:04.490" v="438" actId="207"/>
        <pc:sldMkLst>
          <pc:docMk/>
          <pc:sldMk cId="2471116345" sldId="289"/>
        </pc:sldMkLst>
        <pc:spChg chg="mod">
          <ac:chgData name="Bačo, Timotej" userId="152f2ad6-3c97-47cf-bd89-58c5c0a29e21" providerId="ADAL" clId="{BAF2BBD7-B2EE-47EF-9321-A6278445F242}" dt="2024-12-10T22:51:24.247" v="303" actId="20577"/>
          <ac:spMkLst>
            <pc:docMk/>
            <pc:sldMk cId="2471116345" sldId="289"/>
            <ac:spMk id="2" creationId="{78BDABF5-8F51-701C-41A3-648EFE25590F}"/>
          </ac:spMkLst>
        </pc:spChg>
        <pc:spChg chg="mod">
          <ac:chgData name="Bačo, Timotej" userId="152f2ad6-3c97-47cf-bd89-58c5c0a29e21" providerId="ADAL" clId="{BAF2BBD7-B2EE-47EF-9321-A6278445F242}" dt="2024-12-10T22:57:04.490" v="438" actId="207"/>
          <ac:spMkLst>
            <pc:docMk/>
            <pc:sldMk cId="2471116345" sldId="289"/>
            <ac:spMk id="8" creationId="{D4394263-17C4-107C-501F-C19FC6080FA3}"/>
          </ac:spMkLst>
        </pc:spChg>
      </pc:sldChg>
      <pc:sldChg chg="add del">
        <pc:chgData name="Bačo, Timotej" userId="152f2ad6-3c97-47cf-bd89-58c5c0a29e21" providerId="ADAL" clId="{BAF2BBD7-B2EE-47EF-9321-A6278445F242}" dt="2024-12-10T22:39:04.996" v="214" actId="47"/>
        <pc:sldMkLst>
          <pc:docMk/>
          <pc:sldMk cId="3237376469" sldId="289"/>
        </pc:sldMkLst>
      </pc:sldChg>
      <pc:sldChg chg="modSp add mod">
        <pc:chgData name="Bačo, Timotej" userId="152f2ad6-3c97-47cf-bd89-58c5c0a29e21" providerId="ADAL" clId="{BAF2BBD7-B2EE-47EF-9321-A6278445F242}" dt="2024-12-10T22:58:17.258" v="463" actId="15"/>
        <pc:sldMkLst>
          <pc:docMk/>
          <pc:sldMk cId="1328678316" sldId="290"/>
        </pc:sldMkLst>
        <pc:spChg chg="mod">
          <ac:chgData name="Bačo, Timotej" userId="152f2ad6-3c97-47cf-bd89-58c5c0a29e21" providerId="ADAL" clId="{BAF2BBD7-B2EE-47EF-9321-A6278445F242}" dt="2024-12-10T22:58:17.258" v="463" actId="15"/>
          <ac:spMkLst>
            <pc:docMk/>
            <pc:sldMk cId="1328678316" sldId="290"/>
            <ac:spMk id="8" creationId="{D4394263-17C4-107C-501F-C19FC6080FA3}"/>
          </ac:spMkLst>
        </pc:spChg>
      </pc:sldChg>
      <pc:sldChg chg="del">
        <pc:chgData name="Bačo, Timotej" userId="152f2ad6-3c97-47cf-bd89-58c5c0a29e21" providerId="ADAL" clId="{BAF2BBD7-B2EE-47EF-9321-A6278445F242}" dt="2024-12-10T22:22:59.055" v="0" actId="47"/>
        <pc:sldMkLst>
          <pc:docMk/>
          <pc:sldMk cId="3782679327" sldId="290"/>
        </pc:sldMkLst>
      </pc:sldChg>
      <pc:sldChg chg="modSp add mod">
        <pc:chgData name="Bačo, Timotej" userId="152f2ad6-3c97-47cf-bd89-58c5c0a29e21" providerId="ADAL" clId="{BAF2BBD7-B2EE-47EF-9321-A6278445F242}" dt="2024-12-10T23:12:21.253" v="472" actId="113"/>
        <pc:sldMkLst>
          <pc:docMk/>
          <pc:sldMk cId="1083470410" sldId="291"/>
        </pc:sldMkLst>
        <pc:spChg chg="mod">
          <ac:chgData name="Bačo, Timotej" userId="152f2ad6-3c97-47cf-bd89-58c5c0a29e21" providerId="ADAL" clId="{BAF2BBD7-B2EE-47EF-9321-A6278445F242}" dt="2024-12-10T23:12:21.253" v="472" actId="113"/>
          <ac:spMkLst>
            <pc:docMk/>
            <pc:sldMk cId="1083470410" sldId="291"/>
            <ac:spMk id="8" creationId="{D4394263-17C4-107C-501F-C19FC6080FA3}"/>
          </ac:spMkLst>
        </pc:spChg>
      </pc:sldChg>
      <pc:sldChg chg="del">
        <pc:chgData name="Bačo, Timotej" userId="152f2ad6-3c97-47cf-bd89-58c5c0a29e21" providerId="ADAL" clId="{BAF2BBD7-B2EE-47EF-9321-A6278445F242}" dt="2024-12-10T22:22:59.055" v="0" actId="47"/>
        <pc:sldMkLst>
          <pc:docMk/>
          <pc:sldMk cId="3377696104" sldId="291"/>
        </pc:sldMkLst>
      </pc:sldChg>
      <pc:sldChg chg="modSp add mod">
        <pc:chgData name="Bačo, Timotej" userId="152f2ad6-3c97-47cf-bd89-58c5c0a29e21" providerId="ADAL" clId="{BAF2BBD7-B2EE-47EF-9321-A6278445F242}" dt="2024-12-10T23:13:58.574" v="499" actId="1076"/>
        <pc:sldMkLst>
          <pc:docMk/>
          <pc:sldMk cId="685684001" sldId="292"/>
        </pc:sldMkLst>
        <pc:spChg chg="mod">
          <ac:chgData name="Bačo, Timotej" userId="152f2ad6-3c97-47cf-bd89-58c5c0a29e21" providerId="ADAL" clId="{BAF2BBD7-B2EE-47EF-9321-A6278445F242}" dt="2024-12-10T23:12:37.484" v="476"/>
          <ac:spMkLst>
            <pc:docMk/>
            <pc:sldMk cId="685684001" sldId="292"/>
            <ac:spMk id="2" creationId="{78BDABF5-8F51-701C-41A3-648EFE25590F}"/>
          </ac:spMkLst>
        </pc:spChg>
        <pc:spChg chg="mod">
          <ac:chgData name="Bačo, Timotej" userId="152f2ad6-3c97-47cf-bd89-58c5c0a29e21" providerId="ADAL" clId="{BAF2BBD7-B2EE-47EF-9321-A6278445F242}" dt="2024-12-10T23:13:58.574" v="499" actId="1076"/>
          <ac:spMkLst>
            <pc:docMk/>
            <pc:sldMk cId="685684001" sldId="292"/>
            <ac:spMk id="8" creationId="{D4394263-17C4-107C-501F-C19FC6080FA3}"/>
          </ac:spMkLst>
        </pc:spChg>
      </pc:sldChg>
      <pc:sldChg chg="del">
        <pc:chgData name="Bačo, Timotej" userId="152f2ad6-3c97-47cf-bd89-58c5c0a29e21" providerId="ADAL" clId="{BAF2BBD7-B2EE-47EF-9321-A6278445F242}" dt="2024-12-10T22:22:59.055" v="0" actId="47"/>
        <pc:sldMkLst>
          <pc:docMk/>
          <pc:sldMk cId="3574648712" sldId="292"/>
        </pc:sldMkLst>
      </pc:sldChg>
      <pc:sldChg chg="addSp modSp add mod">
        <pc:chgData name="Bačo, Timotej" userId="152f2ad6-3c97-47cf-bd89-58c5c0a29e21" providerId="ADAL" clId="{BAF2BBD7-B2EE-47EF-9321-A6278445F242}" dt="2024-12-10T23:15:45.174" v="520" actId="1076"/>
        <pc:sldMkLst>
          <pc:docMk/>
          <pc:sldMk cId="2863425206" sldId="293"/>
        </pc:sldMkLst>
        <pc:spChg chg="mod">
          <ac:chgData name="Bačo, Timotej" userId="152f2ad6-3c97-47cf-bd89-58c5c0a29e21" providerId="ADAL" clId="{BAF2BBD7-B2EE-47EF-9321-A6278445F242}" dt="2024-12-10T23:14:22.889" v="503"/>
          <ac:spMkLst>
            <pc:docMk/>
            <pc:sldMk cId="2863425206" sldId="293"/>
            <ac:spMk id="2" creationId="{78BDABF5-8F51-701C-41A3-648EFE25590F}"/>
          </ac:spMkLst>
        </pc:spChg>
        <pc:spChg chg="add">
          <ac:chgData name="Bačo, Timotej" userId="152f2ad6-3c97-47cf-bd89-58c5c0a29e21" providerId="ADAL" clId="{BAF2BBD7-B2EE-47EF-9321-A6278445F242}" dt="2024-12-10T23:14:31.598" v="505"/>
          <ac:spMkLst>
            <pc:docMk/>
            <pc:sldMk cId="2863425206" sldId="293"/>
            <ac:spMk id="3" creationId="{8B411425-0879-6F37-26E4-14AA7DCDD00B}"/>
          </ac:spMkLst>
        </pc:spChg>
        <pc:spChg chg="add">
          <ac:chgData name="Bačo, Timotej" userId="152f2ad6-3c97-47cf-bd89-58c5c0a29e21" providerId="ADAL" clId="{BAF2BBD7-B2EE-47EF-9321-A6278445F242}" dt="2024-12-10T23:14:35.844" v="506"/>
          <ac:spMkLst>
            <pc:docMk/>
            <pc:sldMk cId="2863425206" sldId="293"/>
            <ac:spMk id="7" creationId="{65928AE6-8E10-37CB-CFB0-640DAA737352}"/>
          </ac:spMkLst>
        </pc:spChg>
        <pc:spChg chg="mod">
          <ac:chgData name="Bačo, Timotej" userId="152f2ad6-3c97-47cf-bd89-58c5c0a29e21" providerId="ADAL" clId="{BAF2BBD7-B2EE-47EF-9321-A6278445F242}" dt="2024-12-10T23:15:45.174" v="520" actId="1076"/>
          <ac:spMkLst>
            <pc:docMk/>
            <pc:sldMk cId="2863425206" sldId="293"/>
            <ac:spMk id="8" creationId="{D4394263-17C4-107C-501F-C19FC6080FA3}"/>
          </ac:spMkLst>
        </pc:spChg>
      </pc:sldChg>
      <pc:sldChg chg="del">
        <pc:chgData name="Bačo, Timotej" userId="152f2ad6-3c97-47cf-bd89-58c5c0a29e21" providerId="ADAL" clId="{BAF2BBD7-B2EE-47EF-9321-A6278445F242}" dt="2024-12-10T22:22:59.055" v="0" actId="47"/>
        <pc:sldMkLst>
          <pc:docMk/>
          <pc:sldMk cId="3339731830" sldId="293"/>
        </pc:sldMkLst>
      </pc:sldChg>
      <pc:sldChg chg="del">
        <pc:chgData name="Bačo, Timotej" userId="152f2ad6-3c97-47cf-bd89-58c5c0a29e21" providerId="ADAL" clId="{BAF2BBD7-B2EE-47EF-9321-A6278445F242}" dt="2024-12-10T22:22:59.055" v="0" actId="47"/>
        <pc:sldMkLst>
          <pc:docMk/>
          <pc:sldMk cId="1701916525" sldId="294"/>
        </pc:sldMkLst>
      </pc:sldChg>
      <pc:sldChg chg="modSp add mod">
        <pc:chgData name="Bačo, Timotej" userId="152f2ad6-3c97-47cf-bd89-58c5c0a29e21" providerId="ADAL" clId="{BAF2BBD7-B2EE-47EF-9321-A6278445F242}" dt="2024-12-10T23:23:41.876" v="552" actId="207"/>
        <pc:sldMkLst>
          <pc:docMk/>
          <pc:sldMk cId="3206711221" sldId="294"/>
        </pc:sldMkLst>
        <pc:spChg chg="mod">
          <ac:chgData name="Bačo, Timotej" userId="152f2ad6-3c97-47cf-bd89-58c5c0a29e21" providerId="ADAL" clId="{BAF2BBD7-B2EE-47EF-9321-A6278445F242}" dt="2024-12-10T23:21:53.890" v="535" actId="20577"/>
          <ac:spMkLst>
            <pc:docMk/>
            <pc:sldMk cId="3206711221" sldId="294"/>
            <ac:spMk id="2" creationId="{78BDABF5-8F51-701C-41A3-648EFE25590F}"/>
          </ac:spMkLst>
        </pc:spChg>
        <pc:spChg chg="mod">
          <ac:chgData name="Bačo, Timotej" userId="152f2ad6-3c97-47cf-bd89-58c5c0a29e21" providerId="ADAL" clId="{BAF2BBD7-B2EE-47EF-9321-A6278445F242}" dt="2024-12-10T23:23:41.876" v="552" actId="207"/>
          <ac:spMkLst>
            <pc:docMk/>
            <pc:sldMk cId="3206711221" sldId="294"/>
            <ac:spMk id="8" creationId="{D4394263-17C4-107C-501F-C19FC6080FA3}"/>
          </ac:spMkLst>
        </pc:spChg>
      </pc:sldChg>
      <pc:sldChg chg="modSp add mod">
        <pc:chgData name="Bačo, Timotej" userId="152f2ad6-3c97-47cf-bd89-58c5c0a29e21" providerId="ADAL" clId="{BAF2BBD7-B2EE-47EF-9321-A6278445F242}" dt="2024-12-10T23:24:59.456" v="576" actId="255"/>
        <pc:sldMkLst>
          <pc:docMk/>
          <pc:sldMk cId="681113892" sldId="295"/>
        </pc:sldMkLst>
        <pc:spChg chg="mod">
          <ac:chgData name="Bačo, Timotej" userId="152f2ad6-3c97-47cf-bd89-58c5c0a29e21" providerId="ADAL" clId="{BAF2BBD7-B2EE-47EF-9321-A6278445F242}" dt="2024-12-10T23:23:53.740" v="556"/>
          <ac:spMkLst>
            <pc:docMk/>
            <pc:sldMk cId="681113892" sldId="295"/>
            <ac:spMk id="2" creationId="{78BDABF5-8F51-701C-41A3-648EFE25590F}"/>
          </ac:spMkLst>
        </pc:spChg>
        <pc:spChg chg="mod">
          <ac:chgData name="Bačo, Timotej" userId="152f2ad6-3c97-47cf-bd89-58c5c0a29e21" providerId="ADAL" clId="{BAF2BBD7-B2EE-47EF-9321-A6278445F242}" dt="2024-12-10T23:24:59.456" v="576" actId="255"/>
          <ac:spMkLst>
            <pc:docMk/>
            <pc:sldMk cId="681113892" sldId="295"/>
            <ac:spMk id="8" creationId="{D4394263-17C4-107C-501F-C19FC6080FA3}"/>
          </ac:spMkLst>
        </pc:spChg>
      </pc:sldChg>
      <pc:sldChg chg="del">
        <pc:chgData name="Bačo, Timotej" userId="152f2ad6-3c97-47cf-bd89-58c5c0a29e21" providerId="ADAL" clId="{BAF2BBD7-B2EE-47EF-9321-A6278445F242}" dt="2024-12-10T22:22:59.055" v="0" actId="47"/>
        <pc:sldMkLst>
          <pc:docMk/>
          <pc:sldMk cId="1155693747" sldId="295"/>
        </pc:sldMkLst>
      </pc:sldChg>
      <pc:sldChg chg="addSp modSp add mod">
        <pc:chgData name="Bačo, Timotej" userId="152f2ad6-3c97-47cf-bd89-58c5c0a29e21" providerId="ADAL" clId="{BAF2BBD7-B2EE-47EF-9321-A6278445F242}" dt="2024-12-10T23:28:09.018" v="619" actId="207"/>
        <pc:sldMkLst>
          <pc:docMk/>
          <pc:sldMk cId="2516262245" sldId="296"/>
        </pc:sldMkLst>
        <pc:spChg chg="mod">
          <ac:chgData name="Bačo, Timotej" userId="152f2ad6-3c97-47cf-bd89-58c5c0a29e21" providerId="ADAL" clId="{BAF2BBD7-B2EE-47EF-9321-A6278445F242}" dt="2024-12-10T23:25:48.453" v="581"/>
          <ac:spMkLst>
            <pc:docMk/>
            <pc:sldMk cId="2516262245" sldId="296"/>
            <ac:spMk id="2" creationId="{78BDABF5-8F51-701C-41A3-648EFE25590F}"/>
          </ac:spMkLst>
        </pc:spChg>
        <pc:spChg chg="add">
          <ac:chgData name="Bačo, Timotej" userId="152f2ad6-3c97-47cf-bd89-58c5c0a29e21" providerId="ADAL" clId="{BAF2BBD7-B2EE-47EF-9321-A6278445F242}" dt="2024-12-10T23:27:12.198" v="596"/>
          <ac:spMkLst>
            <pc:docMk/>
            <pc:sldMk cId="2516262245" sldId="296"/>
            <ac:spMk id="3" creationId="{7FEE9B59-C45A-14A4-BC1C-999D515B630D}"/>
          </ac:spMkLst>
        </pc:spChg>
        <pc:spChg chg="add mod">
          <ac:chgData name="Bačo, Timotej" userId="152f2ad6-3c97-47cf-bd89-58c5c0a29e21" providerId="ADAL" clId="{BAF2BBD7-B2EE-47EF-9321-A6278445F242}" dt="2024-12-10T23:27:16.310" v="598"/>
          <ac:spMkLst>
            <pc:docMk/>
            <pc:sldMk cId="2516262245" sldId="296"/>
            <ac:spMk id="7" creationId="{B919702A-CCCF-1FF1-84E8-3703BD925D9F}"/>
          </ac:spMkLst>
        </pc:spChg>
        <pc:spChg chg="mod">
          <ac:chgData name="Bačo, Timotej" userId="152f2ad6-3c97-47cf-bd89-58c5c0a29e21" providerId="ADAL" clId="{BAF2BBD7-B2EE-47EF-9321-A6278445F242}" dt="2024-12-10T23:28:09.018" v="619" actId="207"/>
          <ac:spMkLst>
            <pc:docMk/>
            <pc:sldMk cId="2516262245" sldId="296"/>
            <ac:spMk id="8" creationId="{D4394263-17C4-107C-501F-C19FC6080FA3}"/>
          </ac:spMkLst>
        </pc:spChg>
      </pc:sldChg>
      <pc:sldChg chg="modSp add mod">
        <pc:chgData name="Bačo, Timotej" userId="152f2ad6-3c97-47cf-bd89-58c5c0a29e21" providerId="ADAL" clId="{BAF2BBD7-B2EE-47EF-9321-A6278445F242}" dt="2024-12-10T23:30:02.197" v="660" actId="255"/>
        <pc:sldMkLst>
          <pc:docMk/>
          <pc:sldMk cId="3603518251" sldId="297"/>
        </pc:sldMkLst>
        <pc:spChg chg="mod">
          <ac:chgData name="Bačo, Timotej" userId="152f2ad6-3c97-47cf-bd89-58c5c0a29e21" providerId="ADAL" clId="{BAF2BBD7-B2EE-47EF-9321-A6278445F242}" dt="2024-12-10T23:30:02.197" v="660" actId="255"/>
          <ac:spMkLst>
            <pc:docMk/>
            <pc:sldMk cId="3603518251" sldId="297"/>
            <ac:spMk id="8" creationId="{D4394263-17C4-107C-501F-C19FC6080FA3}"/>
          </ac:spMkLst>
        </pc:spChg>
      </pc:sldChg>
      <pc:sldChg chg="modSp add mod">
        <pc:chgData name="Bačo, Timotej" userId="152f2ad6-3c97-47cf-bd89-58c5c0a29e21" providerId="ADAL" clId="{BAF2BBD7-B2EE-47EF-9321-A6278445F242}" dt="2024-12-10T23:33:14.329" v="954" actId="255"/>
        <pc:sldMkLst>
          <pc:docMk/>
          <pc:sldMk cId="71866628" sldId="298"/>
        </pc:sldMkLst>
        <pc:spChg chg="mod">
          <ac:chgData name="Bačo, Timotej" userId="152f2ad6-3c97-47cf-bd89-58c5c0a29e21" providerId="ADAL" clId="{BAF2BBD7-B2EE-47EF-9321-A6278445F242}" dt="2024-12-10T23:30:44.968" v="670"/>
          <ac:spMkLst>
            <pc:docMk/>
            <pc:sldMk cId="71866628" sldId="298"/>
            <ac:spMk id="2" creationId="{78BDABF5-8F51-701C-41A3-648EFE25590F}"/>
          </ac:spMkLst>
        </pc:spChg>
        <pc:spChg chg="mod">
          <ac:chgData name="Bačo, Timotej" userId="152f2ad6-3c97-47cf-bd89-58c5c0a29e21" providerId="ADAL" clId="{BAF2BBD7-B2EE-47EF-9321-A6278445F242}" dt="2024-12-10T23:33:14.329" v="954" actId="255"/>
          <ac:spMkLst>
            <pc:docMk/>
            <pc:sldMk cId="71866628" sldId="298"/>
            <ac:spMk id="8" creationId="{D4394263-17C4-107C-501F-C19FC6080FA3}"/>
          </ac:spMkLst>
        </pc:spChg>
      </pc:sldChg>
      <pc:sldChg chg="modSp add mod">
        <pc:chgData name="Bačo, Timotej" userId="152f2ad6-3c97-47cf-bd89-58c5c0a29e21" providerId="ADAL" clId="{BAF2BBD7-B2EE-47EF-9321-A6278445F242}" dt="2024-12-10T23:34:49.320" v="976" actId="2710"/>
        <pc:sldMkLst>
          <pc:docMk/>
          <pc:sldMk cId="1297862465" sldId="299"/>
        </pc:sldMkLst>
        <pc:spChg chg="mod">
          <ac:chgData name="Bačo, Timotej" userId="152f2ad6-3c97-47cf-bd89-58c5c0a29e21" providerId="ADAL" clId="{BAF2BBD7-B2EE-47EF-9321-A6278445F242}" dt="2024-12-10T23:34:49.320" v="976" actId="2710"/>
          <ac:spMkLst>
            <pc:docMk/>
            <pc:sldMk cId="1297862465" sldId="299"/>
            <ac:spMk id="8" creationId="{D4394263-17C4-107C-501F-C19FC6080FA3}"/>
          </ac:spMkLst>
        </pc:spChg>
      </pc:sldChg>
      <pc:sldChg chg="addSp delSp modSp add mod">
        <pc:chgData name="Bačo, Timotej" userId="152f2ad6-3c97-47cf-bd89-58c5c0a29e21" providerId="ADAL" clId="{BAF2BBD7-B2EE-47EF-9321-A6278445F242}" dt="2024-12-10T23:36:26.465" v="1012" actId="22"/>
        <pc:sldMkLst>
          <pc:docMk/>
          <pc:sldMk cId="1127362874" sldId="300"/>
        </pc:sldMkLst>
        <pc:spChg chg="add del">
          <ac:chgData name="Bačo, Timotej" userId="152f2ad6-3c97-47cf-bd89-58c5c0a29e21" providerId="ADAL" clId="{BAF2BBD7-B2EE-47EF-9321-A6278445F242}" dt="2024-12-10T23:36:26.465" v="1012" actId="22"/>
          <ac:spMkLst>
            <pc:docMk/>
            <pc:sldMk cId="1127362874" sldId="300"/>
            <ac:spMk id="7" creationId="{6997A6E9-CCF6-A6A7-C17A-882A70D355C4}"/>
          </ac:spMkLst>
        </pc:spChg>
        <pc:spChg chg="mod">
          <ac:chgData name="Bačo, Timotej" userId="152f2ad6-3c97-47cf-bd89-58c5c0a29e21" providerId="ADAL" clId="{BAF2BBD7-B2EE-47EF-9321-A6278445F242}" dt="2024-12-10T23:36:19.039" v="1010" actId="113"/>
          <ac:spMkLst>
            <pc:docMk/>
            <pc:sldMk cId="1127362874" sldId="300"/>
            <ac:spMk id="8" creationId="{D4394263-17C4-107C-501F-C19FC6080FA3}"/>
          </ac:spMkLst>
        </pc:spChg>
      </pc:sldChg>
      <pc:sldChg chg="modSp add mod">
        <pc:chgData name="Bačo, Timotej" userId="152f2ad6-3c97-47cf-bd89-58c5c0a29e21" providerId="ADAL" clId="{BAF2BBD7-B2EE-47EF-9321-A6278445F242}" dt="2024-12-10T23:38:23.297" v="1230" actId="20577"/>
        <pc:sldMkLst>
          <pc:docMk/>
          <pc:sldMk cId="2990303381" sldId="301"/>
        </pc:sldMkLst>
        <pc:spChg chg="mod">
          <ac:chgData name="Bačo, Timotej" userId="152f2ad6-3c97-47cf-bd89-58c5c0a29e21" providerId="ADAL" clId="{BAF2BBD7-B2EE-47EF-9321-A6278445F242}" dt="2024-12-10T23:38:23.297" v="1230" actId="20577"/>
          <ac:spMkLst>
            <pc:docMk/>
            <pc:sldMk cId="2990303381" sldId="301"/>
            <ac:spMk id="8" creationId="{D4394263-17C4-107C-501F-C19FC6080FA3}"/>
          </ac:spMkLst>
        </pc:spChg>
      </pc:sldChg>
      <pc:sldChg chg="modSp add mod">
        <pc:chgData name="Bačo, Timotej" userId="152f2ad6-3c97-47cf-bd89-58c5c0a29e21" providerId="ADAL" clId="{BAF2BBD7-B2EE-47EF-9321-A6278445F242}" dt="2024-12-10T23:39:40.967" v="1254" actId="1076"/>
        <pc:sldMkLst>
          <pc:docMk/>
          <pc:sldMk cId="596050417" sldId="302"/>
        </pc:sldMkLst>
        <pc:spChg chg="mod">
          <ac:chgData name="Bačo, Timotej" userId="152f2ad6-3c97-47cf-bd89-58c5c0a29e21" providerId="ADAL" clId="{BAF2BBD7-B2EE-47EF-9321-A6278445F242}" dt="2024-12-10T23:38:47.541" v="1237" actId="20577"/>
          <ac:spMkLst>
            <pc:docMk/>
            <pc:sldMk cId="596050417" sldId="302"/>
            <ac:spMk id="2" creationId="{78BDABF5-8F51-701C-41A3-648EFE25590F}"/>
          </ac:spMkLst>
        </pc:spChg>
        <pc:spChg chg="mod">
          <ac:chgData name="Bačo, Timotej" userId="152f2ad6-3c97-47cf-bd89-58c5c0a29e21" providerId="ADAL" clId="{BAF2BBD7-B2EE-47EF-9321-A6278445F242}" dt="2024-12-10T23:39:40.967" v="1254" actId="1076"/>
          <ac:spMkLst>
            <pc:docMk/>
            <pc:sldMk cId="596050417" sldId="302"/>
            <ac:spMk id="8" creationId="{D4394263-17C4-107C-501F-C19FC6080FA3}"/>
          </ac:spMkLst>
        </pc:spChg>
      </pc:sldChg>
      <pc:sldChg chg="modSp add mod">
        <pc:chgData name="Bačo, Timotej" userId="152f2ad6-3c97-47cf-bd89-58c5c0a29e21" providerId="ADAL" clId="{BAF2BBD7-B2EE-47EF-9321-A6278445F242}" dt="2024-12-10T23:41:24.795" v="1306"/>
        <pc:sldMkLst>
          <pc:docMk/>
          <pc:sldMk cId="3619319581" sldId="303"/>
        </pc:sldMkLst>
        <pc:spChg chg="mod">
          <ac:chgData name="Bačo, Timotej" userId="152f2ad6-3c97-47cf-bd89-58c5c0a29e21" providerId="ADAL" clId="{BAF2BBD7-B2EE-47EF-9321-A6278445F242}" dt="2024-12-10T23:39:53.743" v="1260" actId="20577"/>
          <ac:spMkLst>
            <pc:docMk/>
            <pc:sldMk cId="3619319581" sldId="303"/>
            <ac:spMk id="2" creationId="{78BDABF5-8F51-701C-41A3-648EFE25590F}"/>
          </ac:spMkLst>
        </pc:spChg>
        <pc:spChg chg="mod">
          <ac:chgData name="Bačo, Timotej" userId="152f2ad6-3c97-47cf-bd89-58c5c0a29e21" providerId="ADAL" clId="{BAF2BBD7-B2EE-47EF-9321-A6278445F242}" dt="2024-12-10T23:41:24.795" v="1306"/>
          <ac:spMkLst>
            <pc:docMk/>
            <pc:sldMk cId="3619319581" sldId="303"/>
            <ac:spMk id="8" creationId="{D4394263-17C4-107C-501F-C19FC6080FA3}"/>
          </ac:spMkLst>
        </pc:spChg>
      </pc:sldChg>
    </pc:docChg>
  </pc:docChgLst>
  <pc:docChgLst>
    <pc:chgData name="Bačo, Timotej" userId="152f2ad6-3c97-47cf-bd89-58c5c0a29e21" providerId="ADAL" clId="{EF646661-41ED-4CB7-BEC1-72FEA76E7802}"/>
    <pc:docChg chg="delSld">
      <pc:chgData name="Bačo, Timotej" userId="152f2ad6-3c97-47cf-bd89-58c5c0a29e21" providerId="ADAL" clId="{EF646661-41ED-4CB7-BEC1-72FEA76E7802}" dt="2025-01-14T22:13:54.893" v="0" actId="2696"/>
      <pc:docMkLst>
        <pc:docMk/>
      </pc:docMkLst>
      <pc:sldChg chg="del">
        <pc:chgData name="Bačo, Timotej" userId="152f2ad6-3c97-47cf-bd89-58c5c0a29e21" providerId="ADAL" clId="{EF646661-41ED-4CB7-BEC1-72FEA76E7802}" dt="2025-01-14T22:13:54.893" v="0" actId="2696"/>
        <pc:sldMkLst>
          <pc:docMk/>
          <pc:sldMk cId="1553763709" sldId="306"/>
        </pc:sldMkLst>
      </pc:sldChg>
    </pc:docChg>
  </pc:docChgLst>
  <pc:docChgLst>
    <pc:chgData name="Bačo, Timotej" userId="152f2ad6-3c97-47cf-bd89-58c5c0a29e21" providerId="ADAL" clId="{7E823390-D6B7-4562-B824-4240E0FA3251}"/>
    <pc:docChg chg="undo custSel addSld delSld modSld sldOrd">
      <pc:chgData name="Bačo, Timotej" userId="152f2ad6-3c97-47cf-bd89-58c5c0a29e21" providerId="ADAL" clId="{7E823390-D6B7-4562-B824-4240E0FA3251}" dt="2024-11-26T22:59:05.005" v="535" actId="20577"/>
      <pc:docMkLst>
        <pc:docMk/>
      </pc:docMkLst>
      <pc:sldChg chg="modSp mod">
        <pc:chgData name="Bačo, Timotej" userId="152f2ad6-3c97-47cf-bd89-58c5c0a29e21" providerId="ADAL" clId="{7E823390-D6B7-4562-B824-4240E0FA3251}" dt="2024-11-26T21:39:18.707" v="7" actId="1076"/>
        <pc:sldMkLst>
          <pc:docMk/>
          <pc:sldMk cId="735358950" sldId="257"/>
        </pc:sldMkLst>
        <pc:spChg chg="mod">
          <ac:chgData name="Bačo, Timotej" userId="152f2ad6-3c97-47cf-bd89-58c5c0a29e21" providerId="ADAL" clId="{7E823390-D6B7-4562-B824-4240E0FA3251}" dt="2024-11-26T21:39:18.707" v="7" actId="1076"/>
          <ac:spMkLst>
            <pc:docMk/>
            <pc:sldMk cId="735358950" sldId="257"/>
            <ac:spMk id="2" creationId="{C33FF8F9-4436-ED9C-E30E-680373C64496}"/>
          </ac:spMkLst>
        </pc:spChg>
        <pc:spChg chg="mod">
          <ac:chgData name="Bačo, Timotej" userId="152f2ad6-3c97-47cf-bd89-58c5c0a29e21" providerId="ADAL" clId="{7E823390-D6B7-4562-B824-4240E0FA3251}" dt="2024-11-26T21:38:35.406" v="0" actId="20577"/>
          <ac:spMkLst>
            <pc:docMk/>
            <pc:sldMk cId="735358950" sldId="257"/>
            <ac:spMk id="14" creationId="{C432F7A5-0BD9-EB3C-66C4-098B2124A562}"/>
          </ac:spMkLst>
        </pc:spChg>
      </pc:sldChg>
      <pc:sldChg chg="del">
        <pc:chgData name="Bačo, Timotej" userId="152f2ad6-3c97-47cf-bd89-58c5c0a29e21" providerId="ADAL" clId="{7E823390-D6B7-4562-B824-4240E0FA3251}" dt="2024-11-26T21:38:55.149" v="1" actId="47"/>
        <pc:sldMkLst>
          <pc:docMk/>
          <pc:sldMk cId="3803102635" sldId="284"/>
        </pc:sldMkLst>
      </pc:sldChg>
      <pc:sldChg chg="modSp mod">
        <pc:chgData name="Bačo, Timotej" userId="152f2ad6-3c97-47cf-bd89-58c5c0a29e21" providerId="ADAL" clId="{7E823390-D6B7-4562-B824-4240E0FA3251}" dt="2024-11-26T22:59:05.005" v="535" actId="20577"/>
        <pc:sldMkLst>
          <pc:docMk/>
          <pc:sldMk cId="753961250" sldId="285"/>
        </pc:sldMkLst>
        <pc:spChg chg="mod">
          <ac:chgData name="Bačo, Timotej" userId="152f2ad6-3c97-47cf-bd89-58c5c0a29e21" providerId="ADAL" clId="{7E823390-D6B7-4562-B824-4240E0FA3251}" dt="2024-11-26T22:03:11.809" v="19" actId="20577"/>
          <ac:spMkLst>
            <pc:docMk/>
            <pc:sldMk cId="753961250" sldId="285"/>
            <ac:spMk id="2" creationId="{78BDABF5-8F51-701C-41A3-648EFE25590F}"/>
          </ac:spMkLst>
        </pc:spChg>
        <pc:spChg chg="mod">
          <ac:chgData name="Bačo, Timotej" userId="152f2ad6-3c97-47cf-bd89-58c5c0a29e21" providerId="ADAL" clId="{7E823390-D6B7-4562-B824-4240E0FA3251}" dt="2024-11-26T22:59:05.005" v="535" actId="20577"/>
          <ac:spMkLst>
            <pc:docMk/>
            <pc:sldMk cId="753961250" sldId="285"/>
            <ac:spMk id="8" creationId="{D4394263-17C4-107C-501F-C19FC6080FA3}"/>
          </ac:spMkLst>
        </pc:spChg>
      </pc:sldChg>
      <pc:sldChg chg="add del">
        <pc:chgData name="Bačo, Timotej" userId="152f2ad6-3c97-47cf-bd89-58c5c0a29e21" providerId="ADAL" clId="{7E823390-D6B7-4562-B824-4240E0FA3251}" dt="2024-11-26T22:18:00.883" v="313" actId="47"/>
        <pc:sldMkLst>
          <pc:docMk/>
          <pc:sldMk cId="266597667" sldId="286"/>
        </pc:sldMkLst>
      </pc:sldChg>
      <pc:sldChg chg="del">
        <pc:chgData name="Bačo, Timotej" userId="152f2ad6-3c97-47cf-bd89-58c5c0a29e21" providerId="ADAL" clId="{7E823390-D6B7-4562-B824-4240E0FA3251}" dt="2024-11-26T21:38:55.149" v="1" actId="47"/>
        <pc:sldMkLst>
          <pc:docMk/>
          <pc:sldMk cId="1862867549" sldId="286"/>
        </pc:sldMkLst>
      </pc:sldChg>
      <pc:sldChg chg="del">
        <pc:chgData name="Bačo, Timotej" userId="152f2ad6-3c97-47cf-bd89-58c5c0a29e21" providerId="ADAL" clId="{7E823390-D6B7-4562-B824-4240E0FA3251}" dt="2024-11-26T21:38:55.149" v="1" actId="47"/>
        <pc:sldMkLst>
          <pc:docMk/>
          <pc:sldMk cId="453152893" sldId="287"/>
        </pc:sldMkLst>
      </pc:sldChg>
      <pc:sldChg chg="modSp add mod ord">
        <pc:chgData name="Bačo, Timotej" userId="152f2ad6-3c97-47cf-bd89-58c5c0a29e21" providerId="ADAL" clId="{7E823390-D6B7-4562-B824-4240E0FA3251}" dt="2024-11-26T22:18:26.960" v="317" actId="20577"/>
        <pc:sldMkLst>
          <pc:docMk/>
          <pc:sldMk cId="2570018597" sldId="287"/>
        </pc:sldMkLst>
        <pc:spChg chg="mod">
          <ac:chgData name="Bačo, Timotej" userId="152f2ad6-3c97-47cf-bd89-58c5c0a29e21" providerId="ADAL" clId="{7E823390-D6B7-4562-B824-4240E0FA3251}" dt="2024-11-26T22:18:26.960" v="317" actId="20577"/>
          <ac:spMkLst>
            <pc:docMk/>
            <pc:sldMk cId="2570018597" sldId="287"/>
            <ac:spMk id="2" creationId="{78BDABF5-8F51-701C-41A3-648EFE25590F}"/>
          </ac:spMkLst>
        </pc:spChg>
        <pc:spChg chg="mod">
          <ac:chgData name="Bačo, Timotej" userId="152f2ad6-3c97-47cf-bd89-58c5c0a29e21" providerId="ADAL" clId="{7E823390-D6B7-4562-B824-4240E0FA3251}" dt="2024-11-26T22:17:46.638" v="310" actId="1076"/>
          <ac:spMkLst>
            <pc:docMk/>
            <pc:sldMk cId="2570018597" sldId="287"/>
            <ac:spMk id="8" creationId="{D4394263-17C4-107C-501F-C19FC6080FA3}"/>
          </ac:spMkLst>
        </pc:spChg>
      </pc:sldChg>
      <pc:sldChg chg="modSp add mod">
        <pc:chgData name="Bačo, Timotej" userId="152f2ad6-3c97-47cf-bd89-58c5c0a29e21" providerId="ADAL" clId="{7E823390-D6B7-4562-B824-4240E0FA3251}" dt="2024-11-26T22:24:54.633" v="340" actId="207"/>
        <pc:sldMkLst>
          <pc:docMk/>
          <pc:sldMk cId="154797142" sldId="288"/>
        </pc:sldMkLst>
        <pc:spChg chg="mod">
          <ac:chgData name="Bačo, Timotej" userId="152f2ad6-3c97-47cf-bd89-58c5c0a29e21" providerId="ADAL" clId="{7E823390-D6B7-4562-B824-4240E0FA3251}" dt="2024-11-26T22:18:39.580" v="324" actId="20577"/>
          <ac:spMkLst>
            <pc:docMk/>
            <pc:sldMk cId="154797142" sldId="288"/>
            <ac:spMk id="2" creationId="{78BDABF5-8F51-701C-41A3-648EFE25590F}"/>
          </ac:spMkLst>
        </pc:spChg>
        <pc:spChg chg="mod">
          <ac:chgData name="Bačo, Timotej" userId="152f2ad6-3c97-47cf-bd89-58c5c0a29e21" providerId="ADAL" clId="{7E823390-D6B7-4562-B824-4240E0FA3251}" dt="2024-11-26T22:24:54.633" v="340" actId="207"/>
          <ac:spMkLst>
            <pc:docMk/>
            <pc:sldMk cId="154797142" sldId="288"/>
            <ac:spMk id="8" creationId="{D4394263-17C4-107C-501F-C19FC6080FA3}"/>
          </ac:spMkLst>
        </pc:spChg>
      </pc:sldChg>
      <pc:sldChg chg="del">
        <pc:chgData name="Bačo, Timotej" userId="152f2ad6-3c97-47cf-bd89-58c5c0a29e21" providerId="ADAL" clId="{7E823390-D6B7-4562-B824-4240E0FA3251}" dt="2024-11-26T21:38:55.149" v="1" actId="47"/>
        <pc:sldMkLst>
          <pc:docMk/>
          <pc:sldMk cId="2930399444" sldId="288"/>
        </pc:sldMkLst>
      </pc:sldChg>
      <pc:sldChg chg="addSp modSp add mod">
        <pc:chgData name="Bačo, Timotej" userId="152f2ad6-3c97-47cf-bd89-58c5c0a29e21" providerId="ADAL" clId="{7E823390-D6B7-4562-B824-4240E0FA3251}" dt="2024-11-26T22:27:34.155" v="396" actId="2710"/>
        <pc:sldMkLst>
          <pc:docMk/>
          <pc:sldMk cId="3160165077" sldId="289"/>
        </pc:sldMkLst>
        <pc:spChg chg="mod">
          <ac:chgData name="Bačo, Timotej" userId="152f2ad6-3c97-47cf-bd89-58c5c0a29e21" providerId="ADAL" clId="{7E823390-D6B7-4562-B824-4240E0FA3251}" dt="2024-11-26T22:25:30.554" v="362" actId="20577"/>
          <ac:spMkLst>
            <pc:docMk/>
            <pc:sldMk cId="3160165077" sldId="289"/>
            <ac:spMk id="2" creationId="{78BDABF5-8F51-701C-41A3-648EFE25590F}"/>
          </ac:spMkLst>
        </pc:spChg>
        <pc:spChg chg="add mod">
          <ac:chgData name="Bačo, Timotej" userId="152f2ad6-3c97-47cf-bd89-58c5c0a29e21" providerId="ADAL" clId="{7E823390-D6B7-4562-B824-4240E0FA3251}" dt="2024-11-26T22:27:34.155" v="396" actId="2710"/>
          <ac:spMkLst>
            <pc:docMk/>
            <pc:sldMk cId="3160165077" sldId="289"/>
            <ac:spMk id="3" creationId="{29AF2141-EAE3-0407-E40C-57042DAEF0A5}"/>
          </ac:spMkLst>
        </pc:spChg>
        <pc:spChg chg="mod">
          <ac:chgData name="Bačo, Timotej" userId="152f2ad6-3c97-47cf-bd89-58c5c0a29e21" providerId="ADAL" clId="{7E823390-D6B7-4562-B824-4240E0FA3251}" dt="2024-11-26T22:26:42.599" v="378" actId="14100"/>
          <ac:spMkLst>
            <pc:docMk/>
            <pc:sldMk cId="3160165077" sldId="289"/>
            <ac:spMk id="8" creationId="{D4394263-17C4-107C-501F-C19FC6080FA3}"/>
          </ac:spMkLst>
        </pc:spChg>
      </pc:sldChg>
      <pc:sldChg chg="del">
        <pc:chgData name="Bačo, Timotej" userId="152f2ad6-3c97-47cf-bd89-58c5c0a29e21" providerId="ADAL" clId="{7E823390-D6B7-4562-B824-4240E0FA3251}" dt="2024-11-26T21:38:55.149" v="1" actId="47"/>
        <pc:sldMkLst>
          <pc:docMk/>
          <pc:sldMk cId="3966143971" sldId="289"/>
        </pc:sldMkLst>
      </pc:sldChg>
      <pc:sldChg chg="del">
        <pc:chgData name="Bačo, Timotej" userId="152f2ad6-3c97-47cf-bd89-58c5c0a29e21" providerId="ADAL" clId="{7E823390-D6B7-4562-B824-4240E0FA3251}" dt="2024-11-26T21:38:55.149" v="1" actId="47"/>
        <pc:sldMkLst>
          <pc:docMk/>
          <pc:sldMk cId="851579691" sldId="290"/>
        </pc:sldMkLst>
      </pc:sldChg>
      <pc:sldChg chg="addSp modSp add mod">
        <pc:chgData name="Bačo, Timotej" userId="152f2ad6-3c97-47cf-bd89-58c5c0a29e21" providerId="ADAL" clId="{7E823390-D6B7-4562-B824-4240E0FA3251}" dt="2024-11-26T22:29:25.155" v="417" actId="2710"/>
        <pc:sldMkLst>
          <pc:docMk/>
          <pc:sldMk cId="4091674933" sldId="290"/>
        </pc:sldMkLst>
        <pc:spChg chg="mod">
          <ac:chgData name="Bačo, Timotej" userId="152f2ad6-3c97-47cf-bd89-58c5c0a29e21" providerId="ADAL" clId="{7E823390-D6B7-4562-B824-4240E0FA3251}" dt="2024-11-26T22:29:25.155" v="417" actId="2710"/>
          <ac:spMkLst>
            <pc:docMk/>
            <pc:sldMk cId="4091674933" sldId="290"/>
            <ac:spMk id="3" creationId="{29AF2141-EAE3-0407-E40C-57042DAEF0A5}"/>
          </ac:spMkLst>
        </pc:spChg>
        <pc:spChg chg="add">
          <ac:chgData name="Bačo, Timotej" userId="152f2ad6-3c97-47cf-bd89-58c5c0a29e21" providerId="ADAL" clId="{7E823390-D6B7-4562-B824-4240E0FA3251}" dt="2024-11-26T22:28:13.408" v="398"/>
          <ac:spMkLst>
            <pc:docMk/>
            <pc:sldMk cId="4091674933" sldId="290"/>
            <ac:spMk id="7" creationId="{F91D9D7A-5AE3-65C6-68D8-D46133A099C2}"/>
          </ac:spMkLst>
        </pc:spChg>
        <pc:spChg chg="mod">
          <ac:chgData name="Bačo, Timotej" userId="152f2ad6-3c97-47cf-bd89-58c5c0a29e21" providerId="ADAL" clId="{7E823390-D6B7-4562-B824-4240E0FA3251}" dt="2024-11-26T22:28:50.872" v="409" actId="14100"/>
          <ac:spMkLst>
            <pc:docMk/>
            <pc:sldMk cId="4091674933" sldId="290"/>
            <ac:spMk id="8" creationId="{D4394263-17C4-107C-501F-C19FC6080FA3}"/>
          </ac:spMkLst>
        </pc:spChg>
        <pc:spChg chg="add">
          <ac:chgData name="Bačo, Timotej" userId="152f2ad6-3c97-47cf-bd89-58c5c0a29e21" providerId="ADAL" clId="{7E823390-D6B7-4562-B824-4240E0FA3251}" dt="2024-11-26T22:28:17.406" v="400"/>
          <ac:spMkLst>
            <pc:docMk/>
            <pc:sldMk cId="4091674933" sldId="290"/>
            <ac:spMk id="9" creationId="{6FAB846C-4024-809A-2C4E-465944750D74}"/>
          </ac:spMkLst>
        </pc:spChg>
      </pc:sldChg>
      <pc:sldChg chg="modSp add mod">
        <pc:chgData name="Bačo, Timotej" userId="152f2ad6-3c97-47cf-bd89-58c5c0a29e21" providerId="ADAL" clId="{7E823390-D6B7-4562-B824-4240E0FA3251}" dt="2024-11-26T22:30:51.793" v="435" actId="2710"/>
        <pc:sldMkLst>
          <pc:docMk/>
          <pc:sldMk cId="639066803" sldId="291"/>
        </pc:sldMkLst>
        <pc:spChg chg="mod">
          <ac:chgData name="Bačo, Timotej" userId="152f2ad6-3c97-47cf-bd89-58c5c0a29e21" providerId="ADAL" clId="{7E823390-D6B7-4562-B824-4240E0FA3251}" dt="2024-11-26T22:30:51.793" v="435" actId="2710"/>
          <ac:spMkLst>
            <pc:docMk/>
            <pc:sldMk cId="639066803" sldId="291"/>
            <ac:spMk id="3" creationId="{29AF2141-EAE3-0407-E40C-57042DAEF0A5}"/>
          </ac:spMkLst>
        </pc:spChg>
        <pc:spChg chg="mod">
          <ac:chgData name="Bačo, Timotej" userId="152f2ad6-3c97-47cf-bd89-58c5c0a29e21" providerId="ADAL" clId="{7E823390-D6B7-4562-B824-4240E0FA3251}" dt="2024-11-26T22:30:06.792" v="426" actId="2710"/>
          <ac:spMkLst>
            <pc:docMk/>
            <pc:sldMk cId="639066803" sldId="291"/>
            <ac:spMk id="8" creationId="{D4394263-17C4-107C-501F-C19FC6080FA3}"/>
          </ac:spMkLst>
        </pc:spChg>
      </pc:sldChg>
      <pc:sldChg chg="del">
        <pc:chgData name="Bačo, Timotej" userId="152f2ad6-3c97-47cf-bd89-58c5c0a29e21" providerId="ADAL" clId="{7E823390-D6B7-4562-B824-4240E0FA3251}" dt="2024-11-26T21:38:55.149" v="1" actId="47"/>
        <pc:sldMkLst>
          <pc:docMk/>
          <pc:sldMk cId="1393832053" sldId="291"/>
        </pc:sldMkLst>
      </pc:sldChg>
      <pc:sldChg chg="del">
        <pc:chgData name="Bačo, Timotej" userId="152f2ad6-3c97-47cf-bd89-58c5c0a29e21" providerId="ADAL" clId="{7E823390-D6B7-4562-B824-4240E0FA3251}" dt="2024-11-26T21:38:55.149" v="1" actId="47"/>
        <pc:sldMkLst>
          <pc:docMk/>
          <pc:sldMk cId="2642518623" sldId="292"/>
        </pc:sldMkLst>
      </pc:sldChg>
      <pc:sldChg chg="delSp modSp add mod">
        <pc:chgData name="Bačo, Timotej" userId="152f2ad6-3c97-47cf-bd89-58c5c0a29e21" providerId="ADAL" clId="{7E823390-D6B7-4562-B824-4240E0FA3251}" dt="2024-11-26T22:32:33.736" v="445" actId="1076"/>
        <pc:sldMkLst>
          <pc:docMk/>
          <pc:sldMk cId="4181113872" sldId="292"/>
        </pc:sldMkLst>
        <pc:spChg chg="del">
          <ac:chgData name="Bačo, Timotej" userId="152f2ad6-3c97-47cf-bd89-58c5c0a29e21" providerId="ADAL" clId="{7E823390-D6B7-4562-B824-4240E0FA3251}" dt="2024-11-26T22:32:29.542" v="444" actId="478"/>
          <ac:spMkLst>
            <pc:docMk/>
            <pc:sldMk cId="4181113872" sldId="292"/>
            <ac:spMk id="3" creationId="{29AF2141-EAE3-0407-E40C-57042DAEF0A5}"/>
          </ac:spMkLst>
        </pc:spChg>
        <pc:spChg chg="mod">
          <ac:chgData name="Bačo, Timotej" userId="152f2ad6-3c97-47cf-bd89-58c5c0a29e21" providerId="ADAL" clId="{7E823390-D6B7-4562-B824-4240E0FA3251}" dt="2024-11-26T22:32:33.736" v="445" actId="1076"/>
          <ac:spMkLst>
            <pc:docMk/>
            <pc:sldMk cId="4181113872" sldId="292"/>
            <ac:spMk id="8" creationId="{D4394263-17C4-107C-501F-C19FC6080FA3}"/>
          </ac:spMkLst>
        </pc:spChg>
      </pc:sldChg>
      <pc:sldChg chg="addSp delSp modSp add mod">
        <pc:chgData name="Bačo, Timotej" userId="152f2ad6-3c97-47cf-bd89-58c5c0a29e21" providerId="ADAL" clId="{7E823390-D6B7-4562-B824-4240E0FA3251}" dt="2024-11-26T22:36:58.959" v="478" actId="1076"/>
        <pc:sldMkLst>
          <pc:docMk/>
          <pc:sldMk cId="477289951" sldId="293"/>
        </pc:sldMkLst>
        <pc:spChg chg="mod">
          <ac:chgData name="Bačo, Timotej" userId="152f2ad6-3c97-47cf-bd89-58c5c0a29e21" providerId="ADAL" clId="{7E823390-D6B7-4562-B824-4240E0FA3251}" dt="2024-11-26T22:34:56.422" v="456" actId="20577"/>
          <ac:spMkLst>
            <pc:docMk/>
            <pc:sldMk cId="477289951" sldId="293"/>
            <ac:spMk id="2" creationId="{78BDABF5-8F51-701C-41A3-648EFE25590F}"/>
          </ac:spMkLst>
        </pc:spChg>
        <pc:spChg chg="add">
          <ac:chgData name="Bačo, Timotej" userId="152f2ad6-3c97-47cf-bd89-58c5c0a29e21" providerId="ADAL" clId="{7E823390-D6B7-4562-B824-4240E0FA3251}" dt="2024-11-26T22:35:46.562" v="459"/>
          <ac:spMkLst>
            <pc:docMk/>
            <pc:sldMk cId="477289951" sldId="293"/>
            <ac:spMk id="3" creationId="{F2B3CDB9-96F9-3343-E909-5CAEA40BFA65}"/>
          </ac:spMkLst>
        </pc:spChg>
        <pc:spChg chg="add">
          <ac:chgData name="Bačo, Timotej" userId="152f2ad6-3c97-47cf-bd89-58c5c0a29e21" providerId="ADAL" clId="{7E823390-D6B7-4562-B824-4240E0FA3251}" dt="2024-11-26T22:35:50.779" v="461"/>
          <ac:spMkLst>
            <pc:docMk/>
            <pc:sldMk cId="477289951" sldId="293"/>
            <ac:spMk id="7" creationId="{E29931FE-80F4-545C-4715-BD4E4E2F2F76}"/>
          </ac:spMkLst>
        </pc:spChg>
        <pc:spChg chg="add del mod">
          <ac:chgData name="Bačo, Timotej" userId="152f2ad6-3c97-47cf-bd89-58c5c0a29e21" providerId="ADAL" clId="{7E823390-D6B7-4562-B824-4240E0FA3251}" dt="2024-11-26T22:36:58.959" v="478" actId="1076"/>
          <ac:spMkLst>
            <pc:docMk/>
            <pc:sldMk cId="477289951" sldId="293"/>
            <ac:spMk id="8" creationId="{D4394263-17C4-107C-501F-C19FC6080FA3}"/>
          </ac:spMkLst>
        </pc:spChg>
        <pc:spChg chg="add del">
          <ac:chgData name="Bačo, Timotej" userId="152f2ad6-3c97-47cf-bd89-58c5c0a29e21" providerId="ADAL" clId="{7E823390-D6B7-4562-B824-4240E0FA3251}" dt="2024-11-26T22:36:05.982" v="464" actId="478"/>
          <ac:spMkLst>
            <pc:docMk/>
            <pc:sldMk cId="477289951" sldId="293"/>
            <ac:spMk id="9" creationId="{F965E73F-2C1D-B3FA-CD98-5DE41166FEC3}"/>
          </ac:spMkLst>
        </pc:spChg>
        <pc:spChg chg="add">
          <ac:chgData name="Bačo, Timotej" userId="152f2ad6-3c97-47cf-bd89-58c5c0a29e21" providerId="ADAL" clId="{7E823390-D6B7-4562-B824-4240E0FA3251}" dt="2024-11-26T22:36:10.224" v="466"/>
          <ac:spMkLst>
            <pc:docMk/>
            <pc:sldMk cId="477289951" sldId="293"/>
            <ac:spMk id="10" creationId="{8C8F9F07-6014-D3D7-3F05-7521EF48A349}"/>
          </ac:spMkLst>
        </pc:spChg>
      </pc:sldChg>
      <pc:sldChg chg="del">
        <pc:chgData name="Bačo, Timotej" userId="152f2ad6-3c97-47cf-bd89-58c5c0a29e21" providerId="ADAL" clId="{7E823390-D6B7-4562-B824-4240E0FA3251}" dt="2024-11-26T21:38:55.149" v="1" actId="47"/>
        <pc:sldMkLst>
          <pc:docMk/>
          <pc:sldMk cId="843394964" sldId="293"/>
        </pc:sldMkLst>
      </pc:sldChg>
      <pc:sldChg chg="modSp add mod">
        <pc:chgData name="Bačo, Timotej" userId="152f2ad6-3c97-47cf-bd89-58c5c0a29e21" providerId="ADAL" clId="{7E823390-D6B7-4562-B824-4240E0FA3251}" dt="2024-11-26T22:44:10.766" v="533" actId="20577"/>
        <pc:sldMkLst>
          <pc:docMk/>
          <pc:sldMk cId="367173898" sldId="294"/>
        </pc:sldMkLst>
        <pc:spChg chg="mod">
          <ac:chgData name="Bačo, Timotej" userId="152f2ad6-3c97-47cf-bd89-58c5c0a29e21" providerId="ADAL" clId="{7E823390-D6B7-4562-B824-4240E0FA3251}" dt="2024-11-26T22:42:17.611" v="499" actId="20577"/>
          <ac:spMkLst>
            <pc:docMk/>
            <pc:sldMk cId="367173898" sldId="294"/>
            <ac:spMk id="2" creationId="{78BDABF5-8F51-701C-41A3-648EFE25590F}"/>
          </ac:spMkLst>
        </pc:spChg>
        <pc:spChg chg="mod">
          <ac:chgData name="Bačo, Timotej" userId="152f2ad6-3c97-47cf-bd89-58c5c0a29e21" providerId="ADAL" clId="{7E823390-D6B7-4562-B824-4240E0FA3251}" dt="2024-11-26T22:44:10.766" v="533" actId="20577"/>
          <ac:spMkLst>
            <pc:docMk/>
            <pc:sldMk cId="367173898" sldId="294"/>
            <ac:spMk id="8" creationId="{D4394263-17C4-107C-501F-C19FC6080FA3}"/>
          </ac:spMkLst>
        </pc:spChg>
      </pc:sldChg>
      <pc:sldChg chg="del">
        <pc:chgData name="Bačo, Timotej" userId="152f2ad6-3c97-47cf-bd89-58c5c0a29e21" providerId="ADAL" clId="{7E823390-D6B7-4562-B824-4240E0FA3251}" dt="2024-11-26T21:38:55.149" v="1" actId="47"/>
        <pc:sldMkLst>
          <pc:docMk/>
          <pc:sldMk cId="2026423682" sldId="294"/>
        </pc:sldMkLst>
      </pc:sldChg>
      <pc:sldChg chg="del">
        <pc:chgData name="Bačo, Timotej" userId="152f2ad6-3c97-47cf-bd89-58c5c0a29e21" providerId="ADAL" clId="{7E823390-D6B7-4562-B824-4240E0FA3251}" dt="2024-11-26T21:38:55.149" v="1" actId="47"/>
        <pc:sldMkLst>
          <pc:docMk/>
          <pc:sldMk cId="3490928273" sldId="295"/>
        </pc:sldMkLst>
      </pc:sldChg>
      <pc:sldChg chg="del">
        <pc:chgData name="Bačo, Timotej" userId="152f2ad6-3c97-47cf-bd89-58c5c0a29e21" providerId="ADAL" clId="{7E823390-D6B7-4562-B824-4240E0FA3251}" dt="2024-11-26T21:38:55.149" v="1" actId="47"/>
        <pc:sldMkLst>
          <pc:docMk/>
          <pc:sldMk cId="2846120629" sldId="296"/>
        </pc:sldMkLst>
      </pc:sldChg>
      <pc:sldChg chg="del">
        <pc:chgData name="Bačo, Timotej" userId="152f2ad6-3c97-47cf-bd89-58c5c0a29e21" providerId="ADAL" clId="{7E823390-D6B7-4562-B824-4240E0FA3251}" dt="2024-11-26T21:38:55.149" v="1" actId="47"/>
        <pc:sldMkLst>
          <pc:docMk/>
          <pc:sldMk cId="2798318434" sldId="297"/>
        </pc:sldMkLst>
      </pc:sldChg>
    </pc:docChg>
  </pc:docChgLst>
  <pc:docChgLst>
    <pc:chgData name="Bačo, Timotej" userId="152f2ad6-3c97-47cf-bd89-58c5c0a29e21" providerId="ADAL" clId="{A116A470-1CA7-474F-BCA0-673CF10BD9E4}"/>
    <pc:docChg chg="undo redo custSel addSld delSld modSld">
      <pc:chgData name="Bačo, Timotej" userId="152f2ad6-3c97-47cf-bd89-58c5c0a29e21" providerId="ADAL" clId="{A116A470-1CA7-474F-BCA0-673CF10BD9E4}" dt="2024-12-03T21:58:16.194" v="570" actId="1076"/>
      <pc:docMkLst>
        <pc:docMk/>
      </pc:docMkLst>
      <pc:sldChg chg="modSp mod">
        <pc:chgData name="Bačo, Timotej" userId="152f2ad6-3c97-47cf-bd89-58c5c0a29e21" providerId="ADAL" clId="{A116A470-1CA7-474F-BCA0-673CF10BD9E4}" dt="2024-12-03T21:03:25.622" v="7" actId="20577"/>
        <pc:sldMkLst>
          <pc:docMk/>
          <pc:sldMk cId="735358950" sldId="257"/>
        </pc:sldMkLst>
        <pc:spChg chg="mod">
          <ac:chgData name="Bačo, Timotej" userId="152f2ad6-3c97-47cf-bd89-58c5c0a29e21" providerId="ADAL" clId="{A116A470-1CA7-474F-BCA0-673CF10BD9E4}" dt="2024-12-03T21:03:25.622" v="7" actId="20577"/>
          <ac:spMkLst>
            <pc:docMk/>
            <pc:sldMk cId="735358950" sldId="257"/>
            <ac:spMk id="2" creationId="{C33FF8F9-4436-ED9C-E30E-680373C64496}"/>
          </ac:spMkLst>
        </pc:spChg>
      </pc:sldChg>
      <pc:sldChg chg="addSp modSp mod">
        <pc:chgData name="Bačo, Timotej" userId="152f2ad6-3c97-47cf-bd89-58c5c0a29e21" providerId="ADAL" clId="{A116A470-1CA7-474F-BCA0-673CF10BD9E4}" dt="2024-12-03T21:16:16.361" v="88" actId="1076"/>
        <pc:sldMkLst>
          <pc:docMk/>
          <pc:sldMk cId="753961250" sldId="285"/>
        </pc:sldMkLst>
        <pc:spChg chg="mod">
          <ac:chgData name="Bačo, Timotej" userId="152f2ad6-3c97-47cf-bd89-58c5c0a29e21" providerId="ADAL" clId="{A116A470-1CA7-474F-BCA0-673CF10BD9E4}" dt="2024-12-03T21:03:49.157" v="14" actId="20577"/>
          <ac:spMkLst>
            <pc:docMk/>
            <pc:sldMk cId="753961250" sldId="285"/>
            <ac:spMk id="2" creationId="{78BDABF5-8F51-701C-41A3-648EFE25590F}"/>
          </ac:spMkLst>
        </pc:spChg>
        <pc:spChg chg="mod">
          <ac:chgData name="Bačo, Timotej" userId="152f2ad6-3c97-47cf-bd89-58c5c0a29e21" providerId="ADAL" clId="{A116A470-1CA7-474F-BCA0-673CF10BD9E4}" dt="2024-12-03T21:16:16.361" v="88" actId="1076"/>
          <ac:spMkLst>
            <pc:docMk/>
            <pc:sldMk cId="753961250" sldId="285"/>
            <ac:spMk id="8" creationId="{D4394263-17C4-107C-501F-C19FC6080FA3}"/>
          </ac:spMkLst>
        </pc:spChg>
        <pc:picChg chg="add mod">
          <ac:chgData name="Bačo, Timotej" userId="152f2ad6-3c97-47cf-bd89-58c5c0a29e21" providerId="ADAL" clId="{A116A470-1CA7-474F-BCA0-673CF10BD9E4}" dt="2024-12-03T21:16:10.408" v="87" actId="1076"/>
          <ac:picMkLst>
            <pc:docMk/>
            <pc:sldMk cId="753961250" sldId="285"/>
            <ac:picMk id="7" creationId="{1BA1C4C7-8F34-8A8D-CC9F-329280E70893}"/>
          </ac:picMkLst>
        </pc:picChg>
      </pc:sldChg>
      <pc:sldChg chg="addSp delSp modSp add mod">
        <pc:chgData name="Bačo, Timotej" userId="152f2ad6-3c97-47cf-bd89-58c5c0a29e21" providerId="ADAL" clId="{A116A470-1CA7-474F-BCA0-673CF10BD9E4}" dt="2024-12-03T21:24:01.659" v="168"/>
        <pc:sldMkLst>
          <pc:docMk/>
          <pc:sldMk cId="2214744826" sldId="286"/>
        </pc:sldMkLst>
        <pc:spChg chg="mod">
          <ac:chgData name="Bačo, Timotej" userId="152f2ad6-3c97-47cf-bd89-58c5c0a29e21" providerId="ADAL" clId="{A116A470-1CA7-474F-BCA0-673CF10BD9E4}" dt="2024-12-03T21:16:54.336" v="94"/>
          <ac:spMkLst>
            <pc:docMk/>
            <pc:sldMk cId="2214744826" sldId="286"/>
            <ac:spMk id="2" creationId="{78BDABF5-8F51-701C-41A3-648EFE25590F}"/>
          </ac:spMkLst>
        </pc:spChg>
        <pc:spChg chg="add">
          <ac:chgData name="Bačo, Timotej" userId="152f2ad6-3c97-47cf-bd89-58c5c0a29e21" providerId="ADAL" clId="{A116A470-1CA7-474F-BCA0-673CF10BD9E4}" dt="2024-12-03T21:17:08.040" v="97"/>
          <ac:spMkLst>
            <pc:docMk/>
            <pc:sldMk cId="2214744826" sldId="286"/>
            <ac:spMk id="3" creationId="{AC299096-7B49-9FFB-7A34-B2BB46B83D9D}"/>
          </ac:spMkLst>
        </pc:spChg>
        <pc:spChg chg="del mod">
          <ac:chgData name="Bačo, Timotej" userId="152f2ad6-3c97-47cf-bd89-58c5c0a29e21" providerId="ADAL" clId="{A116A470-1CA7-474F-BCA0-673CF10BD9E4}" dt="2024-12-03T21:17:22.694" v="101" actId="478"/>
          <ac:spMkLst>
            <pc:docMk/>
            <pc:sldMk cId="2214744826" sldId="286"/>
            <ac:spMk id="8" creationId="{D4394263-17C4-107C-501F-C19FC6080FA3}"/>
          </ac:spMkLst>
        </pc:spChg>
        <pc:spChg chg="add mod">
          <ac:chgData name="Bačo, Timotej" userId="152f2ad6-3c97-47cf-bd89-58c5c0a29e21" providerId="ADAL" clId="{A116A470-1CA7-474F-BCA0-673CF10BD9E4}" dt="2024-12-03T21:17:13.349" v="99"/>
          <ac:spMkLst>
            <pc:docMk/>
            <pc:sldMk cId="2214744826" sldId="286"/>
            <ac:spMk id="9" creationId="{630217F2-092D-FEA9-0D7A-DC0FF0772490}"/>
          </ac:spMkLst>
        </pc:spChg>
        <pc:spChg chg="add del">
          <ac:chgData name="Bačo, Timotej" userId="152f2ad6-3c97-47cf-bd89-58c5c0a29e21" providerId="ADAL" clId="{A116A470-1CA7-474F-BCA0-673CF10BD9E4}" dt="2024-12-03T21:17:22.694" v="101" actId="478"/>
          <ac:spMkLst>
            <pc:docMk/>
            <pc:sldMk cId="2214744826" sldId="286"/>
            <ac:spMk id="10" creationId="{98DB87F7-F2E1-5622-66F8-8AC2763D97C5}"/>
          </ac:spMkLst>
        </pc:spChg>
        <pc:spChg chg="add mod">
          <ac:chgData name="Bačo, Timotej" userId="152f2ad6-3c97-47cf-bd89-58c5c0a29e21" providerId="ADAL" clId="{A116A470-1CA7-474F-BCA0-673CF10BD9E4}" dt="2024-12-03T21:24:01.659" v="168"/>
          <ac:spMkLst>
            <pc:docMk/>
            <pc:sldMk cId="2214744826" sldId="286"/>
            <ac:spMk id="11" creationId="{04C3D501-DD14-FCF4-2287-EA5D5C25DE80}"/>
          </ac:spMkLst>
        </pc:spChg>
        <pc:picChg chg="del">
          <ac:chgData name="Bačo, Timotej" userId="152f2ad6-3c97-47cf-bd89-58c5c0a29e21" providerId="ADAL" clId="{A116A470-1CA7-474F-BCA0-673CF10BD9E4}" dt="2024-12-03T21:16:56.175" v="95" actId="478"/>
          <ac:picMkLst>
            <pc:docMk/>
            <pc:sldMk cId="2214744826" sldId="286"/>
            <ac:picMk id="7" creationId="{1BA1C4C7-8F34-8A8D-CC9F-329280E70893}"/>
          </ac:picMkLst>
        </pc:picChg>
        <pc:picChg chg="add mod ord">
          <ac:chgData name="Bačo, Timotej" userId="152f2ad6-3c97-47cf-bd89-58c5c0a29e21" providerId="ADAL" clId="{A116A470-1CA7-474F-BCA0-673CF10BD9E4}" dt="2024-12-03T21:19:19.612" v="122" actId="171"/>
          <ac:picMkLst>
            <pc:docMk/>
            <pc:sldMk cId="2214744826" sldId="286"/>
            <ac:picMk id="13" creationId="{386E318B-C590-21F1-C69E-AD5A3F85053C}"/>
          </ac:picMkLst>
        </pc:picChg>
      </pc:sldChg>
      <pc:sldChg chg="del">
        <pc:chgData name="Bačo, Timotej" userId="152f2ad6-3c97-47cf-bd89-58c5c0a29e21" providerId="ADAL" clId="{A116A470-1CA7-474F-BCA0-673CF10BD9E4}" dt="2024-12-03T21:02:36.786" v="0" actId="47"/>
        <pc:sldMkLst>
          <pc:docMk/>
          <pc:sldMk cId="2570018597" sldId="287"/>
        </pc:sldMkLst>
      </pc:sldChg>
      <pc:sldChg chg="modSp add mod">
        <pc:chgData name="Bačo, Timotej" userId="152f2ad6-3c97-47cf-bd89-58c5c0a29e21" providerId="ADAL" clId="{A116A470-1CA7-474F-BCA0-673CF10BD9E4}" dt="2024-12-03T21:26:04.855" v="201" actId="1076"/>
        <pc:sldMkLst>
          <pc:docMk/>
          <pc:sldMk cId="3171756812" sldId="287"/>
        </pc:sldMkLst>
        <pc:spChg chg="mod">
          <ac:chgData name="Bačo, Timotej" userId="152f2ad6-3c97-47cf-bd89-58c5c0a29e21" providerId="ADAL" clId="{A116A470-1CA7-474F-BCA0-673CF10BD9E4}" dt="2024-12-03T21:20:28.211" v="131" actId="20577"/>
          <ac:spMkLst>
            <pc:docMk/>
            <pc:sldMk cId="3171756812" sldId="287"/>
            <ac:spMk id="2" creationId="{78BDABF5-8F51-701C-41A3-648EFE25590F}"/>
          </ac:spMkLst>
        </pc:spChg>
        <pc:spChg chg="mod">
          <ac:chgData name="Bačo, Timotej" userId="152f2ad6-3c97-47cf-bd89-58c5c0a29e21" providerId="ADAL" clId="{A116A470-1CA7-474F-BCA0-673CF10BD9E4}" dt="2024-12-03T21:25:56.221" v="199" actId="1076"/>
          <ac:spMkLst>
            <pc:docMk/>
            <pc:sldMk cId="3171756812" sldId="287"/>
            <ac:spMk id="11" creationId="{04C3D501-DD14-FCF4-2287-EA5D5C25DE80}"/>
          </ac:spMkLst>
        </pc:spChg>
        <pc:picChg chg="mod">
          <ac:chgData name="Bačo, Timotej" userId="152f2ad6-3c97-47cf-bd89-58c5c0a29e21" providerId="ADAL" clId="{A116A470-1CA7-474F-BCA0-673CF10BD9E4}" dt="2024-12-03T21:26:04.855" v="201" actId="1076"/>
          <ac:picMkLst>
            <pc:docMk/>
            <pc:sldMk cId="3171756812" sldId="287"/>
            <ac:picMk id="13" creationId="{386E318B-C590-21F1-C69E-AD5A3F85053C}"/>
          </ac:picMkLst>
        </pc:picChg>
      </pc:sldChg>
      <pc:sldChg chg="del">
        <pc:chgData name="Bačo, Timotej" userId="152f2ad6-3c97-47cf-bd89-58c5c0a29e21" providerId="ADAL" clId="{A116A470-1CA7-474F-BCA0-673CF10BD9E4}" dt="2024-12-03T21:02:36.786" v="0" actId="47"/>
        <pc:sldMkLst>
          <pc:docMk/>
          <pc:sldMk cId="154797142" sldId="288"/>
        </pc:sldMkLst>
      </pc:sldChg>
      <pc:sldChg chg="delSp modSp add mod">
        <pc:chgData name="Bačo, Timotej" userId="152f2ad6-3c97-47cf-bd89-58c5c0a29e21" providerId="ADAL" clId="{A116A470-1CA7-474F-BCA0-673CF10BD9E4}" dt="2024-12-03T21:32:10.249" v="257" actId="207"/>
        <pc:sldMkLst>
          <pc:docMk/>
          <pc:sldMk cId="3357734923" sldId="288"/>
        </pc:sldMkLst>
        <pc:spChg chg="mod">
          <ac:chgData name="Bačo, Timotej" userId="152f2ad6-3c97-47cf-bd89-58c5c0a29e21" providerId="ADAL" clId="{A116A470-1CA7-474F-BCA0-673CF10BD9E4}" dt="2024-12-03T21:26:56.226" v="210" actId="20577"/>
          <ac:spMkLst>
            <pc:docMk/>
            <pc:sldMk cId="3357734923" sldId="288"/>
            <ac:spMk id="2" creationId="{78BDABF5-8F51-701C-41A3-648EFE25590F}"/>
          </ac:spMkLst>
        </pc:spChg>
        <pc:spChg chg="mod">
          <ac:chgData name="Bačo, Timotej" userId="152f2ad6-3c97-47cf-bd89-58c5c0a29e21" providerId="ADAL" clId="{A116A470-1CA7-474F-BCA0-673CF10BD9E4}" dt="2024-12-03T21:32:10.249" v="257" actId="207"/>
          <ac:spMkLst>
            <pc:docMk/>
            <pc:sldMk cId="3357734923" sldId="288"/>
            <ac:spMk id="11" creationId="{04C3D501-DD14-FCF4-2287-EA5D5C25DE80}"/>
          </ac:spMkLst>
        </pc:spChg>
        <pc:picChg chg="del">
          <ac:chgData name="Bačo, Timotej" userId="152f2ad6-3c97-47cf-bd89-58c5c0a29e21" providerId="ADAL" clId="{A116A470-1CA7-474F-BCA0-673CF10BD9E4}" dt="2024-12-03T21:26:59.593" v="211" actId="478"/>
          <ac:picMkLst>
            <pc:docMk/>
            <pc:sldMk cId="3357734923" sldId="288"/>
            <ac:picMk id="13" creationId="{386E318B-C590-21F1-C69E-AD5A3F85053C}"/>
          </ac:picMkLst>
        </pc:picChg>
      </pc:sldChg>
      <pc:sldChg chg="addSp modSp add mod">
        <pc:chgData name="Bačo, Timotej" userId="152f2ad6-3c97-47cf-bd89-58c5c0a29e21" providerId="ADAL" clId="{A116A470-1CA7-474F-BCA0-673CF10BD9E4}" dt="2024-12-03T21:36:26.063" v="294" actId="1076"/>
        <pc:sldMkLst>
          <pc:docMk/>
          <pc:sldMk cId="1248123291" sldId="289"/>
        </pc:sldMkLst>
        <pc:spChg chg="mod">
          <ac:chgData name="Bačo, Timotej" userId="152f2ad6-3c97-47cf-bd89-58c5c0a29e21" providerId="ADAL" clId="{A116A470-1CA7-474F-BCA0-673CF10BD9E4}" dt="2024-12-03T21:32:57.384" v="274" actId="14100"/>
          <ac:spMkLst>
            <pc:docMk/>
            <pc:sldMk cId="1248123291" sldId="289"/>
            <ac:spMk id="2" creationId="{78BDABF5-8F51-701C-41A3-648EFE25590F}"/>
          </ac:spMkLst>
        </pc:spChg>
        <pc:spChg chg="mod">
          <ac:chgData name="Bačo, Timotej" userId="152f2ad6-3c97-47cf-bd89-58c5c0a29e21" providerId="ADAL" clId="{A116A470-1CA7-474F-BCA0-673CF10BD9E4}" dt="2024-12-03T21:36:26.063" v="294" actId="1076"/>
          <ac:spMkLst>
            <pc:docMk/>
            <pc:sldMk cId="1248123291" sldId="289"/>
            <ac:spMk id="11" creationId="{04C3D501-DD14-FCF4-2287-EA5D5C25DE80}"/>
          </ac:spMkLst>
        </pc:spChg>
        <pc:picChg chg="add mod">
          <ac:chgData name="Bačo, Timotej" userId="152f2ad6-3c97-47cf-bd89-58c5c0a29e21" providerId="ADAL" clId="{A116A470-1CA7-474F-BCA0-673CF10BD9E4}" dt="2024-12-03T21:36:03.929" v="290" actId="1076"/>
          <ac:picMkLst>
            <pc:docMk/>
            <pc:sldMk cId="1248123291" sldId="289"/>
            <ac:picMk id="7" creationId="{0731156E-4A65-FD1C-636C-62A622D8A64A}"/>
          </ac:picMkLst>
        </pc:picChg>
      </pc:sldChg>
      <pc:sldChg chg="del">
        <pc:chgData name="Bačo, Timotej" userId="152f2ad6-3c97-47cf-bd89-58c5c0a29e21" providerId="ADAL" clId="{A116A470-1CA7-474F-BCA0-673CF10BD9E4}" dt="2024-12-03T21:02:36.786" v="0" actId="47"/>
        <pc:sldMkLst>
          <pc:docMk/>
          <pc:sldMk cId="3160165077" sldId="289"/>
        </pc:sldMkLst>
      </pc:sldChg>
      <pc:sldChg chg="addSp delSp modSp add mod">
        <pc:chgData name="Bačo, Timotej" userId="152f2ad6-3c97-47cf-bd89-58c5c0a29e21" providerId="ADAL" clId="{A116A470-1CA7-474F-BCA0-673CF10BD9E4}" dt="2024-12-03T21:41:06.528" v="422"/>
        <pc:sldMkLst>
          <pc:docMk/>
          <pc:sldMk cId="3782679327" sldId="290"/>
        </pc:sldMkLst>
        <pc:spChg chg="mod">
          <ac:chgData name="Bačo, Timotej" userId="152f2ad6-3c97-47cf-bd89-58c5c0a29e21" providerId="ADAL" clId="{A116A470-1CA7-474F-BCA0-673CF10BD9E4}" dt="2024-12-03T21:37:29.110" v="304" actId="20577"/>
          <ac:spMkLst>
            <pc:docMk/>
            <pc:sldMk cId="3782679327" sldId="290"/>
            <ac:spMk id="2" creationId="{78BDABF5-8F51-701C-41A3-648EFE25590F}"/>
          </ac:spMkLst>
        </pc:spChg>
        <pc:spChg chg="add mod">
          <ac:chgData name="Bačo, Timotej" userId="152f2ad6-3c97-47cf-bd89-58c5c0a29e21" providerId="ADAL" clId="{A116A470-1CA7-474F-BCA0-673CF10BD9E4}" dt="2024-12-03T21:40:10.342" v="413" actId="20577"/>
          <ac:spMkLst>
            <pc:docMk/>
            <pc:sldMk cId="3782679327" sldId="290"/>
            <ac:spMk id="3" creationId="{78A30524-13D9-C03F-72DE-6C2939824941}"/>
          </ac:spMkLst>
        </pc:spChg>
        <pc:spChg chg="add mod">
          <ac:chgData name="Bačo, Timotej" userId="152f2ad6-3c97-47cf-bd89-58c5c0a29e21" providerId="ADAL" clId="{A116A470-1CA7-474F-BCA0-673CF10BD9E4}" dt="2024-12-03T21:41:06.528" v="422"/>
          <ac:spMkLst>
            <pc:docMk/>
            <pc:sldMk cId="3782679327" sldId="290"/>
            <ac:spMk id="8" creationId="{F84EA4C1-2791-AC4D-99A8-E1BFAAAA28BE}"/>
          </ac:spMkLst>
        </pc:spChg>
        <pc:spChg chg="mod">
          <ac:chgData name="Bačo, Timotej" userId="152f2ad6-3c97-47cf-bd89-58c5c0a29e21" providerId="ADAL" clId="{A116A470-1CA7-474F-BCA0-673CF10BD9E4}" dt="2024-12-03T21:39:13.340" v="335" actId="1076"/>
          <ac:spMkLst>
            <pc:docMk/>
            <pc:sldMk cId="3782679327" sldId="290"/>
            <ac:spMk id="11" creationId="{04C3D501-DD14-FCF4-2287-EA5D5C25DE80}"/>
          </ac:spMkLst>
        </pc:spChg>
        <pc:picChg chg="del ord">
          <ac:chgData name="Bačo, Timotej" userId="152f2ad6-3c97-47cf-bd89-58c5c0a29e21" providerId="ADAL" clId="{A116A470-1CA7-474F-BCA0-673CF10BD9E4}" dt="2024-12-03T21:38:53.755" v="331" actId="478"/>
          <ac:picMkLst>
            <pc:docMk/>
            <pc:sldMk cId="3782679327" sldId="290"/>
            <ac:picMk id="7" creationId="{0731156E-4A65-FD1C-636C-62A622D8A64A}"/>
          </ac:picMkLst>
        </pc:picChg>
      </pc:sldChg>
      <pc:sldChg chg="del">
        <pc:chgData name="Bačo, Timotej" userId="152f2ad6-3c97-47cf-bd89-58c5c0a29e21" providerId="ADAL" clId="{A116A470-1CA7-474F-BCA0-673CF10BD9E4}" dt="2024-12-03T21:02:36.786" v="0" actId="47"/>
        <pc:sldMkLst>
          <pc:docMk/>
          <pc:sldMk cId="4091674933" sldId="290"/>
        </pc:sldMkLst>
      </pc:sldChg>
      <pc:sldChg chg="del">
        <pc:chgData name="Bačo, Timotej" userId="152f2ad6-3c97-47cf-bd89-58c5c0a29e21" providerId="ADAL" clId="{A116A470-1CA7-474F-BCA0-673CF10BD9E4}" dt="2024-12-03T21:02:36.786" v="0" actId="47"/>
        <pc:sldMkLst>
          <pc:docMk/>
          <pc:sldMk cId="639066803" sldId="291"/>
        </pc:sldMkLst>
      </pc:sldChg>
      <pc:sldChg chg="delSp modSp add mod">
        <pc:chgData name="Bačo, Timotej" userId="152f2ad6-3c97-47cf-bd89-58c5c0a29e21" providerId="ADAL" clId="{A116A470-1CA7-474F-BCA0-673CF10BD9E4}" dt="2024-12-03T21:42:16.718" v="433" actId="1076"/>
        <pc:sldMkLst>
          <pc:docMk/>
          <pc:sldMk cId="3377696104" sldId="291"/>
        </pc:sldMkLst>
        <pc:spChg chg="mod">
          <ac:chgData name="Bačo, Timotej" userId="152f2ad6-3c97-47cf-bd89-58c5c0a29e21" providerId="ADAL" clId="{A116A470-1CA7-474F-BCA0-673CF10BD9E4}" dt="2024-12-03T21:42:16.718" v="433" actId="1076"/>
          <ac:spMkLst>
            <pc:docMk/>
            <pc:sldMk cId="3377696104" sldId="291"/>
            <ac:spMk id="3" creationId="{78A30524-13D9-C03F-72DE-6C2939824941}"/>
          </ac:spMkLst>
        </pc:spChg>
        <pc:spChg chg="del">
          <ac:chgData name="Bačo, Timotej" userId="152f2ad6-3c97-47cf-bd89-58c5c0a29e21" providerId="ADAL" clId="{A116A470-1CA7-474F-BCA0-673CF10BD9E4}" dt="2024-12-03T21:42:07.169" v="432" actId="478"/>
          <ac:spMkLst>
            <pc:docMk/>
            <pc:sldMk cId="3377696104" sldId="291"/>
            <ac:spMk id="8" creationId="{F84EA4C1-2791-AC4D-99A8-E1BFAAAA28BE}"/>
          </ac:spMkLst>
        </pc:spChg>
        <pc:spChg chg="mod">
          <ac:chgData name="Bačo, Timotej" userId="152f2ad6-3c97-47cf-bd89-58c5c0a29e21" providerId="ADAL" clId="{A116A470-1CA7-474F-BCA0-673CF10BD9E4}" dt="2024-12-03T21:42:16.718" v="433" actId="1076"/>
          <ac:spMkLst>
            <pc:docMk/>
            <pc:sldMk cId="3377696104" sldId="291"/>
            <ac:spMk id="11" creationId="{04C3D501-DD14-FCF4-2287-EA5D5C25DE80}"/>
          </ac:spMkLst>
        </pc:spChg>
      </pc:sldChg>
      <pc:sldChg chg="addSp delSp modSp add mod">
        <pc:chgData name="Bačo, Timotej" userId="152f2ad6-3c97-47cf-bd89-58c5c0a29e21" providerId="ADAL" clId="{A116A470-1CA7-474F-BCA0-673CF10BD9E4}" dt="2024-12-03T21:45:58.326" v="464"/>
        <pc:sldMkLst>
          <pc:docMk/>
          <pc:sldMk cId="3574648712" sldId="292"/>
        </pc:sldMkLst>
        <pc:spChg chg="mod">
          <ac:chgData name="Bačo, Timotej" userId="152f2ad6-3c97-47cf-bd89-58c5c0a29e21" providerId="ADAL" clId="{A116A470-1CA7-474F-BCA0-673CF10BD9E4}" dt="2024-12-03T21:43:02.675" v="440" actId="20577"/>
          <ac:spMkLst>
            <pc:docMk/>
            <pc:sldMk cId="3574648712" sldId="292"/>
            <ac:spMk id="2" creationId="{78BDABF5-8F51-701C-41A3-648EFE25590F}"/>
          </ac:spMkLst>
        </pc:spChg>
        <pc:spChg chg="del">
          <ac:chgData name="Bačo, Timotej" userId="152f2ad6-3c97-47cf-bd89-58c5c0a29e21" providerId="ADAL" clId="{A116A470-1CA7-474F-BCA0-673CF10BD9E4}" dt="2024-12-03T21:43:07.226" v="441" actId="478"/>
          <ac:spMkLst>
            <pc:docMk/>
            <pc:sldMk cId="3574648712" sldId="292"/>
            <ac:spMk id="3" creationId="{78A30524-13D9-C03F-72DE-6C2939824941}"/>
          </ac:spMkLst>
        </pc:spChg>
        <pc:spChg chg="add mod">
          <ac:chgData name="Bačo, Timotej" userId="152f2ad6-3c97-47cf-bd89-58c5c0a29e21" providerId="ADAL" clId="{A116A470-1CA7-474F-BCA0-673CF10BD9E4}" dt="2024-12-03T21:45:05.369" v="459" actId="1076"/>
          <ac:spMkLst>
            <pc:docMk/>
            <pc:sldMk cId="3574648712" sldId="292"/>
            <ac:spMk id="7" creationId="{1A6FFB68-5095-3B61-81D5-63010AC1C694}"/>
          </ac:spMkLst>
        </pc:spChg>
        <pc:spChg chg="add mod">
          <ac:chgData name="Bačo, Timotej" userId="152f2ad6-3c97-47cf-bd89-58c5c0a29e21" providerId="ADAL" clId="{A116A470-1CA7-474F-BCA0-673CF10BD9E4}" dt="2024-12-03T21:45:14.896" v="460" actId="1076"/>
          <ac:spMkLst>
            <pc:docMk/>
            <pc:sldMk cId="3574648712" sldId="292"/>
            <ac:spMk id="8" creationId="{D4D59F51-B8DC-2095-EF20-6336F2C81274}"/>
          </ac:spMkLst>
        </pc:spChg>
        <pc:spChg chg="add mod">
          <ac:chgData name="Bačo, Timotej" userId="152f2ad6-3c97-47cf-bd89-58c5c0a29e21" providerId="ADAL" clId="{A116A470-1CA7-474F-BCA0-673CF10BD9E4}" dt="2024-12-03T21:45:58.326" v="464"/>
          <ac:spMkLst>
            <pc:docMk/>
            <pc:sldMk cId="3574648712" sldId="292"/>
            <ac:spMk id="9" creationId="{6A9CA35E-2100-8358-D173-0BB75BF3C496}"/>
          </ac:spMkLst>
        </pc:spChg>
        <pc:spChg chg="mod">
          <ac:chgData name="Bačo, Timotej" userId="152f2ad6-3c97-47cf-bd89-58c5c0a29e21" providerId="ADAL" clId="{A116A470-1CA7-474F-BCA0-673CF10BD9E4}" dt="2024-12-03T21:45:00.221" v="458" actId="1076"/>
          <ac:spMkLst>
            <pc:docMk/>
            <pc:sldMk cId="3574648712" sldId="292"/>
            <ac:spMk id="11" creationId="{04C3D501-DD14-FCF4-2287-EA5D5C25DE80}"/>
          </ac:spMkLst>
        </pc:spChg>
      </pc:sldChg>
      <pc:sldChg chg="del">
        <pc:chgData name="Bačo, Timotej" userId="152f2ad6-3c97-47cf-bd89-58c5c0a29e21" providerId="ADAL" clId="{A116A470-1CA7-474F-BCA0-673CF10BD9E4}" dt="2024-12-03T21:02:36.786" v="0" actId="47"/>
        <pc:sldMkLst>
          <pc:docMk/>
          <pc:sldMk cId="4181113872" sldId="292"/>
        </pc:sldMkLst>
      </pc:sldChg>
      <pc:sldChg chg="del">
        <pc:chgData name="Bačo, Timotej" userId="152f2ad6-3c97-47cf-bd89-58c5c0a29e21" providerId="ADAL" clId="{A116A470-1CA7-474F-BCA0-673CF10BD9E4}" dt="2024-12-03T21:02:36.786" v="0" actId="47"/>
        <pc:sldMkLst>
          <pc:docMk/>
          <pc:sldMk cId="477289951" sldId="293"/>
        </pc:sldMkLst>
      </pc:sldChg>
      <pc:sldChg chg="addSp modSp add mod">
        <pc:chgData name="Bačo, Timotej" userId="152f2ad6-3c97-47cf-bd89-58c5c0a29e21" providerId="ADAL" clId="{A116A470-1CA7-474F-BCA0-673CF10BD9E4}" dt="2024-12-03T21:49:31.453" v="499" actId="15"/>
        <pc:sldMkLst>
          <pc:docMk/>
          <pc:sldMk cId="3339731830" sldId="293"/>
        </pc:sldMkLst>
        <pc:spChg chg="mod">
          <ac:chgData name="Bačo, Timotej" userId="152f2ad6-3c97-47cf-bd89-58c5c0a29e21" providerId="ADAL" clId="{A116A470-1CA7-474F-BCA0-673CF10BD9E4}" dt="2024-12-03T21:46:17.962" v="473" actId="20577"/>
          <ac:spMkLst>
            <pc:docMk/>
            <pc:sldMk cId="3339731830" sldId="293"/>
            <ac:spMk id="2" creationId="{78BDABF5-8F51-701C-41A3-648EFE25590F}"/>
          </ac:spMkLst>
        </pc:spChg>
        <pc:spChg chg="add mod">
          <ac:chgData name="Bačo, Timotej" userId="152f2ad6-3c97-47cf-bd89-58c5c0a29e21" providerId="ADAL" clId="{A116A470-1CA7-474F-BCA0-673CF10BD9E4}" dt="2024-12-03T21:49:31.453" v="499" actId="15"/>
          <ac:spMkLst>
            <pc:docMk/>
            <pc:sldMk cId="3339731830" sldId="293"/>
            <ac:spMk id="3" creationId="{0BCEE513-7A26-ECD7-CA39-2343EC39A938}"/>
          </ac:spMkLst>
        </pc:spChg>
        <pc:spChg chg="mod">
          <ac:chgData name="Bačo, Timotej" userId="152f2ad6-3c97-47cf-bd89-58c5c0a29e21" providerId="ADAL" clId="{A116A470-1CA7-474F-BCA0-673CF10BD9E4}" dt="2024-12-03T21:48:43.199" v="491" actId="1076"/>
          <ac:spMkLst>
            <pc:docMk/>
            <pc:sldMk cId="3339731830" sldId="293"/>
            <ac:spMk id="7" creationId="{1A6FFB68-5095-3B61-81D5-63010AC1C694}"/>
          </ac:spMkLst>
        </pc:spChg>
        <pc:spChg chg="mod">
          <ac:chgData name="Bačo, Timotej" userId="152f2ad6-3c97-47cf-bd89-58c5c0a29e21" providerId="ADAL" clId="{A116A470-1CA7-474F-BCA0-673CF10BD9E4}" dt="2024-12-03T21:48:50.137" v="492" actId="1076"/>
          <ac:spMkLst>
            <pc:docMk/>
            <pc:sldMk cId="3339731830" sldId="293"/>
            <ac:spMk id="8" creationId="{D4D59F51-B8DC-2095-EF20-6336F2C81274}"/>
          </ac:spMkLst>
        </pc:spChg>
        <pc:spChg chg="mod">
          <ac:chgData name="Bačo, Timotej" userId="152f2ad6-3c97-47cf-bd89-58c5c0a29e21" providerId="ADAL" clId="{A116A470-1CA7-474F-BCA0-673CF10BD9E4}" dt="2024-12-03T21:48:57.343" v="493" actId="1076"/>
          <ac:spMkLst>
            <pc:docMk/>
            <pc:sldMk cId="3339731830" sldId="293"/>
            <ac:spMk id="9" creationId="{6A9CA35E-2100-8358-D173-0BB75BF3C496}"/>
          </ac:spMkLst>
        </pc:spChg>
        <pc:spChg chg="mod">
          <ac:chgData name="Bačo, Timotej" userId="152f2ad6-3c97-47cf-bd89-58c5c0a29e21" providerId="ADAL" clId="{A116A470-1CA7-474F-BCA0-673CF10BD9E4}" dt="2024-12-03T21:48:34.515" v="490" actId="1076"/>
          <ac:spMkLst>
            <pc:docMk/>
            <pc:sldMk cId="3339731830" sldId="293"/>
            <ac:spMk id="11" creationId="{04C3D501-DD14-FCF4-2287-EA5D5C25DE80}"/>
          </ac:spMkLst>
        </pc:spChg>
      </pc:sldChg>
      <pc:sldChg chg="del">
        <pc:chgData name="Bačo, Timotej" userId="152f2ad6-3c97-47cf-bd89-58c5c0a29e21" providerId="ADAL" clId="{A116A470-1CA7-474F-BCA0-673CF10BD9E4}" dt="2024-12-03T21:02:36.786" v="0" actId="47"/>
        <pc:sldMkLst>
          <pc:docMk/>
          <pc:sldMk cId="367173898" sldId="294"/>
        </pc:sldMkLst>
      </pc:sldChg>
      <pc:sldChg chg="addSp delSp modSp add mod">
        <pc:chgData name="Bačo, Timotej" userId="152f2ad6-3c97-47cf-bd89-58c5c0a29e21" providerId="ADAL" clId="{A116A470-1CA7-474F-BCA0-673CF10BD9E4}" dt="2024-12-03T21:56:39.977" v="548" actId="478"/>
        <pc:sldMkLst>
          <pc:docMk/>
          <pc:sldMk cId="1701916525" sldId="294"/>
        </pc:sldMkLst>
        <pc:spChg chg="mod">
          <ac:chgData name="Bačo, Timotej" userId="152f2ad6-3c97-47cf-bd89-58c5c0a29e21" providerId="ADAL" clId="{A116A470-1CA7-474F-BCA0-673CF10BD9E4}" dt="2024-12-03T21:50:02.592" v="505"/>
          <ac:spMkLst>
            <pc:docMk/>
            <pc:sldMk cId="1701916525" sldId="294"/>
            <ac:spMk id="2" creationId="{78BDABF5-8F51-701C-41A3-648EFE25590F}"/>
          </ac:spMkLst>
        </pc:spChg>
        <pc:spChg chg="del">
          <ac:chgData name="Bačo, Timotej" userId="152f2ad6-3c97-47cf-bd89-58c5c0a29e21" providerId="ADAL" clId="{A116A470-1CA7-474F-BCA0-673CF10BD9E4}" dt="2024-12-03T21:50:28.160" v="512" actId="478"/>
          <ac:spMkLst>
            <pc:docMk/>
            <pc:sldMk cId="1701916525" sldId="294"/>
            <ac:spMk id="3" creationId="{0BCEE513-7A26-ECD7-CA39-2343EC39A938}"/>
          </ac:spMkLst>
        </pc:spChg>
        <pc:spChg chg="del">
          <ac:chgData name="Bačo, Timotej" userId="152f2ad6-3c97-47cf-bd89-58c5c0a29e21" providerId="ADAL" clId="{A116A470-1CA7-474F-BCA0-673CF10BD9E4}" dt="2024-12-03T21:50:17.522" v="509" actId="478"/>
          <ac:spMkLst>
            <pc:docMk/>
            <pc:sldMk cId="1701916525" sldId="294"/>
            <ac:spMk id="7" creationId="{1A6FFB68-5095-3B61-81D5-63010AC1C694}"/>
          </ac:spMkLst>
        </pc:spChg>
        <pc:spChg chg="del">
          <ac:chgData name="Bačo, Timotej" userId="152f2ad6-3c97-47cf-bd89-58c5c0a29e21" providerId="ADAL" clId="{A116A470-1CA7-474F-BCA0-673CF10BD9E4}" dt="2024-12-03T21:50:20.819" v="510" actId="478"/>
          <ac:spMkLst>
            <pc:docMk/>
            <pc:sldMk cId="1701916525" sldId="294"/>
            <ac:spMk id="8" creationId="{D4D59F51-B8DC-2095-EF20-6336F2C81274}"/>
          </ac:spMkLst>
        </pc:spChg>
        <pc:spChg chg="del">
          <ac:chgData name="Bačo, Timotej" userId="152f2ad6-3c97-47cf-bd89-58c5c0a29e21" providerId="ADAL" clId="{A116A470-1CA7-474F-BCA0-673CF10BD9E4}" dt="2024-12-03T21:50:24.716" v="511" actId="478"/>
          <ac:spMkLst>
            <pc:docMk/>
            <pc:sldMk cId="1701916525" sldId="294"/>
            <ac:spMk id="9" creationId="{6A9CA35E-2100-8358-D173-0BB75BF3C496}"/>
          </ac:spMkLst>
        </pc:spChg>
        <pc:spChg chg="add mod">
          <ac:chgData name="Bačo, Timotej" userId="152f2ad6-3c97-47cf-bd89-58c5c0a29e21" providerId="ADAL" clId="{A116A470-1CA7-474F-BCA0-673CF10BD9E4}" dt="2024-12-03T21:52:09.221" v="529" actId="1076"/>
          <ac:spMkLst>
            <pc:docMk/>
            <pc:sldMk cId="1701916525" sldId="294"/>
            <ac:spMk id="10" creationId="{DD1681EE-13E4-0309-33F5-51C5D7EEBA92}"/>
          </ac:spMkLst>
        </pc:spChg>
        <pc:spChg chg="mod">
          <ac:chgData name="Bačo, Timotej" userId="152f2ad6-3c97-47cf-bd89-58c5c0a29e21" providerId="ADAL" clId="{A116A470-1CA7-474F-BCA0-673CF10BD9E4}" dt="2024-12-03T21:52:09.221" v="529" actId="1076"/>
          <ac:spMkLst>
            <pc:docMk/>
            <pc:sldMk cId="1701916525" sldId="294"/>
            <ac:spMk id="11" creationId="{04C3D501-DD14-FCF4-2287-EA5D5C25DE80}"/>
          </ac:spMkLst>
        </pc:spChg>
        <pc:spChg chg="add mod">
          <ac:chgData name="Bačo, Timotej" userId="152f2ad6-3c97-47cf-bd89-58c5c0a29e21" providerId="ADAL" clId="{A116A470-1CA7-474F-BCA0-673CF10BD9E4}" dt="2024-12-03T21:52:16.169" v="530" actId="1076"/>
          <ac:spMkLst>
            <pc:docMk/>
            <pc:sldMk cId="1701916525" sldId="294"/>
            <ac:spMk id="12" creationId="{36909CC5-243A-0480-BA8E-DFC6253E2D36}"/>
          </ac:spMkLst>
        </pc:spChg>
        <pc:graphicFrameChg chg="add del modGraphic">
          <ac:chgData name="Bačo, Timotej" userId="152f2ad6-3c97-47cf-bd89-58c5c0a29e21" providerId="ADAL" clId="{A116A470-1CA7-474F-BCA0-673CF10BD9E4}" dt="2024-12-03T21:56:39.977" v="548" actId="478"/>
          <ac:graphicFrameMkLst>
            <pc:docMk/>
            <pc:sldMk cId="1701916525" sldId="294"/>
            <ac:graphicFrameMk id="14" creationId="{91E99754-9DD1-7EF5-2008-E9277E238A12}"/>
          </ac:graphicFrameMkLst>
        </pc:graphicFrameChg>
      </pc:sldChg>
      <pc:sldChg chg="delSp modSp add mod">
        <pc:chgData name="Bačo, Timotej" userId="152f2ad6-3c97-47cf-bd89-58c5c0a29e21" providerId="ADAL" clId="{A116A470-1CA7-474F-BCA0-673CF10BD9E4}" dt="2024-12-03T21:58:16.194" v="570" actId="1076"/>
        <pc:sldMkLst>
          <pc:docMk/>
          <pc:sldMk cId="1155693747" sldId="295"/>
        </pc:sldMkLst>
        <pc:spChg chg="mod">
          <ac:chgData name="Bačo, Timotej" userId="152f2ad6-3c97-47cf-bd89-58c5c0a29e21" providerId="ADAL" clId="{A116A470-1CA7-474F-BCA0-673CF10BD9E4}" dt="2024-12-03T21:56:45.538" v="549"/>
          <ac:spMkLst>
            <pc:docMk/>
            <pc:sldMk cId="1155693747" sldId="295"/>
            <ac:spMk id="2" creationId="{78BDABF5-8F51-701C-41A3-648EFE25590F}"/>
          </ac:spMkLst>
        </pc:spChg>
        <pc:spChg chg="mod">
          <ac:chgData name="Bačo, Timotej" userId="152f2ad6-3c97-47cf-bd89-58c5c0a29e21" providerId="ADAL" clId="{A116A470-1CA7-474F-BCA0-673CF10BD9E4}" dt="2024-12-03T21:58:16.194" v="570" actId="1076"/>
          <ac:spMkLst>
            <pc:docMk/>
            <pc:sldMk cId="1155693747" sldId="295"/>
            <ac:spMk id="6" creationId="{3DE966AD-A4F9-6FFF-2E82-329F09C51267}"/>
          </ac:spMkLst>
        </pc:spChg>
        <pc:spChg chg="del">
          <ac:chgData name="Bačo, Timotej" userId="152f2ad6-3c97-47cf-bd89-58c5c0a29e21" providerId="ADAL" clId="{A116A470-1CA7-474F-BCA0-673CF10BD9E4}" dt="2024-12-03T21:56:54.145" v="550" actId="478"/>
          <ac:spMkLst>
            <pc:docMk/>
            <pc:sldMk cId="1155693747" sldId="295"/>
            <ac:spMk id="10" creationId="{DD1681EE-13E4-0309-33F5-51C5D7EEBA92}"/>
          </ac:spMkLst>
        </pc:spChg>
        <pc:spChg chg="mod">
          <ac:chgData name="Bačo, Timotej" userId="152f2ad6-3c97-47cf-bd89-58c5c0a29e21" providerId="ADAL" clId="{A116A470-1CA7-474F-BCA0-673CF10BD9E4}" dt="2024-12-03T21:58:06.962" v="568" actId="1076"/>
          <ac:spMkLst>
            <pc:docMk/>
            <pc:sldMk cId="1155693747" sldId="295"/>
            <ac:spMk id="11" creationId="{04C3D501-DD14-FCF4-2287-EA5D5C25DE80}"/>
          </ac:spMkLst>
        </pc:spChg>
        <pc:spChg chg="del">
          <ac:chgData name="Bačo, Timotej" userId="152f2ad6-3c97-47cf-bd89-58c5c0a29e21" providerId="ADAL" clId="{A116A470-1CA7-474F-BCA0-673CF10BD9E4}" dt="2024-12-03T21:56:57.534" v="551" actId="478"/>
          <ac:spMkLst>
            <pc:docMk/>
            <pc:sldMk cId="1155693747" sldId="295"/>
            <ac:spMk id="12" creationId="{36909CC5-243A-0480-BA8E-DFC6253E2D36}"/>
          </ac:spMkLst>
        </pc:spChg>
        <pc:picChg chg="mod">
          <ac:chgData name="Bačo, Timotej" userId="152f2ad6-3c97-47cf-bd89-58c5c0a29e21" providerId="ADAL" clId="{A116A470-1CA7-474F-BCA0-673CF10BD9E4}" dt="2024-12-03T21:58:13.362" v="569" actId="1076"/>
          <ac:picMkLst>
            <pc:docMk/>
            <pc:sldMk cId="1155693747" sldId="295"/>
            <ac:picMk id="5" creationId="{9A54E75F-DC78-31F0-2F05-03E34691110F}"/>
          </ac:picMkLst>
        </pc:picChg>
      </pc:sldChg>
    </pc:docChg>
  </pc:docChgLst>
  <pc:docChgLst>
    <pc:chgData name="Bačo, Timotej" userId="152f2ad6-3c97-47cf-bd89-58c5c0a29e21" providerId="ADAL" clId="{AF204D27-6E4B-4BD3-A92F-5061AC1A5BBB}"/>
    <pc:docChg chg="undo redo custSel addSld delSld modSld sldOrd">
      <pc:chgData name="Bačo, Timotej" userId="152f2ad6-3c97-47cf-bd89-58c5c0a29e21" providerId="ADAL" clId="{AF204D27-6E4B-4BD3-A92F-5061AC1A5BBB}" dt="2025-01-22T08:55:07.673" v="1760" actId="20577"/>
      <pc:docMkLst>
        <pc:docMk/>
      </pc:docMkLst>
      <pc:sldChg chg="modSp mod">
        <pc:chgData name="Bačo, Timotej" userId="152f2ad6-3c97-47cf-bd89-58c5c0a29e21" providerId="ADAL" clId="{AF204D27-6E4B-4BD3-A92F-5061AC1A5BBB}" dt="2025-01-22T00:52:05.381" v="1758" actId="20577"/>
        <pc:sldMkLst>
          <pc:docMk/>
          <pc:sldMk cId="735358950" sldId="257"/>
        </pc:sldMkLst>
        <pc:spChg chg="mod">
          <ac:chgData name="Bačo, Timotej" userId="152f2ad6-3c97-47cf-bd89-58c5c0a29e21" providerId="ADAL" clId="{AF204D27-6E4B-4BD3-A92F-5061AC1A5BBB}" dt="2025-01-21T22:02:20.891" v="35" actId="1076"/>
          <ac:spMkLst>
            <pc:docMk/>
            <pc:sldMk cId="735358950" sldId="257"/>
            <ac:spMk id="2" creationId="{C33FF8F9-4436-ED9C-E30E-680373C64496}"/>
          </ac:spMkLst>
        </pc:spChg>
        <pc:spChg chg="mod">
          <ac:chgData name="Bačo, Timotej" userId="152f2ad6-3c97-47cf-bd89-58c5c0a29e21" providerId="ADAL" clId="{AF204D27-6E4B-4BD3-A92F-5061AC1A5BBB}" dt="2025-01-22T00:52:05.381" v="1758" actId="20577"/>
          <ac:spMkLst>
            <pc:docMk/>
            <pc:sldMk cId="735358950" sldId="257"/>
            <ac:spMk id="14" creationId="{C432F7A5-0BD9-EB3C-66C4-098B2124A562}"/>
          </ac:spMkLst>
        </pc:spChg>
      </pc:sldChg>
      <pc:sldChg chg="addSp delSp modSp mod">
        <pc:chgData name="Bačo, Timotej" userId="152f2ad6-3c97-47cf-bd89-58c5c0a29e21" providerId="ADAL" clId="{AF204D27-6E4B-4BD3-A92F-5061AC1A5BBB}" dt="2025-01-21T22:13:46.388" v="255" actId="1076"/>
        <pc:sldMkLst>
          <pc:docMk/>
          <pc:sldMk cId="753961250" sldId="285"/>
        </pc:sldMkLst>
        <pc:spChg chg="mod">
          <ac:chgData name="Bačo, Timotej" userId="152f2ad6-3c97-47cf-bd89-58c5c0a29e21" providerId="ADAL" clId="{AF204D27-6E4B-4BD3-A92F-5061AC1A5BBB}" dt="2025-01-21T22:03:57.365" v="47" actId="20577"/>
          <ac:spMkLst>
            <pc:docMk/>
            <pc:sldMk cId="753961250" sldId="285"/>
            <ac:spMk id="2" creationId="{78BDABF5-8F51-701C-41A3-648EFE25590F}"/>
          </ac:spMkLst>
        </pc:spChg>
        <pc:spChg chg="add del mod">
          <ac:chgData name="Bačo, Timotej" userId="152f2ad6-3c97-47cf-bd89-58c5c0a29e21" providerId="ADAL" clId="{AF204D27-6E4B-4BD3-A92F-5061AC1A5BBB}" dt="2025-01-21T22:13:46.388" v="255" actId="1076"/>
          <ac:spMkLst>
            <pc:docMk/>
            <pc:sldMk cId="753961250" sldId="285"/>
            <ac:spMk id="8" creationId="{D4394263-17C4-107C-501F-C19FC6080FA3}"/>
          </ac:spMkLst>
        </pc:spChg>
      </pc:sldChg>
      <pc:sldChg chg="modSp add mod">
        <pc:chgData name="Bačo, Timotej" userId="152f2ad6-3c97-47cf-bd89-58c5c0a29e21" providerId="ADAL" clId="{AF204D27-6E4B-4BD3-A92F-5061AC1A5BBB}" dt="2025-01-21T22:16:04.715" v="386" actId="1076"/>
        <pc:sldMkLst>
          <pc:docMk/>
          <pc:sldMk cId="699511224" sldId="286"/>
        </pc:sldMkLst>
        <pc:spChg chg="mod">
          <ac:chgData name="Bačo, Timotej" userId="152f2ad6-3c97-47cf-bd89-58c5c0a29e21" providerId="ADAL" clId="{AF204D27-6E4B-4BD3-A92F-5061AC1A5BBB}" dt="2025-01-21T22:16:04.715" v="386" actId="1076"/>
          <ac:spMkLst>
            <pc:docMk/>
            <pc:sldMk cId="699511224" sldId="286"/>
            <ac:spMk id="8" creationId="{D4394263-17C4-107C-501F-C19FC6080FA3}"/>
          </ac:spMkLst>
        </pc:spChg>
      </pc:sldChg>
      <pc:sldChg chg="del">
        <pc:chgData name="Bačo, Timotej" userId="152f2ad6-3c97-47cf-bd89-58c5c0a29e21" providerId="ADAL" clId="{AF204D27-6E4B-4BD3-A92F-5061AC1A5BBB}" dt="2025-01-21T22:02:55.241" v="36" actId="47"/>
        <pc:sldMkLst>
          <pc:docMk/>
          <pc:sldMk cId="848617595" sldId="286"/>
        </pc:sldMkLst>
      </pc:sldChg>
      <pc:sldChg chg="addSp delSp modSp add mod">
        <pc:chgData name="Bačo, Timotej" userId="152f2ad6-3c97-47cf-bd89-58c5c0a29e21" providerId="ADAL" clId="{AF204D27-6E4B-4BD3-A92F-5061AC1A5BBB}" dt="2025-01-21T22:21:53.114" v="746" actId="1076"/>
        <pc:sldMkLst>
          <pc:docMk/>
          <pc:sldMk cId="2710427614" sldId="287"/>
        </pc:sldMkLst>
        <pc:spChg chg="mod">
          <ac:chgData name="Bačo, Timotej" userId="152f2ad6-3c97-47cf-bd89-58c5c0a29e21" providerId="ADAL" clId="{AF204D27-6E4B-4BD3-A92F-5061AC1A5BBB}" dt="2025-01-21T22:16:38.045" v="396" actId="20577"/>
          <ac:spMkLst>
            <pc:docMk/>
            <pc:sldMk cId="2710427614" sldId="287"/>
            <ac:spMk id="2" creationId="{78BDABF5-8F51-701C-41A3-648EFE25590F}"/>
          </ac:spMkLst>
        </pc:spChg>
        <pc:spChg chg="add del mod">
          <ac:chgData name="Bačo, Timotej" userId="152f2ad6-3c97-47cf-bd89-58c5c0a29e21" providerId="ADAL" clId="{AF204D27-6E4B-4BD3-A92F-5061AC1A5BBB}" dt="2025-01-21T22:21:53.114" v="746" actId="1076"/>
          <ac:spMkLst>
            <pc:docMk/>
            <pc:sldMk cId="2710427614" sldId="287"/>
            <ac:spMk id="8" creationId="{D4394263-17C4-107C-501F-C19FC6080FA3}"/>
          </ac:spMkLst>
        </pc:spChg>
      </pc:sldChg>
      <pc:sldChg chg="del">
        <pc:chgData name="Bačo, Timotej" userId="152f2ad6-3c97-47cf-bd89-58c5c0a29e21" providerId="ADAL" clId="{AF204D27-6E4B-4BD3-A92F-5061AC1A5BBB}" dt="2025-01-21T22:02:55.241" v="36" actId="47"/>
        <pc:sldMkLst>
          <pc:docMk/>
          <pc:sldMk cId="3231958278" sldId="287"/>
        </pc:sldMkLst>
      </pc:sldChg>
      <pc:sldChg chg="del">
        <pc:chgData name="Bačo, Timotej" userId="152f2ad6-3c97-47cf-bd89-58c5c0a29e21" providerId="ADAL" clId="{AF204D27-6E4B-4BD3-A92F-5061AC1A5BBB}" dt="2025-01-21T22:02:55.241" v="36" actId="47"/>
        <pc:sldMkLst>
          <pc:docMk/>
          <pc:sldMk cId="1629191528" sldId="288"/>
        </pc:sldMkLst>
      </pc:sldChg>
      <pc:sldChg chg="add del">
        <pc:chgData name="Bačo, Timotej" userId="152f2ad6-3c97-47cf-bd89-58c5c0a29e21" providerId="ADAL" clId="{AF204D27-6E4B-4BD3-A92F-5061AC1A5BBB}" dt="2025-01-21T22:21:58.786" v="748" actId="47"/>
        <pc:sldMkLst>
          <pc:docMk/>
          <pc:sldMk cId="3223061323" sldId="288"/>
        </pc:sldMkLst>
      </pc:sldChg>
      <pc:sldChg chg="modSp add mod">
        <pc:chgData name="Bačo, Timotej" userId="152f2ad6-3c97-47cf-bd89-58c5c0a29e21" providerId="ADAL" clId="{AF204D27-6E4B-4BD3-A92F-5061AC1A5BBB}" dt="2025-01-21T22:23:47.736" v="790" actId="1076"/>
        <pc:sldMkLst>
          <pc:docMk/>
          <pc:sldMk cId="3709705390" sldId="288"/>
        </pc:sldMkLst>
        <pc:spChg chg="mod">
          <ac:chgData name="Bačo, Timotej" userId="152f2ad6-3c97-47cf-bd89-58c5c0a29e21" providerId="ADAL" clId="{AF204D27-6E4B-4BD3-A92F-5061AC1A5BBB}" dt="2025-01-21T22:23:47.736" v="790" actId="1076"/>
          <ac:spMkLst>
            <pc:docMk/>
            <pc:sldMk cId="3709705390" sldId="288"/>
            <ac:spMk id="8" creationId="{D4394263-17C4-107C-501F-C19FC6080FA3}"/>
          </ac:spMkLst>
        </pc:spChg>
      </pc:sldChg>
      <pc:sldChg chg="del">
        <pc:chgData name="Bačo, Timotej" userId="152f2ad6-3c97-47cf-bd89-58c5c0a29e21" providerId="ADAL" clId="{AF204D27-6E4B-4BD3-A92F-5061AC1A5BBB}" dt="2025-01-21T22:02:55.241" v="36" actId="47"/>
        <pc:sldMkLst>
          <pc:docMk/>
          <pc:sldMk cId="3603357267" sldId="289"/>
        </pc:sldMkLst>
      </pc:sldChg>
      <pc:sldChg chg="modSp add mod ord">
        <pc:chgData name="Bačo, Timotej" userId="152f2ad6-3c97-47cf-bd89-58c5c0a29e21" providerId="ADAL" clId="{AF204D27-6E4B-4BD3-A92F-5061AC1A5BBB}" dt="2025-01-21T22:26:30.716" v="836" actId="207"/>
        <pc:sldMkLst>
          <pc:docMk/>
          <pc:sldMk cId="4186254318" sldId="289"/>
        </pc:sldMkLst>
        <pc:spChg chg="mod">
          <ac:chgData name="Bačo, Timotej" userId="152f2ad6-3c97-47cf-bd89-58c5c0a29e21" providerId="ADAL" clId="{AF204D27-6E4B-4BD3-A92F-5061AC1A5BBB}" dt="2025-01-21T22:25:16.174" v="813" actId="313"/>
          <ac:spMkLst>
            <pc:docMk/>
            <pc:sldMk cId="4186254318" sldId="289"/>
            <ac:spMk id="2" creationId="{78BDABF5-8F51-701C-41A3-648EFE25590F}"/>
          </ac:spMkLst>
        </pc:spChg>
        <pc:spChg chg="mod">
          <ac:chgData name="Bačo, Timotej" userId="152f2ad6-3c97-47cf-bd89-58c5c0a29e21" providerId="ADAL" clId="{AF204D27-6E4B-4BD3-A92F-5061AC1A5BBB}" dt="2025-01-21T22:26:30.716" v="836" actId="207"/>
          <ac:spMkLst>
            <pc:docMk/>
            <pc:sldMk cId="4186254318" sldId="289"/>
            <ac:spMk id="8" creationId="{D4394263-17C4-107C-501F-C19FC6080FA3}"/>
          </ac:spMkLst>
        </pc:spChg>
      </pc:sldChg>
      <pc:sldChg chg="modSp add mod">
        <pc:chgData name="Bačo, Timotej" userId="152f2ad6-3c97-47cf-bd89-58c5c0a29e21" providerId="ADAL" clId="{AF204D27-6E4B-4BD3-A92F-5061AC1A5BBB}" dt="2025-01-22T08:55:07.673" v="1760" actId="20577"/>
        <pc:sldMkLst>
          <pc:docMk/>
          <pc:sldMk cId="3506951589" sldId="290"/>
        </pc:sldMkLst>
        <pc:spChg chg="mod">
          <ac:chgData name="Bačo, Timotej" userId="152f2ad6-3c97-47cf-bd89-58c5c0a29e21" providerId="ADAL" clId="{AF204D27-6E4B-4BD3-A92F-5061AC1A5BBB}" dt="2025-01-21T23:17:00.851" v="840"/>
          <ac:spMkLst>
            <pc:docMk/>
            <pc:sldMk cId="3506951589" sldId="290"/>
            <ac:spMk id="2" creationId="{78BDABF5-8F51-701C-41A3-648EFE25590F}"/>
          </ac:spMkLst>
        </pc:spChg>
        <pc:spChg chg="mod">
          <ac:chgData name="Bačo, Timotej" userId="152f2ad6-3c97-47cf-bd89-58c5c0a29e21" providerId="ADAL" clId="{AF204D27-6E4B-4BD3-A92F-5061AC1A5BBB}" dt="2025-01-22T08:55:07.673" v="1760" actId="20577"/>
          <ac:spMkLst>
            <pc:docMk/>
            <pc:sldMk cId="3506951589" sldId="290"/>
            <ac:spMk id="8" creationId="{D4394263-17C4-107C-501F-C19FC6080FA3}"/>
          </ac:spMkLst>
        </pc:spChg>
      </pc:sldChg>
      <pc:sldChg chg="del">
        <pc:chgData name="Bačo, Timotej" userId="152f2ad6-3c97-47cf-bd89-58c5c0a29e21" providerId="ADAL" clId="{AF204D27-6E4B-4BD3-A92F-5061AC1A5BBB}" dt="2025-01-21T22:02:55.241" v="36" actId="47"/>
        <pc:sldMkLst>
          <pc:docMk/>
          <pc:sldMk cId="3749664259" sldId="290"/>
        </pc:sldMkLst>
      </pc:sldChg>
      <pc:sldChg chg="addSp delSp modSp add mod">
        <pc:chgData name="Bačo, Timotej" userId="152f2ad6-3c97-47cf-bd89-58c5c0a29e21" providerId="ADAL" clId="{AF204D27-6E4B-4BD3-A92F-5061AC1A5BBB}" dt="2025-01-21T23:39:56.652" v="1379" actId="478"/>
        <pc:sldMkLst>
          <pc:docMk/>
          <pc:sldMk cId="172686648" sldId="291"/>
        </pc:sldMkLst>
        <pc:spChg chg="mod">
          <ac:chgData name="Bačo, Timotej" userId="152f2ad6-3c97-47cf-bd89-58c5c0a29e21" providerId="ADAL" clId="{AF204D27-6E4B-4BD3-A92F-5061AC1A5BBB}" dt="2025-01-21T23:20:30.332" v="1090"/>
          <ac:spMkLst>
            <pc:docMk/>
            <pc:sldMk cId="172686648" sldId="291"/>
            <ac:spMk id="2" creationId="{78BDABF5-8F51-701C-41A3-648EFE25590F}"/>
          </ac:spMkLst>
        </pc:spChg>
        <pc:spChg chg="add del mod">
          <ac:chgData name="Bačo, Timotej" userId="152f2ad6-3c97-47cf-bd89-58c5c0a29e21" providerId="ADAL" clId="{AF204D27-6E4B-4BD3-A92F-5061AC1A5BBB}" dt="2025-01-21T23:39:56.652" v="1379" actId="478"/>
          <ac:spMkLst>
            <pc:docMk/>
            <pc:sldMk cId="172686648" sldId="291"/>
            <ac:spMk id="7" creationId="{D5A7DAD2-88BE-6DDB-2759-F3DD18595918}"/>
          </ac:spMkLst>
        </pc:spChg>
        <pc:spChg chg="mod">
          <ac:chgData name="Bačo, Timotej" userId="152f2ad6-3c97-47cf-bd89-58c5c0a29e21" providerId="ADAL" clId="{AF204D27-6E4B-4BD3-A92F-5061AC1A5BBB}" dt="2025-01-21T23:34:27.639" v="1376" actId="207"/>
          <ac:spMkLst>
            <pc:docMk/>
            <pc:sldMk cId="172686648" sldId="291"/>
            <ac:spMk id="8" creationId="{D4394263-17C4-107C-501F-C19FC6080FA3}"/>
          </ac:spMkLst>
        </pc:spChg>
      </pc:sldChg>
      <pc:sldChg chg="del">
        <pc:chgData name="Bačo, Timotej" userId="152f2ad6-3c97-47cf-bd89-58c5c0a29e21" providerId="ADAL" clId="{AF204D27-6E4B-4BD3-A92F-5061AC1A5BBB}" dt="2025-01-21T22:02:55.241" v="36" actId="47"/>
        <pc:sldMkLst>
          <pc:docMk/>
          <pc:sldMk cId="3801761629" sldId="291"/>
        </pc:sldMkLst>
      </pc:sldChg>
      <pc:sldChg chg="modSp add mod">
        <pc:chgData name="Bačo, Timotej" userId="152f2ad6-3c97-47cf-bd89-58c5c0a29e21" providerId="ADAL" clId="{AF204D27-6E4B-4BD3-A92F-5061AC1A5BBB}" dt="2025-01-21T23:44:18.706" v="1405" actId="20577"/>
        <pc:sldMkLst>
          <pc:docMk/>
          <pc:sldMk cId="240414483" sldId="292"/>
        </pc:sldMkLst>
        <pc:spChg chg="mod">
          <ac:chgData name="Bačo, Timotej" userId="152f2ad6-3c97-47cf-bd89-58c5c0a29e21" providerId="ADAL" clId="{AF204D27-6E4B-4BD3-A92F-5061AC1A5BBB}" dt="2025-01-21T23:40:07.672" v="1383"/>
          <ac:spMkLst>
            <pc:docMk/>
            <pc:sldMk cId="240414483" sldId="292"/>
            <ac:spMk id="2" creationId="{78BDABF5-8F51-701C-41A3-648EFE25590F}"/>
          </ac:spMkLst>
        </pc:spChg>
        <pc:spChg chg="mod">
          <ac:chgData name="Bačo, Timotej" userId="152f2ad6-3c97-47cf-bd89-58c5c0a29e21" providerId="ADAL" clId="{AF204D27-6E4B-4BD3-A92F-5061AC1A5BBB}" dt="2025-01-21T23:44:18.706" v="1405" actId="20577"/>
          <ac:spMkLst>
            <pc:docMk/>
            <pc:sldMk cId="240414483" sldId="292"/>
            <ac:spMk id="8" creationId="{D4394263-17C4-107C-501F-C19FC6080FA3}"/>
          </ac:spMkLst>
        </pc:spChg>
      </pc:sldChg>
      <pc:sldChg chg="del">
        <pc:chgData name="Bačo, Timotej" userId="152f2ad6-3c97-47cf-bd89-58c5c0a29e21" providerId="ADAL" clId="{AF204D27-6E4B-4BD3-A92F-5061AC1A5BBB}" dt="2025-01-21T22:02:55.241" v="36" actId="47"/>
        <pc:sldMkLst>
          <pc:docMk/>
          <pc:sldMk cId="3124489853" sldId="292"/>
        </pc:sldMkLst>
      </pc:sldChg>
      <pc:sldChg chg="modSp add mod">
        <pc:chgData name="Bačo, Timotej" userId="152f2ad6-3c97-47cf-bd89-58c5c0a29e21" providerId="ADAL" clId="{AF204D27-6E4B-4BD3-A92F-5061AC1A5BBB}" dt="2025-01-21T23:53:57.202" v="1435" actId="207"/>
        <pc:sldMkLst>
          <pc:docMk/>
          <pc:sldMk cId="761063501" sldId="293"/>
        </pc:sldMkLst>
        <pc:spChg chg="mod">
          <ac:chgData name="Bačo, Timotej" userId="152f2ad6-3c97-47cf-bd89-58c5c0a29e21" providerId="ADAL" clId="{AF204D27-6E4B-4BD3-A92F-5061AC1A5BBB}" dt="2025-01-21T23:51:49.319" v="1409"/>
          <ac:spMkLst>
            <pc:docMk/>
            <pc:sldMk cId="761063501" sldId="293"/>
            <ac:spMk id="2" creationId="{78BDABF5-8F51-701C-41A3-648EFE25590F}"/>
          </ac:spMkLst>
        </pc:spChg>
        <pc:spChg chg="mod">
          <ac:chgData name="Bačo, Timotej" userId="152f2ad6-3c97-47cf-bd89-58c5c0a29e21" providerId="ADAL" clId="{AF204D27-6E4B-4BD3-A92F-5061AC1A5BBB}" dt="2025-01-21T23:53:57.202" v="1435" actId="207"/>
          <ac:spMkLst>
            <pc:docMk/>
            <pc:sldMk cId="761063501" sldId="293"/>
            <ac:spMk id="8" creationId="{D4394263-17C4-107C-501F-C19FC6080FA3}"/>
          </ac:spMkLst>
        </pc:spChg>
      </pc:sldChg>
      <pc:sldChg chg="del">
        <pc:chgData name="Bačo, Timotej" userId="152f2ad6-3c97-47cf-bd89-58c5c0a29e21" providerId="ADAL" clId="{AF204D27-6E4B-4BD3-A92F-5061AC1A5BBB}" dt="2025-01-21T22:02:55.241" v="36" actId="47"/>
        <pc:sldMkLst>
          <pc:docMk/>
          <pc:sldMk cId="2344383918" sldId="293"/>
        </pc:sldMkLst>
      </pc:sldChg>
      <pc:sldChg chg="modSp add mod">
        <pc:chgData name="Bačo, Timotej" userId="152f2ad6-3c97-47cf-bd89-58c5c0a29e21" providerId="ADAL" clId="{AF204D27-6E4B-4BD3-A92F-5061AC1A5BBB}" dt="2025-01-21T23:58:19.876" v="1472" actId="1076"/>
        <pc:sldMkLst>
          <pc:docMk/>
          <pc:sldMk cId="909615137" sldId="294"/>
        </pc:sldMkLst>
        <pc:spChg chg="mod">
          <ac:chgData name="Bačo, Timotej" userId="152f2ad6-3c97-47cf-bd89-58c5c0a29e21" providerId="ADAL" clId="{AF204D27-6E4B-4BD3-A92F-5061AC1A5BBB}" dt="2025-01-21T23:55:00.768" v="1439"/>
          <ac:spMkLst>
            <pc:docMk/>
            <pc:sldMk cId="909615137" sldId="294"/>
            <ac:spMk id="2" creationId="{78BDABF5-8F51-701C-41A3-648EFE25590F}"/>
          </ac:spMkLst>
        </pc:spChg>
        <pc:spChg chg="mod">
          <ac:chgData name="Bačo, Timotej" userId="152f2ad6-3c97-47cf-bd89-58c5c0a29e21" providerId="ADAL" clId="{AF204D27-6E4B-4BD3-A92F-5061AC1A5BBB}" dt="2025-01-21T23:58:19.876" v="1472" actId="1076"/>
          <ac:spMkLst>
            <pc:docMk/>
            <pc:sldMk cId="909615137" sldId="294"/>
            <ac:spMk id="8" creationId="{D4394263-17C4-107C-501F-C19FC6080FA3}"/>
          </ac:spMkLst>
        </pc:spChg>
      </pc:sldChg>
      <pc:sldChg chg="del">
        <pc:chgData name="Bačo, Timotej" userId="152f2ad6-3c97-47cf-bd89-58c5c0a29e21" providerId="ADAL" clId="{AF204D27-6E4B-4BD3-A92F-5061AC1A5BBB}" dt="2025-01-21T22:02:55.241" v="36" actId="47"/>
        <pc:sldMkLst>
          <pc:docMk/>
          <pc:sldMk cId="1622711489" sldId="294"/>
        </pc:sldMkLst>
      </pc:sldChg>
      <pc:sldChg chg="modSp add mod">
        <pc:chgData name="Bačo, Timotej" userId="152f2ad6-3c97-47cf-bd89-58c5c0a29e21" providerId="ADAL" clId="{AF204D27-6E4B-4BD3-A92F-5061AC1A5BBB}" dt="2025-01-22T00:00:24.445" v="1490" actId="1076"/>
        <pc:sldMkLst>
          <pc:docMk/>
          <pc:sldMk cId="2126660983" sldId="295"/>
        </pc:sldMkLst>
        <pc:spChg chg="mod">
          <ac:chgData name="Bačo, Timotej" userId="152f2ad6-3c97-47cf-bd89-58c5c0a29e21" providerId="ADAL" clId="{AF204D27-6E4B-4BD3-A92F-5061AC1A5BBB}" dt="2025-01-21T23:58:34.212" v="1476"/>
          <ac:spMkLst>
            <pc:docMk/>
            <pc:sldMk cId="2126660983" sldId="295"/>
            <ac:spMk id="2" creationId="{78BDABF5-8F51-701C-41A3-648EFE25590F}"/>
          </ac:spMkLst>
        </pc:spChg>
        <pc:spChg chg="mod">
          <ac:chgData name="Bačo, Timotej" userId="152f2ad6-3c97-47cf-bd89-58c5c0a29e21" providerId="ADAL" clId="{AF204D27-6E4B-4BD3-A92F-5061AC1A5BBB}" dt="2025-01-22T00:00:24.445" v="1490" actId="1076"/>
          <ac:spMkLst>
            <pc:docMk/>
            <pc:sldMk cId="2126660983" sldId="295"/>
            <ac:spMk id="8" creationId="{D4394263-17C4-107C-501F-C19FC6080FA3}"/>
          </ac:spMkLst>
        </pc:spChg>
      </pc:sldChg>
      <pc:sldChg chg="del">
        <pc:chgData name="Bačo, Timotej" userId="152f2ad6-3c97-47cf-bd89-58c5c0a29e21" providerId="ADAL" clId="{AF204D27-6E4B-4BD3-A92F-5061AC1A5BBB}" dt="2025-01-21T22:02:55.241" v="36" actId="47"/>
        <pc:sldMkLst>
          <pc:docMk/>
          <pc:sldMk cId="3503197433" sldId="295"/>
        </pc:sldMkLst>
      </pc:sldChg>
      <pc:sldChg chg="del">
        <pc:chgData name="Bačo, Timotej" userId="152f2ad6-3c97-47cf-bd89-58c5c0a29e21" providerId="ADAL" clId="{AF204D27-6E4B-4BD3-A92F-5061AC1A5BBB}" dt="2025-01-21T22:02:55.241" v="36" actId="47"/>
        <pc:sldMkLst>
          <pc:docMk/>
          <pc:sldMk cId="335568109" sldId="296"/>
        </pc:sldMkLst>
      </pc:sldChg>
      <pc:sldChg chg="addSp delSp modSp add mod">
        <pc:chgData name="Bačo, Timotej" userId="152f2ad6-3c97-47cf-bd89-58c5c0a29e21" providerId="ADAL" clId="{AF204D27-6E4B-4BD3-A92F-5061AC1A5BBB}" dt="2025-01-22T00:04:27.200" v="1524" actId="22"/>
        <pc:sldMkLst>
          <pc:docMk/>
          <pc:sldMk cId="1693316144" sldId="296"/>
        </pc:sldMkLst>
        <pc:spChg chg="mod">
          <ac:chgData name="Bačo, Timotej" userId="152f2ad6-3c97-47cf-bd89-58c5c0a29e21" providerId="ADAL" clId="{AF204D27-6E4B-4BD3-A92F-5061AC1A5BBB}" dt="2025-01-22T00:00:43.660" v="1496"/>
          <ac:spMkLst>
            <pc:docMk/>
            <pc:sldMk cId="1693316144" sldId="296"/>
            <ac:spMk id="2" creationId="{78BDABF5-8F51-701C-41A3-648EFE25590F}"/>
          </ac:spMkLst>
        </pc:spChg>
        <pc:spChg chg="add del">
          <ac:chgData name="Bačo, Timotej" userId="152f2ad6-3c97-47cf-bd89-58c5c0a29e21" providerId="ADAL" clId="{AF204D27-6E4B-4BD3-A92F-5061AC1A5BBB}" dt="2025-01-22T00:04:27.200" v="1524" actId="22"/>
          <ac:spMkLst>
            <pc:docMk/>
            <pc:sldMk cId="1693316144" sldId="296"/>
            <ac:spMk id="7" creationId="{37D2ADCA-DFE1-9581-C254-78380FFD4406}"/>
          </ac:spMkLst>
        </pc:spChg>
        <pc:spChg chg="mod">
          <ac:chgData name="Bačo, Timotej" userId="152f2ad6-3c97-47cf-bd89-58c5c0a29e21" providerId="ADAL" clId="{AF204D27-6E4B-4BD3-A92F-5061AC1A5BBB}" dt="2025-01-22T00:02:55.148" v="1522" actId="1076"/>
          <ac:spMkLst>
            <pc:docMk/>
            <pc:sldMk cId="1693316144" sldId="296"/>
            <ac:spMk id="8" creationId="{D4394263-17C4-107C-501F-C19FC6080FA3}"/>
          </ac:spMkLst>
        </pc:spChg>
      </pc:sldChg>
      <pc:sldChg chg="addSp delSp modSp add mod">
        <pc:chgData name="Bačo, Timotej" userId="152f2ad6-3c97-47cf-bd89-58c5c0a29e21" providerId="ADAL" clId="{AF204D27-6E4B-4BD3-A92F-5061AC1A5BBB}" dt="2025-01-22T00:15:34.317" v="1538" actId="478"/>
        <pc:sldMkLst>
          <pc:docMk/>
          <pc:sldMk cId="3333442964" sldId="297"/>
        </pc:sldMkLst>
        <pc:spChg chg="mod">
          <ac:chgData name="Bačo, Timotej" userId="152f2ad6-3c97-47cf-bd89-58c5c0a29e21" providerId="ADAL" clId="{AF204D27-6E4B-4BD3-A92F-5061AC1A5BBB}" dt="2025-01-22T00:05:42.072" v="1531" actId="1076"/>
          <ac:spMkLst>
            <pc:docMk/>
            <pc:sldMk cId="3333442964" sldId="297"/>
            <ac:spMk id="2" creationId="{78BDABF5-8F51-701C-41A3-648EFE25590F}"/>
          </ac:spMkLst>
        </pc:spChg>
        <pc:spChg chg="add del mod">
          <ac:chgData name="Bačo, Timotej" userId="152f2ad6-3c97-47cf-bd89-58c5c0a29e21" providerId="ADAL" clId="{AF204D27-6E4B-4BD3-A92F-5061AC1A5BBB}" dt="2025-01-22T00:15:34.317" v="1538" actId="478"/>
          <ac:spMkLst>
            <pc:docMk/>
            <pc:sldMk cId="3333442964" sldId="297"/>
            <ac:spMk id="7" creationId="{17239910-EE58-E189-9122-4C4E91A22304}"/>
          </ac:spMkLst>
        </pc:spChg>
        <pc:spChg chg="del">
          <ac:chgData name="Bačo, Timotej" userId="152f2ad6-3c97-47cf-bd89-58c5c0a29e21" providerId="ADAL" clId="{AF204D27-6E4B-4BD3-A92F-5061AC1A5BBB}" dt="2025-01-22T00:05:34.777" v="1530" actId="478"/>
          <ac:spMkLst>
            <pc:docMk/>
            <pc:sldMk cId="3333442964" sldId="297"/>
            <ac:spMk id="8" creationId="{D4394263-17C4-107C-501F-C19FC6080FA3}"/>
          </ac:spMkLst>
        </pc:spChg>
      </pc:sldChg>
      <pc:sldChg chg="del">
        <pc:chgData name="Bačo, Timotej" userId="152f2ad6-3c97-47cf-bd89-58c5c0a29e21" providerId="ADAL" clId="{AF204D27-6E4B-4BD3-A92F-5061AC1A5BBB}" dt="2025-01-21T22:02:55.241" v="36" actId="47"/>
        <pc:sldMkLst>
          <pc:docMk/>
          <pc:sldMk cId="3990932492" sldId="297"/>
        </pc:sldMkLst>
      </pc:sldChg>
      <pc:sldChg chg="modSp add mod ord">
        <pc:chgData name="Bačo, Timotej" userId="152f2ad6-3c97-47cf-bd89-58c5c0a29e21" providerId="ADAL" clId="{AF204D27-6E4B-4BD3-A92F-5061AC1A5BBB}" dt="2025-01-22T00:23:44.491" v="1659" actId="207"/>
        <pc:sldMkLst>
          <pc:docMk/>
          <pc:sldMk cId="879137185" sldId="298"/>
        </pc:sldMkLst>
        <pc:spChg chg="mod">
          <ac:chgData name="Bačo, Timotej" userId="152f2ad6-3c97-47cf-bd89-58c5c0a29e21" providerId="ADAL" clId="{AF204D27-6E4B-4BD3-A92F-5061AC1A5BBB}" dt="2025-01-22T00:15:57.815" v="1544"/>
          <ac:spMkLst>
            <pc:docMk/>
            <pc:sldMk cId="879137185" sldId="298"/>
            <ac:spMk id="2" creationId="{78BDABF5-8F51-701C-41A3-648EFE25590F}"/>
          </ac:spMkLst>
        </pc:spChg>
        <pc:spChg chg="mod">
          <ac:chgData name="Bačo, Timotej" userId="152f2ad6-3c97-47cf-bd89-58c5c0a29e21" providerId="ADAL" clId="{AF204D27-6E4B-4BD3-A92F-5061AC1A5BBB}" dt="2025-01-22T00:23:44.491" v="1659" actId="207"/>
          <ac:spMkLst>
            <pc:docMk/>
            <pc:sldMk cId="879137185" sldId="298"/>
            <ac:spMk id="8" creationId="{D4394263-17C4-107C-501F-C19FC6080FA3}"/>
          </ac:spMkLst>
        </pc:spChg>
      </pc:sldChg>
      <pc:sldChg chg="del">
        <pc:chgData name="Bačo, Timotej" userId="152f2ad6-3c97-47cf-bd89-58c5c0a29e21" providerId="ADAL" clId="{AF204D27-6E4B-4BD3-A92F-5061AC1A5BBB}" dt="2025-01-21T22:02:55.241" v="36" actId="47"/>
        <pc:sldMkLst>
          <pc:docMk/>
          <pc:sldMk cId="3146673664" sldId="298"/>
        </pc:sldMkLst>
      </pc:sldChg>
      <pc:sldChg chg="del">
        <pc:chgData name="Bačo, Timotej" userId="152f2ad6-3c97-47cf-bd89-58c5c0a29e21" providerId="ADAL" clId="{AF204D27-6E4B-4BD3-A92F-5061AC1A5BBB}" dt="2025-01-21T22:02:55.241" v="36" actId="47"/>
        <pc:sldMkLst>
          <pc:docMk/>
          <pc:sldMk cId="805726419" sldId="299"/>
        </pc:sldMkLst>
      </pc:sldChg>
      <pc:sldChg chg="modSp add mod">
        <pc:chgData name="Bačo, Timotej" userId="152f2ad6-3c97-47cf-bd89-58c5c0a29e21" providerId="ADAL" clId="{AF204D27-6E4B-4BD3-A92F-5061AC1A5BBB}" dt="2025-01-22T00:25:41.765" v="1664" actId="20577"/>
        <pc:sldMkLst>
          <pc:docMk/>
          <pc:sldMk cId="4139713703" sldId="299"/>
        </pc:sldMkLst>
        <pc:spChg chg="mod">
          <ac:chgData name="Bačo, Timotej" userId="152f2ad6-3c97-47cf-bd89-58c5c0a29e21" providerId="ADAL" clId="{AF204D27-6E4B-4BD3-A92F-5061AC1A5BBB}" dt="2025-01-22T00:25:41.765" v="1664" actId="20577"/>
          <ac:spMkLst>
            <pc:docMk/>
            <pc:sldMk cId="4139713703" sldId="299"/>
            <ac:spMk id="8" creationId="{D4394263-17C4-107C-501F-C19FC6080FA3}"/>
          </ac:spMkLst>
        </pc:spChg>
      </pc:sldChg>
      <pc:sldChg chg="modSp add mod">
        <pc:chgData name="Bačo, Timotej" userId="152f2ad6-3c97-47cf-bd89-58c5c0a29e21" providerId="ADAL" clId="{AF204D27-6E4B-4BD3-A92F-5061AC1A5BBB}" dt="2025-01-22T00:30:00.294" v="1693"/>
        <pc:sldMkLst>
          <pc:docMk/>
          <pc:sldMk cId="1661053251" sldId="300"/>
        </pc:sldMkLst>
        <pc:spChg chg="mod">
          <ac:chgData name="Bačo, Timotej" userId="152f2ad6-3c97-47cf-bd89-58c5c0a29e21" providerId="ADAL" clId="{AF204D27-6E4B-4BD3-A92F-5061AC1A5BBB}" dt="2025-01-22T00:27:49.507" v="1668"/>
          <ac:spMkLst>
            <pc:docMk/>
            <pc:sldMk cId="1661053251" sldId="300"/>
            <ac:spMk id="2" creationId="{78BDABF5-8F51-701C-41A3-648EFE25590F}"/>
          </ac:spMkLst>
        </pc:spChg>
        <pc:spChg chg="mod">
          <ac:chgData name="Bačo, Timotej" userId="152f2ad6-3c97-47cf-bd89-58c5c0a29e21" providerId="ADAL" clId="{AF204D27-6E4B-4BD3-A92F-5061AC1A5BBB}" dt="2025-01-22T00:30:00.294" v="1693"/>
          <ac:spMkLst>
            <pc:docMk/>
            <pc:sldMk cId="1661053251" sldId="300"/>
            <ac:spMk id="8" creationId="{D4394263-17C4-107C-501F-C19FC6080FA3}"/>
          </ac:spMkLst>
        </pc:spChg>
      </pc:sldChg>
      <pc:sldChg chg="del">
        <pc:chgData name="Bačo, Timotej" userId="152f2ad6-3c97-47cf-bd89-58c5c0a29e21" providerId="ADAL" clId="{AF204D27-6E4B-4BD3-A92F-5061AC1A5BBB}" dt="2025-01-21T22:02:55.241" v="36" actId="47"/>
        <pc:sldMkLst>
          <pc:docMk/>
          <pc:sldMk cId="3557201136" sldId="300"/>
        </pc:sldMkLst>
      </pc:sldChg>
      <pc:sldChg chg="del">
        <pc:chgData name="Bačo, Timotej" userId="152f2ad6-3c97-47cf-bd89-58c5c0a29e21" providerId="ADAL" clId="{AF204D27-6E4B-4BD3-A92F-5061AC1A5BBB}" dt="2025-01-21T22:02:55.241" v="36" actId="47"/>
        <pc:sldMkLst>
          <pc:docMk/>
          <pc:sldMk cId="491924935" sldId="301"/>
        </pc:sldMkLst>
      </pc:sldChg>
      <pc:sldChg chg="modSp add mod">
        <pc:chgData name="Bačo, Timotej" userId="152f2ad6-3c97-47cf-bd89-58c5c0a29e21" providerId="ADAL" clId="{AF204D27-6E4B-4BD3-A92F-5061AC1A5BBB}" dt="2025-01-22T00:32:28.720" v="1723" actId="1076"/>
        <pc:sldMkLst>
          <pc:docMk/>
          <pc:sldMk cId="1770968998" sldId="301"/>
        </pc:sldMkLst>
        <pc:spChg chg="mod">
          <ac:chgData name="Bačo, Timotej" userId="152f2ad6-3c97-47cf-bd89-58c5c0a29e21" providerId="ADAL" clId="{AF204D27-6E4B-4BD3-A92F-5061AC1A5BBB}" dt="2025-01-22T00:30:41.211" v="1697"/>
          <ac:spMkLst>
            <pc:docMk/>
            <pc:sldMk cId="1770968998" sldId="301"/>
            <ac:spMk id="2" creationId="{78BDABF5-8F51-701C-41A3-648EFE25590F}"/>
          </ac:spMkLst>
        </pc:spChg>
        <pc:spChg chg="mod">
          <ac:chgData name="Bačo, Timotej" userId="152f2ad6-3c97-47cf-bd89-58c5c0a29e21" providerId="ADAL" clId="{AF204D27-6E4B-4BD3-A92F-5061AC1A5BBB}" dt="2025-01-22T00:32:28.720" v="1723" actId="1076"/>
          <ac:spMkLst>
            <pc:docMk/>
            <pc:sldMk cId="1770968998" sldId="301"/>
            <ac:spMk id="8" creationId="{D4394263-17C4-107C-501F-C19FC6080FA3}"/>
          </ac:spMkLst>
        </pc:spChg>
      </pc:sldChg>
      <pc:sldChg chg="modSp add mod">
        <pc:chgData name="Bačo, Timotej" userId="152f2ad6-3c97-47cf-bd89-58c5c0a29e21" providerId="ADAL" clId="{AF204D27-6E4B-4BD3-A92F-5061AC1A5BBB}" dt="2025-01-22T00:35:24.655" v="1757" actId="113"/>
        <pc:sldMkLst>
          <pc:docMk/>
          <pc:sldMk cId="676088023" sldId="302"/>
        </pc:sldMkLst>
        <pc:spChg chg="mod">
          <ac:chgData name="Bačo, Timotej" userId="152f2ad6-3c97-47cf-bd89-58c5c0a29e21" providerId="ADAL" clId="{AF204D27-6E4B-4BD3-A92F-5061AC1A5BBB}" dt="2025-01-22T00:33:24.559" v="1738" actId="1076"/>
          <ac:spMkLst>
            <pc:docMk/>
            <pc:sldMk cId="676088023" sldId="302"/>
            <ac:spMk id="2" creationId="{78BDABF5-8F51-701C-41A3-648EFE25590F}"/>
          </ac:spMkLst>
        </pc:spChg>
        <pc:spChg chg="mod">
          <ac:chgData name="Bačo, Timotej" userId="152f2ad6-3c97-47cf-bd89-58c5c0a29e21" providerId="ADAL" clId="{AF204D27-6E4B-4BD3-A92F-5061AC1A5BBB}" dt="2025-01-22T00:35:24.655" v="1757" actId="113"/>
          <ac:spMkLst>
            <pc:docMk/>
            <pc:sldMk cId="676088023" sldId="302"/>
            <ac:spMk id="8" creationId="{D4394263-17C4-107C-501F-C19FC6080FA3}"/>
          </ac:spMkLst>
        </pc:spChg>
      </pc:sldChg>
      <pc:sldChg chg="del">
        <pc:chgData name="Bačo, Timotej" userId="152f2ad6-3c97-47cf-bd89-58c5c0a29e21" providerId="ADAL" clId="{AF204D27-6E4B-4BD3-A92F-5061AC1A5BBB}" dt="2025-01-21T22:02:55.241" v="36" actId="47"/>
        <pc:sldMkLst>
          <pc:docMk/>
          <pc:sldMk cId="3801146477" sldId="302"/>
        </pc:sldMkLst>
      </pc:sldChg>
      <pc:sldChg chg="del">
        <pc:chgData name="Bačo, Timotej" userId="152f2ad6-3c97-47cf-bd89-58c5c0a29e21" providerId="ADAL" clId="{AF204D27-6E4B-4BD3-A92F-5061AC1A5BBB}" dt="2025-01-21T22:02:55.241" v="36" actId="47"/>
        <pc:sldMkLst>
          <pc:docMk/>
          <pc:sldMk cId="4244549082" sldId="303"/>
        </pc:sldMkLst>
      </pc:sldChg>
      <pc:sldChg chg="del">
        <pc:chgData name="Bačo, Timotej" userId="152f2ad6-3c97-47cf-bd89-58c5c0a29e21" providerId="ADAL" clId="{AF204D27-6E4B-4BD3-A92F-5061AC1A5BBB}" dt="2025-01-21T22:02:55.241" v="36" actId="47"/>
        <pc:sldMkLst>
          <pc:docMk/>
          <pc:sldMk cId="2901782189" sldId="304"/>
        </pc:sldMkLst>
      </pc:sldChg>
      <pc:sldChg chg="del">
        <pc:chgData name="Bačo, Timotej" userId="152f2ad6-3c97-47cf-bd89-58c5c0a29e21" providerId="ADAL" clId="{AF204D27-6E4B-4BD3-A92F-5061AC1A5BBB}" dt="2025-01-21T22:02:55.241" v="36" actId="47"/>
        <pc:sldMkLst>
          <pc:docMk/>
          <pc:sldMk cId="1692516186" sldId="305"/>
        </pc:sldMkLst>
      </pc:sldChg>
    </pc:docChg>
  </pc:docChgLst>
  <pc:docChgLst>
    <pc:chgData name="Bačo, Timotej" userId="152f2ad6-3c97-47cf-bd89-58c5c0a29e21" providerId="ADAL" clId="{D1BC07C6-688C-4445-AF26-867B567E0C68}"/>
    <pc:docChg chg="undo redo custSel addSld delSld modSld sldOrd">
      <pc:chgData name="Bačo, Timotej" userId="152f2ad6-3c97-47cf-bd89-58c5c0a29e21" providerId="ADAL" clId="{D1BC07C6-688C-4445-AF26-867B567E0C68}" dt="2024-12-18T00:45:22.486" v="701"/>
      <pc:docMkLst>
        <pc:docMk/>
      </pc:docMkLst>
      <pc:sldChg chg="modSp mod">
        <pc:chgData name="Bačo, Timotej" userId="152f2ad6-3c97-47cf-bd89-58c5c0a29e21" providerId="ADAL" clId="{D1BC07C6-688C-4445-AF26-867B567E0C68}" dt="2024-12-17T22:10:32.549" v="21" actId="1076"/>
        <pc:sldMkLst>
          <pc:docMk/>
          <pc:sldMk cId="735358950" sldId="257"/>
        </pc:sldMkLst>
        <pc:spChg chg="mod">
          <ac:chgData name="Bačo, Timotej" userId="152f2ad6-3c97-47cf-bd89-58c5c0a29e21" providerId="ADAL" clId="{D1BC07C6-688C-4445-AF26-867B567E0C68}" dt="2024-12-17T22:10:32.549" v="21" actId="1076"/>
          <ac:spMkLst>
            <pc:docMk/>
            <pc:sldMk cId="735358950" sldId="257"/>
            <ac:spMk id="2" creationId="{C33FF8F9-4436-ED9C-E30E-680373C64496}"/>
          </ac:spMkLst>
        </pc:spChg>
      </pc:sldChg>
      <pc:sldChg chg="modSp mod">
        <pc:chgData name="Bačo, Timotej" userId="152f2ad6-3c97-47cf-bd89-58c5c0a29e21" providerId="ADAL" clId="{D1BC07C6-688C-4445-AF26-867B567E0C68}" dt="2024-12-17T22:16:43.110" v="72" actId="1076"/>
        <pc:sldMkLst>
          <pc:docMk/>
          <pc:sldMk cId="753961250" sldId="285"/>
        </pc:sldMkLst>
        <pc:spChg chg="mod">
          <ac:chgData name="Bačo, Timotej" userId="152f2ad6-3c97-47cf-bd89-58c5c0a29e21" providerId="ADAL" clId="{D1BC07C6-688C-4445-AF26-867B567E0C68}" dt="2024-12-17T22:11:28.012" v="29" actId="20577"/>
          <ac:spMkLst>
            <pc:docMk/>
            <pc:sldMk cId="753961250" sldId="285"/>
            <ac:spMk id="2" creationId="{78BDABF5-8F51-701C-41A3-648EFE25590F}"/>
          </ac:spMkLst>
        </pc:spChg>
        <pc:spChg chg="mod">
          <ac:chgData name="Bačo, Timotej" userId="152f2ad6-3c97-47cf-bd89-58c5c0a29e21" providerId="ADAL" clId="{D1BC07C6-688C-4445-AF26-867B567E0C68}" dt="2024-12-17T22:16:43.110" v="72" actId="1076"/>
          <ac:spMkLst>
            <pc:docMk/>
            <pc:sldMk cId="753961250" sldId="285"/>
            <ac:spMk id="8" creationId="{D4394263-17C4-107C-501F-C19FC6080FA3}"/>
          </ac:spMkLst>
        </pc:spChg>
      </pc:sldChg>
      <pc:sldChg chg="modSp add mod">
        <pc:chgData name="Bačo, Timotej" userId="152f2ad6-3c97-47cf-bd89-58c5c0a29e21" providerId="ADAL" clId="{D1BC07C6-688C-4445-AF26-867B567E0C68}" dt="2024-12-17T22:19:06.490" v="96" actId="1076"/>
        <pc:sldMkLst>
          <pc:docMk/>
          <pc:sldMk cId="848617595" sldId="286"/>
        </pc:sldMkLst>
        <pc:spChg chg="mod">
          <ac:chgData name="Bačo, Timotej" userId="152f2ad6-3c97-47cf-bd89-58c5c0a29e21" providerId="ADAL" clId="{D1BC07C6-688C-4445-AF26-867B567E0C68}" dt="2024-12-17T22:17:19.235" v="78"/>
          <ac:spMkLst>
            <pc:docMk/>
            <pc:sldMk cId="848617595" sldId="286"/>
            <ac:spMk id="2" creationId="{78BDABF5-8F51-701C-41A3-648EFE25590F}"/>
          </ac:spMkLst>
        </pc:spChg>
        <pc:spChg chg="mod">
          <ac:chgData name="Bačo, Timotej" userId="152f2ad6-3c97-47cf-bd89-58c5c0a29e21" providerId="ADAL" clId="{D1BC07C6-688C-4445-AF26-867B567E0C68}" dt="2024-12-17T22:19:06.490" v="96" actId="1076"/>
          <ac:spMkLst>
            <pc:docMk/>
            <pc:sldMk cId="848617595" sldId="286"/>
            <ac:spMk id="8" creationId="{D4394263-17C4-107C-501F-C19FC6080FA3}"/>
          </ac:spMkLst>
        </pc:spChg>
      </pc:sldChg>
      <pc:sldChg chg="del">
        <pc:chgData name="Bačo, Timotej" userId="152f2ad6-3c97-47cf-bd89-58c5c0a29e21" providerId="ADAL" clId="{D1BC07C6-688C-4445-AF26-867B567E0C68}" dt="2024-12-17T22:11:02.696" v="22" actId="47"/>
        <pc:sldMkLst>
          <pc:docMk/>
          <pc:sldMk cId="3042452015" sldId="286"/>
        </pc:sldMkLst>
      </pc:sldChg>
      <pc:sldChg chg="del">
        <pc:chgData name="Bačo, Timotej" userId="152f2ad6-3c97-47cf-bd89-58c5c0a29e21" providerId="ADAL" clId="{D1BC07C6-688C-4445-AF26-867B567E0C68}" dt="2024-12-17T22:11:02.696" v="22" actId="47"/>
        <pc:sldMkLst>
          <pc:docMk/>
          <pc:sldMk cId="2053780322" sldId="287"/>
        </pc:sldMkLst>
      </pc:sldChg>
      <pc:sldChg chg="modSp add mod">
        <pc:chgData name="Bačo, Timotej" userId="152f2ad6-3c97-47cf-bd89-58c5c0a29e21" providerId="ADAL" clId="{D1BC07C6-688C-4445-AF26-867B567E0C68}" dt="2024-12-17T22:34:35.837" v="125" actId="207"/>
        <pc:sldMkLst>
          <pc:docMk/>
          <pc:sldMk cId="3231958278" sldId="287"/>
        </pc:sldMkLst>
        <pc:spChg chg="mod">
          <ac:chgData name="Bačo, Timotej" userId="152f2ad6-3c97-47cf-bd89-58c5c0a29e21" providerId="ADAL" clId="{D1BC07C6-688C-4445-AF26-867B567E0C68}" dt="2024-12-17T22:30:58.580" v="111" actId="113"/>
          <ac:spMkLst>
            <pc:docMk/>
            <pc:sldMk cId="3231958278" sldId="287"/>
            <ac:spMk id="2" creationId="{78BDABF5-8F51-701C-41A3-648EFE25590F}"/>
          </ac:spMkLst>
        </pc:spChg>
        <pc:spChg chg="mod">
          <ac:chgData name="Bačo, Timotej" userId="152f2ad6-3c97-47cf-bd89-58c5c0a29e21" providerId="ADAL" clId="{D1BC07C6-688C-4445-AF26-867B567E0C68}" dt="2024-12-17T22:34:35.837" v="125" actId="207"/>
          <ac:spMkLst>
            <pc:docMk/>
            <pc:sldMk cId="3231958278" sldId="287"/>
            <ac:spMk id="8" creationId="{D4394263-17C4-107C-501F-C19FC6080FA3}"/>
          </ac:spMkLst>
        </pc:spChg>
      </pc:sldChg>
      <pc:sldChg chg="del">
        <pc:chgData name="Bačo, Timotej" userId="152f2ad6-3c97-47cf-bd89-58c5c0a29e21" providerId="ADAL" clId="{D1BC07C6-688C-4445-AF26-867B567E0C68}" dt="2024-12-17T22:11:02.696" v="22" actId="47"/>
        <pc:sldMkLst>
          <pc:docMk/>
          <pc:sldMk cId="136641168" sldId="288"/>
        </pc:sldMkLst>
      </pc:sldChg>
      <pc:sldChg chg="modSp add mod">
        <pc:chgData name="Bačo, Timotej" userId="152f2ad6-3c97-47cf-bd89-58c5c0a29e21" providerId="ADAL" clId="{D1BC07C6-688C-4445-AF26-867B567E0C68}" dt="2024-12-17T22:37:07.175" v="143" actId="1076"/>
        <pc:sldMkLst>
          <pc:docMk/>
          <pc:sldMk cId="1629191528" sldId="288"/>
        </pc:sldMkLst>
        <pc:spChg chg="mod">
          <ac:chgData name="Bačo, Timotej" userId="152f2ad6-3c97-47cf-bd89-58c5c0a29e21" providerId="ADAL" clId="{D1BC07C6-688C-4445-AF26-867B567E0C68}" dt="2024-12-17T22:36:11.845" v="131"/>
          <ac:spMkLst>
            <pc:docMk/>
            <pc:sldMk cId="1629191528" sldId="288"/>
            <ac:spMk id="2" creationId="{78BDABF5-8F51-701C-41A3-648EFE25590F}"/>
          </ac:spMkLst>
        </pc:spChg>
        <pc:spChg chg="mod">
          <ac:chgData name="Bačo, Timotej" userId="152f2ad6-3c97-47cf-bd89-58c5c0a29e21" providerId="ADAL" clId="{D1BC07C6-688C-4445-AF26-867B567E0C68}" dt="2024-12-17T22:37:07.175" v="143" actId="1076"/>
          <ac:spMkLst>
            <pc:docMk/>
            <pc:sldMk cId="1629191528" sldId="288"/>
            <ac:spMk id="8" creationId="{D4394263-17C4-107C-501F-C19FC6080FA3}"/>
          </ac:spMkLst>
        </pc:spChg>
      </pc:sldChg>
      <pc:sldChg chg="del">
        <pc:chgData name="Bačo, Timotej" userId="152f2ad6-3c97-47cf-bd89-58c5c0a29e21" providerId="ADAL" clId="{D1BC07C6-688C-4445-AF26-867B567E0C68}" dt="2024-12-17T22:11:02.696" v="22" actId="47"/>
        <pc:sldMkLst>
          <pc:docMk/>
          <pc:sldMk cId="2471116345" sldId="289"/>
        </pc:sldMkLst>
      </pc:sldChg>
      <pc:sldChg chg="modSp add mod">
        <pc:chgData name="Bačo, Timotej" userId="152f2ad6-3c97-47cf-bd89-58c5c0a29e21" providerId="ADAL" clId="{D1BC07C6-688C-4445-AF26-867B567E0C68}" dt="2024-12-17T22:39:58.278" v="186" actId="1076"/>
        <pc:sldMkLst>
          <pc:docMk/>
          <pc:sldMk cId="3603357267" sldId="289"/>
        </pc:sldMkLst>
        <pc:spChg chg="mod">
          <ac:chgData name="Bačo, Timotej" userId="152f2ad6-3c97-47cf-bd89-58c5c0a29e21" providerId="ADAL" clId="{D1BC07C6-688C-4445-AF26-867B567E0C68}" dt="2024-12-17T22:39:03.001" v="176"/>
          <ac:spMkLst>
            <pc:docMk/>
            <pc:sldMk cId="3603357267" sldId="289"/>
            <ac:spMk id="2" creationId="{78BDABF5-8F51-701C-41A3-648EFE25590F}"/>
          </ac:spMkLst>
        </pc:spChg>
        <pc:spChg chg="mod">
          <ac:chgData name="Bačo, Timotej" userId="152f2ad6-3c97-47cf-bd89-58c5c0a29e21" providerId="ADAL" clId="{D1BC07C6-688C-4445-AF26-867B567E0C68}" dt="2024-12-17T22:39:58.278" v="186" actId="1076"/>
          <ac:spMkLst>
            <pc:docMk/>
            <pc:sldMk cId="3603357267" sldId="289"/>
            <ac:spMk id="8" creationId="{D4394263-17C4-107C-501F-C19FC6080FA3}"/>
          </ac:spMkLst>
        </pc:spChg>
      </pc:sldChg>
      <pc:sldChg chg="del">
        <pc:chgData name="Bačo, Timotej" userId="152f2ad6-3c97-47cf-bd89-58c5c0a29e21" providerId="ADAL" clId="{D1BC07C6-688C-4445-AF26-867B567E0C68}" dt="2024-12-17T22:11:02.696" v="22" actId="47"/>
        <pc:sldMkLst>
          <pc:docMk/>
          <pc:sldMk cId="1328678316" sldId="290"/>
        </pc:sldMkLst>
      </pc:sldChg>
      <pc:sldChg chg="modSp add mod">
        <pc:chgData name="Bačo, Timotej" userId="152f2ad6-3c97-47cf-bd89-58c5c0a29e21" providerId="ADAL" clId="{D1BC07C6-688C-4445-AF26-867B567E0C68}" dt="2024-12-17T22:41:09.225" v="204" actId="1076"/>
        <pc:sldMkLst>
          <pc:docMk/>
          <pc:sldMk cId="3749664259" sldId="290"/>
        </pc:sldMkLst>
        <pc:spChg chg="mod">
          <ac:chgData name="Bačo, Timotej" userId="152f2ad6-3c97-47cf-bd89-58c5c0a29e21" providerId="ADAL" clId="{D1BC07C6-688C-4445-AF26-867B567E0C68}" dt="2024-12-17T22:40:18.299" v="191"/>
          <ac:spMkLst>
            <pc:docMk/>
            <pc:sldMk cId="3749664259" sldId="290"/>
            <ac:spMk id="2" creationId="{78BDABF5-8F51-701C-41A3-648EFE25590F}"/>
          </ac:spMkLst>
        </pc:spChg>
        <pc:spChg chg="mod">
          <ac:chgData name="Bačo, Timotej" userId="152f2ad6-3c97-47cf-bd89-58c5c0a29e21" providerId="ADAL" clId="{D1BC07C6-688C-4445-AF26-867B567E0C68}" dt="2024-12-17T22:41:09.225" v="204" actId="1076"/>
          <ac:spMkLst>
            <pc:docMk/>
            <pc:sldMk cId="3749664259" sldId="290"/>
            <ac:spMk id="8" creationId="{D4394263-17C4-107C-501F-C19FC6080FA3}"/>
          </ac:spMkLst>
        </pc:spChg>
      </pc:sldChg>
      <pc:sldChg chg="del">
        <pc:chgData name="Bačo, Timotej" userId="152f2ad6-3c97-47cf-bd89-58c5c0a29e21" providerId="ADAL" clId="{D1BC07C6-688C-4445-AF26-867B567E0C68}" dt="2024-12-17T22:11:02.696" v="22" actId="47"/>
        <pc:sldMkLst>
          <pc:docMk/>
          <pc:sldMk cId="1083470410" sldId="291"/>
        </pc:sldMkLst>
      </pc:sldChg>
      <pc:sldChg chg="modSp add mod">
        <pc:chgData name="Bačo, Timotej" userId="152f2ad6-3c97-47cf-bd89-58c5c0a29e21" providerId="ADAL" clId="{D1BC07C6-688C-4445-AF26-867B567E0C68}" dt="2024-12-17T22:42:53.843" v="223" actId="1076"/>
        <pc:sldMkLst>
          <pc:docMk/>
          <pc:sldMk cId="3801761629" sldId="291"/>
        </pc:sldMkLst>
        <pc:spChg chg="mod">
          <ac:chgData name="Bačo, Timotej" userId="152f2ad6-3c97-47cf-bd89-58c5c0a29e21" providerId="ADAL" clId="{D1BC07C6-688C-4445-AF26-867B567E0C68}" dt="2024-12-17T22:42:05.163" v="209"/>
          <ac:spMkLst>
            <pc:docMk/>
            <pc:sldMk cId="3801761629" sldId="291"/>
            <ac:spMk id="2" creationId="{78BDABF5-8F51-701C-41A3-648EFE25590F}"/>
          </ac:spMkLst>
        </pc:spChg>
        <pc:spChg chg="mod">
          <ac:chgData name="Bačo, Timotej" userId="152f2ad6-3c97-47cf-bd89-58c5c0a29e21" providerId="ADAL" clId="{D1BC07C6-688C-4445-AF26-867B567E0C68}" dt="2024-12-17T22:42:53.843" v="223" actId="1076"/>
          <ac:spMkLst>
            <pc:docMk/>
            <pc:sldMk cId="3801761629" sldId="291"/>
            <ac:spMk id="8" creationId="{D4394263-17C4-107C-501F-C19FC6080FA3}"/>
          </ac:spMkLst>
        </pc:spChg>
      </pc:sldChg>
      <pc:sldChg chg="del">
        <pc:chgData name="Bačo, Timotej" userId="152f2ad6-3c97-47cf-bd89-58c5c0a29e21" providerId="ADAL" clId="{D1BC07C6-688C-4445-AF26-867B567E0C68}" dt="2024-12-17T22:11:02.696" v="22" actId="47"/>
        <pc:sldMkLst>
          <pc:docMk/>
          <pc:sldMk cId="685684001" sldId="292"/>
        </pc:sldMkLst>
      </pc:sldChg>
      <pc:sldChg chg="modSp add mod ord">
        <pc:chgData name="Bačo, Timotej" userId="152f2ad6-3c97-47cf-bd89-58c5c0a29e21" providerId="ADAL" clId="{D1BC07C6-688C-4445-AF26-867B567E0C68}" dt="2024-12-17T22:38:44.332" v="171"/>
        <pc:sldMkLst>
          <pc:docMk/>
          <pc:sldMk cId="3124489853" sldId="292"/>
        </pc:sldMkLst>
        <pc:spChg chg="mod">
          <ac:chgData name="Bačo, Timotej" userId="152f2ad6-3c97-47cf-bd89-58c5c0a29e21" providerId="ADAL" clId="{D1BC07C6-688C-4445-AF26-867B567E0C68}" dt="2024-12-17T22:37:28.637" v="152"/>
          <ac:spMkLst>
            <pc:docMk/>
            <pc:sldMk cId="3124489853" sldId="292"/>
            <ac:spMk id="2" creationId="{78BDABF5-8F51-701C-41A3-648EFE25590F}"/>
          </ac:spMkLst>
        </pc:spChg>
        <pc:spChg chg="mod">
          <ac:chgData name="Bačo, Timotej" userId="152f2ad6-3c97-47cf-bd89-58c5c0a29e21" providerId="ADAL" clId="{D1BC07C6-688C-4445-AF26-867B567E0C68}" dt="2024-12-17T22:38:27.574" v="167" actId="1076"/>
          <ac:spMkLst>
            <pc:docMk/>
            <pc:sldMk cId="3124489853" sldId="292"/>
            <ac:spMk id="8" creationId="{D4394263-17C4-107C-501F-C19FC6080FA3}"/>
          </ac:spMkLst>
        </pc:spChg>
      </pc:sldChg>
      <pc:sldChg chg="modSp add mod">
        <pc:chgData name="Bačo, Timotej" userId="152f2ad6-3c97-47cf-bd89-58c5c0a29e21" providerId="ADAL" clId="{D1BC07C6-688C-4445-AF26-867B567E0C68}" dt="2024-12-17T22:44:02.735" v="242" actId="20577"/>
        <pc:sldMkLst>
          <pc:docMk/>
          <pc:sldMk cId="2344383918" sldId="293"/>
        </pc:sldMkLst>
        <pc:spChg chg="mod">
          <ac:chgData name="Bačo, Timotej" userId="152f2ad6-3c97-47cf-bd89-58c5c0a29e21" providerId="ADAL" clId="{D1BC07C6-688C-4445-AF26-867B567E0C68}" dt="2024-12-17T22:43:16.582" v="229"/>
          <ac:spMkLst>
            <pc:docMk/>
            <pc:sldMk cId="2344383918" sldId="293"/>
            <ac:spMk id="2" creationId="{78BDABF5-8F51-701C-41A3-648EFE25590F}"/>
          </ac:spMkLst>
        </pc:spChg>
        <pc:spChg chg="mod">
          <ac:chgData name="Bačo, Timotej" userId="152f2ad6-3c97-47cf-bd89-58c5c0a29e21" providerId="ADAL" clId="{D1BC07C6-688C-4445-AF26-867B567E0C68}" dt="2024-12-17T22:44:02.735" v="242" actId="20577"/>
          <ac:spMkLst>
            <pc:docMk/>
            <pc:sldMk cId="2344383918" sldId="293"/>
            <ac:spMk id="8" creationId="{D4394263-17C4-107C-501F-C19FC6080FA3}"/>
          </ac:spMkLst>
        </pc:spChg>
      </pc:sldChg>
      <pc:sldChg chg="del">
        <pc:chgData name="Bačo, Timotej" userId="152f2ad6-3c97-47cf-bd89-58c5c0a29e21" providerId="ADAL" clId="{D1BC07C6-688C-4445-AF26-867B567E0C68}" dt="2024-12-17T22:11:02.696" v="22" actId="47"/>
        <pc:sldMkLst>
          <pc:docMk/>
          <pc:sldMk cId="2863425206" sldId="293"/>
        </pc:sldMkLst>
      </pc:sldChg>
      <pc:sldChg chg="modSp add mod">
        <pc:chgData name="Bačo, Timotej" userId="152f2ad6-3c97-47cf-bd89-58c5c0a29e21" providerId="ADAL" clId="{D1BC07C6-688C-4445-AF26-867B567E0C68}" dt="2024-12-18T00:18:26.879" v="258" actId="20577"/>
        <pc:sldMkLst>
          <pc:docMk/>
          <pc:sldMk cId="1622711489" sldId="294"/>
        </pc:sldMkLst>
        <pc:spChg chg="mod">
          <ac:chgData name="Bačo, Timotej" userId="152f2ad6-3c97-47cf-bd89-58c5c0a29e21" providerId="ADAL" clId="{D1BC07C6-688C-4445-AF26-867B567E0C68}" dt="2024-12-18T00:18:26.879" v="258" actId="20577"/>
          <ac:spMkLst>
            <pc:docMk/>
            <pc:sldMk cId="1622711489" sldId="294"/>
            <ac:spMk id="2" creationId="{78BDABF5-8F51-701C-41A3-648EFE25590F}"/>
          </ac:spMkLst>
        </pc:spChg>
        <pc:spChg chg="mod">
          <ac:chgData name="Bačo, Timotej" userId="152f2ad6-3c97-47cf-bd89-58c5c0a29e21" providerId="ADAL" clId="{D1BC07C6-688C-4445-AF26-867B567E0C68}" dt="2024-12-17T23:29:02.020" v="249" actId="207"/>
          <ac:spMkLst>
            <pc:docMk/>
            <pc:sldMk cId="1622711489" sldId="294"/>
            <ac:spMk id="8" creationId="{D4394263-17C4-107C-501F-C19FC6080FA3}"/>
          </ac:spMkLst>
        </pc:spChg>
      </pc:sldChg>
      <pc:sldChg chg="del">
        <pc:chgData name="Bačo, Timotej" userId="152f2ad6-3c97-47cf-bd89-58c5c0a29e21" providerId="ADAL" clId="{D1BC07C6-688C-4445-AF26-867B567E0C68}" dt="2024-12-17T22:11:02.696" v="22" actId="47"/>
        <pc:sldMkLst>
          <pc:docMk/>
          <pc:sldMk cId="3206711221" sldId="294"/>
        </pc:sldMkLst>
      </pc:sldChg>
      <pc:sldChg chg="del">
        <pc:chgData name="Bačo, Timotej" userId="152f2ad6-3c97-47cf-bd89-58c5c0a29e21" providerId="ADAL" clId="{D1BC07C6-688C-4445-AF26-867B567E0C68}" dt="2024-12-17T22:11:02.696" v="22" actId="47"/>
        <pc:sldMkLst>
          <pc:docMk/>
          <pc:sldMk cId="681113892" sldId="295"/>
        </pc:sldMkLst>
      </pc:sldChg>
      <pc:sldChg chg="modSp add mod">
        <pc:chgData name="Bačo, Timotej" userId="152f2ad6-3c97-47cf-bd89-58c5c0a29e21" providerId="ADAL" clId="{D1BC07C6-688C-4445-AF26-867B567E0C68}" dt="2024-12-18T00:21:46.486" v="307" actId="20577"/>
        <pc:sldMkLst>
          <pc:docMk/>
          <pc:sldMk cId="3503197433" sldId="295"/>
        </pc:sldMkLst>
        <pc:spChg chg="mod">
          <ac:chgData name="Bačo, Timotej" userId="152f2ad6-3c97-47cf-bd89-58c5c0a29e21" providerId="ADAL" clId="{D1BC07C6-688C-4445-AF26-867B567E0C68}" dt="2024-12-18T00:18:50.691" v="264"/>
          <ac:spMkLst>
            <pc:docMk/>
            <pc:sldMk cId="3503197433" sldId="295"/>
            <ac:spMk id="2" creationId="{78BDABF5-8F51-701C-41A3-648EFE25590F}"/>
          </ac:spMkLst>
        </pc:spChg>
        <pc:spChg chg="mod">
          <ac:chgData name="Bačo, Timotej" userId="152f2ad6-3c97-47cf-bd89-58c5c0a29e21" providerId="ADAL" clId="{D1BC07C6-688C-4445-AF26-867B567E0C68}" dt="2024-12-18T00:21:46.486" v="307" actId="20577"/>
          <ac:spMkLst>
            <pc:docMk/>
            <pc:sldMk cId="3503197433" sldId="295"/>
            <ac:spMk id="8" creationId="{D4394263-17C4-107C-501F-C19FC6080FA3}"/>
          </ac:spMkLst>
        </pc:spChg>
      </pc:sldChg>
      <pc:sldChg chg="modSp add mod">
        <pc:chgData name="Bačo, Timotej" userId="152f2ad6-3c97-47cf-bd89-58c5c0a29e21" providerId="ADAL" clId="{D1BC07C6-688C-4445-AF26-867B567E0C68}" dt="2024-12-18T00:21:28.231" v="299" actId="20577"/>
        <pc:sldMkLst>
          <pc:docMk/>
          <pc:sldMk cId="335568109" sldId="296"/>
        </pc:sldMkLst>
        <pc:spChg chg="mod">
          <ac:chgData name="Bačo, Timotej" userId="152f2ad6-3c97-47cf-bd89-58c5c0a29e21" providerId="ADAL" clId="{D1BC07C6-688C-4445-AF26-867B567E0C68}" dt="2024-12-18T00:20:26.134" v="284" actId="1076"/>
          <ac:spMkLst>
            <pc:docMk/>
            <pc:sldMk cId="335568109" sldId="296"/>
            <ac:spMk id="2" creationId="{78BDABF5-8F51-701C-41A3-648EFE25590F}"/>
          </ac:spMkLst>
        </pc:spChg>
        <pc:spChg chg="mod">
          <ac:chgData name="Bačo, Timotej" userId="152f2ad6-3c97-47cf-bd89-58c5c0a29e21" providerId="ADAL" clId="{D1BC07C6-688C-4445-AF26-867B567E0C68}" dt="2024-12-18T00:21:28.231" v="299" actId="20577"/>
          <ac:spMkLst>
            <pc:docMk/>
            <pc:sldMk cId="335568109" sldId="296"/>
            <ac:spMk id="8" creationId="{D4394263-17C4-107C-501F-C19FC6080FA3}"/>
          </ac:spMkLst>
        </pc:spChg>
      </pc:sldChg>
      <pc:sldChg chg="del">
        <pc:chgData name="Bačo, Timotej" userId="152f2ad6-3c97-47cf-bd89-58c5c0a29e21" providerId="ADAL" clId="{D1BC07C6-688C-4445-AF26-867B567E0C68}" dt="2024-12-17T22:11:02.696" v="22" actId="47"/>
        <pc:sldMkLst>
          <pc:docMk/>
          <pc:sldMk cId="2516262245" sldId="296"/>
        </pc:sldMkLst>
      </pc:sldChg>
      <pc:sldChg chg="del">
        <pc:chgData name="Bačo, Timotej" userId="152f2ad6-3c97-47cf-bd89-58c5c0a29e21" providerId="ADAL" clId="{D1BC07C6-688C-4445-AF26-867B567E0C68}" dt="2024-12-17T22:11:02.696" v="22" actId="47"/>
        <pc:sldMkLst>
          <pc:docMk/>
          <pc:sldMk cId="3603518251" sldId="297"/>
        </pc:sldMkLst>
      </pc:sldChg>
      <pc:sldChg chg="modSp add mod">
        <pc:chgData name="Bačo, Timotej" userId="152f2ad6-3c97-47cf-bd89-58c5c0a29e21" providerId="ADAL" clId="{D1BC07C6-688C-4445-AF26-867B567E0C68}" dt="2024-12-18T00:23:39.448" v="326" actId="20577"/>
        <pc:sldMkLst>
          <pc:docMk/>
          <pc:sldMk cId="3990932492" sldId="297"/>
        </pc:sldMkLst>
        <pc:spChg chg="mod">
          <ac:chgData name="Bačo, Timotej" userId="152f2ad6-3c97-47cf-bd89-58c5c0a29e21" providerId="ADAL" clId="{D1BC07C6-688C-4445-AF26-867B567E0C68}" dt="2024-12-18T00:22:48.452" v="312"/>
          <ac:spMkLst>
            <pc:docMk/>
            <pc:sldMk cId="3990932492" sldId="297"/>
            <ac:spMk id="2" creationId="{78BDABF5-8F51-701C-41A3-648EFE25590F}"/>
          </ac:spMkLst>
        </pc:spChg>
        <pc:spChg chg="mod">
          <ac:chgData name="Bačo, Timotej" userId="152f2ad6-3c97-47cf-bd89-58c5c0a29e21" providerId="ADAL" clId="{D1BC07C6-688C-4445-AF26-867B567E0C68}" dt="2024-12-18T00:23:39.448" v="326" actId="20577"/>
          <ac:spMkLst>
            <pc:docMk/>
            <pc:sldMk cId="3990932492" sldId="297"/>
            <ac:spMk id="8" creationId="{D4394263-17C4-107C-501F-C19FC6080FA3}"/>
          </ac:spMkLst>
        </pc:spChg>
      </pc:sldChg>
      <pc:sldChg chg="del">
        <pc:chgData name="Bačo, Timotej" userId="152f2ad6-3c97-47cf-bd89-58c5c0a29e21" providerId="ADAL" clId="{D1BC07C6-688C-4445-AF26-867B567E0C68}" dt="2024-12-17T22:11:02.696" v="22" actId="47"/>
        <pc:sldMkLst>
          <pc:docMk/>
          <pc:sldMk cId="71866628" sldId="298"/>
        </pc:sldMkLst>
      </pc:sldChg>
      <pc:sldChg chg="modSp add mod">
        <pc:chgData name="Bačo, Timotej" userId="152f2ad6-3c97-47cf-bd89-58c5c0a29e21" providerId="ADAL" clId="{D1BC07C6-688C-4445-AF26-867B567E0C68}" dt="2024-12-18T00:39:14.265" v="397" actId="20577"/>
        <pc:sldMkLst>
          <pc:docMk/>
          <pc:sldMk cId="3146673664" sldId="298"/>
        </pc:sldMkLst>
        <pc:spChg chg="mod">
          <ac:chgData name="Bačo, Timotej" userId="152f2ad6-3c97-47cf-bd89-58c5c0a29e21" providerId="ADAL" clId="{D1BC07C6-688C-4445-AF26-867B567E0C68}" dt="2024-12-18T00:24:08.280" v="331"/>
          <ac:spMkLst>
            <pc:docMk/>
            <pc:sldMk cId="3146673664" sldId="298"/>
            <ac:spMk id="2" creationId="{78BDABF5-8F51-701C-41A3-648EFE25590F}"/>
          </ac:spMkLst>
        </pc:spChg>
        <pc:spChg chg="mod">
          <ac:chgData name="Bačo, Timotej" userId="152f2ad6-3c97-47cf-bd89-58c5c0a29e21" providerId="ADAL" clId="{D1BC07C6-688C-4445-AF26-867B567E0C68}" dt="2024-12-18T00:39:14.265" v="397" actId="20577"/>
          <ac:spMkLst>
            <pc:docMk/>
            <pc:sldMk cId="3146673664" sldId="298"/>
            <ac:spMk id="8" creationId="{D4394263-17C4-107C-501F-C19FC6080FA3}"/>
          </ac:spMkLst>
        </pc:spChg>
      </pc:sldChg>
      <pc:sldChg chg="modSp add mod">
        <pc:chgData name="Bačo, Timotej" userId="152f2ad6-3c97-47cf-bd89-58c5c0a29e21" providerId="ADAL" clId="{D1BC07C6-688C-4445-AF26-867B567E0C68}" dt="2024-12-18T00:39:05.336" v="394" actId="20577"/>
        <pc:sldMkLst>
          <pc:docMk/>
          <pc:sldMk cId="805726419" sldId="299"/>
        </pc:sldMkLst>
        <pc:spChg chg="mod">
          <ac:chgData name="Bačo, Timotej" userId="152f2ad6-3c97-47cf-bd89-58c5c0a29e21" providerId="ADAL" clId="{D1BC07C6-688C-4445-AF26-867B567E0C68}" dt="2024-12-18T00:26:27.261" v="349"/>
          <ac:spMkLst>
            <pc:docMk/>
            <pc:sldMk cId="805726419" sldId="299"/>
            <ac:spMk id="2" creationId="{78BDABF5-8F51-701C-41A3-648EFE25590F}"/>
          </ac:spMkLst>
        </pc:spChg>
        <pc:spChg chg="mod">
          <ac:chgData name="Bačo, Timotej" userId="152f2ad6-3c97-47cf-bd89-58c5c0a29e21" providerId="ADAL" clId="{D1BC07C6-688C-4445-AF26-867B567E0C68}" dt="2024-12-18T00:39:05.336" v="394" actId="20577"/>
          <ac:spMkLst>
            <pc:docMk/>
            <pc:sldMk cId="805726419" sldId="299"/>
            <ac:spMk id="8" creationId="{D4394263-17C4-107C-501F-C19FC6080FA3}"/>
          </ac:spMkLst>
        </pc:spChg>
      </pc:sldChg>
      <pc:sldChg chg="del">
        <pc:chgData name="Bačo, Timotej" userId="152f2ad6-3c97-47cf-bd89-58c5c0a29e21" providerId="ADAL" clId="{D1BC07C6-688C-4445-AF26-867B567E0C68}" dt="2024-12-17T22:11:02.696" v="22" actId="47"/>
        <pc:sldMkLst>
          <pc:docMk/>
          <pc:sldMk cId="1297862465" sldId="299"/>
        </pc:sldMkLst>
      </pc:sldChg>
      <pc:sldChg chg="del">
        <pc:chgData name="Bačo, Timotej" userId="152f2ad6-3c97-47cf-bd89-58c5c0a29e21" providerId="ADAL" clId="{D1BC07C6-688C-4445-AF26-867B567E0C68}" dt="2024-12-17T22:11:02.696" v="22" actId="47"/>
        <pc:sldMkLst>
          <pc:docMk/>
          <pc:sldMk cId="1127362874" sldId="300"/>
        </pc:sldMkLst>
      </pc:sldChg>
      <pc:sldChg chg="modSp add mod">
        <pc:chgData name="Bačo, Timotej" userId="152f2ad6-3c97-47cf-bd89-58c5c0a29e21" providerId="ADAL" clId="{D1BC07C6-688C-4445-AF26-867B567E0C68}" dt="2024-12-18T00:37:09.609" v="372" actId="207"/>
        <pc:sldMkLst>
          <pc:docMk/>
          <pc:sldMk cId="3557201136" sldId="300"/>
        </pc:sldMkLst>
        <pc:spChg chg="mod">
          <ac:chgData name="Bačo, Timotej" userId="152f2ad6-3c97-47cf-bd89-58c5c0a29e21" providerId="ADAL" clId="{D1BC07C6-688C-4445-AF26-867B567E0C68}" dt="2024-12-18T00:36:15.826" v="369"/>
          <ac:spMkLst>
            <pc:docMk/>
            <pc:sldMk cId="3557201136" sldId="300"/>
            <ac:spMk id="2" creationId="{78BDABF5-8F51-701C-41A3-648EFE25590F}"/>
          </ac:spMkLst>
        </pc:spChg>
        <pc:spChg chg="mod">
          <ac:chgData name="Bačo, Timotej" userId="152f2ad6-3c97-47cf-bd89-58c5c0a29e21" providerId="ADAL" clId="{D1BC07C6-688C-4445-AF26-867B567E0C68}" dt="2024-12-18T00:37:09.609" v="372" actId="207"/>
          <ac:spMkLst>
            <pc:docMk/>
            <pc:sldMk cId="3557201136" sldId="300"/>
            <ac:spMk id="8" creationId="{D4394263-17C4-107C-501F-C19FC6080FA3}"/>
          </ac:spMkLst>
        </pc:spChg>
      </pc:sldChg>
      <pc:sldChg chg="modSp add mod">
        <pc:chgData name="Bačo, Timotej" userId="152f2ad6-3c97-47cf-bd89-58c5c0a29e21" providerId="ADAL" clId="{D1BC07C6-688C-4445-AF26-867B567E0C68}" dt="2024-12-18T00:38:55.371" v="391" actId="20577"/>
        <pc:sldMkLst>
          <pc:docMk/>
          <pc:sldMk cId="491924935" sldId="301"/>
        </pc:sldMkLst>
        <pc:spChg chg="mod">
          <ac:chgData name="Bačo, Timotej" userId="152f2ad6-3c97-47cf-bd89-58c5c0a29e21" providerId="ADAL" clId="{D1BC07C6-688C-4445-AF26-867B567E0C68}" dt="2024-12-18T00:38:07.867" v="380" actId="14100"/>
          <ac:spMkLst>
            <pc:docMk/>
            <pc:sldMk cId="491924935" sldId="301"/>
            <ac:spMk id="2" creationId="{78BDABF5-8F51-701C-41A3-648EFE25590F}"/>
          </ac:spMkLst>
        </pc:spChg>
        <pc:spChg chg="mod">
          <ac:chgData name="Bačo, Timotej" userId="152f2ad6-3c97-47cf-bd89-58c5c0a29e21" providerId="ADAL" clId="{D1BC07C6-688C-4445-AF26-867B567E0C68}" dt="2024-12-18T00:38:55.371" v="391" actId="20577"/>
          <ac:spMkLst>
            <pc:docMk/>
            <pc:sldMk cId="491924935" sldId="301"/>
            <ac:spMk id="8" creationId="{D4394263-17C4-107C-501F-C19FC6080FA3}"/>
          </ac:spMkLst>
        </pc:spChg>
      </pc:sldChg>
      <pc:sldChg chg="del">
        <pc:chgData name="Bačo, Timotej" userId="152f2ad6-3c97-47cf-bd89-58c5c0a29e21" providerId="ADAL" clId="{D1BC07C6-688C-4445-AF26-867B567E0C68}" dt="2024-12-17T22:11:02.696" v="22" actId="47"/>
        <pc:sldMkLst>
          <pc:docMk/>
          <pc:sldMk cId="2990303381" sldId="301"/>
        </pc:sldMkLst>
      </pc:sldChg>
      <pc:sldChg chg="del">
        <pc:chgData name="Bačo, Timotej" userId="152f2ad6-3c97-47cf-bd89-58c5c0a29e21" providerId="ADAL" clId="{D1BC07C6-688C-4445-AF26-867B567E0C68}" dt="2024-12-17T22:11:02.696" v="22" actId="47"/>
        <pc:sldMkLst>
          <pc:docMk/>
          <pc:sldMk cId="596050417" sldId="302"/>
        </pc:sldMkLst>
      </pc:sldChg>
      <pc:sldChg chg="modSp add mod">
        <pc:chgData name="Bačo, Timotej" userId="152f2ad6-3c97-47cf-bd89-58c5c0a29e21" providerId="ADAL" clId="{D1BC07C6-688C-4445-AF26-867B567E0C68}" dt="2024-12-18T00:40:52.838" v="462" actId="207"/>
        <pc:sldMkLst>
          <pc:docMk/>
          <pc:sldMk cId="3801146477" sldId="302"/>
        </pc:sldMkLst>
        <pc:spChg chg="mod">
          <ac:chgData name="Bačo, Timotej" userId="152f2ad6-3c97-47cf-bd89-58c5c0a29e21" providerId="ADAL" clId="{D1BC07C6-688C-4445-AF26-867B567E0C68}" dt="2024-12-18T00:40:05.091" v="451" actId="20577"/>
          <ac:spMkLst>
            <pc:docMk/>
            <pc:sldMk cId="3801146477" sldId="302"/>
            <ac:spMk id="2" creationId="{78BDABF5-8F51-701C-41A3-648EFE25590F}"/>
          </ac:spMkLst>
        </pc:spChg>
        <pc:spChg chg="mod">
          <ac:chgData name="Bačo, Timotej" userId="152f2ad6-3c97-47cf-bd89-58c5c0a29e21" providerId="ADAL" clId="{D1BC07C6-688C-4445-AF26-867B567E0C68}" dt="2024-12-18T00:40:52.838" v="462" actId="207"/>
          <ac:spMkLst>
            <pc:docMk/>
            <pc:sldMk cId="3801146477" sldId="302"/>
            <ac:spMk id="8" creationId="{D4394263-17C4-107C-501F-C19FC6080FA3}"/>
          </ac:spMkLst>
        </pc:spChg>
      </pc:sldChg>
      <pc:sldChg chg="del">
        <pc:chgData name="Bačo, Timotej" userId="152f2ad6-3c97-47cf-bd89-58c5c0a29e21" providerId="ADAL" clId="{D1BC07C6-688C-4445-AF26-867B567E0C68}" dt="2024-12-17T22:11:02.696" v="22" actId="47"/>
        <pc:sldMkLst>
          <pc:docMk/>
          <pc:sldMk cId="3619319581" sldId="303"/>
        </pc:sldMkLst>
      </pc:sldChg>
      <pc:sldChg chg="modSp add mod">
        <pc:chgData name="Bačo, Timotej" userId="152f2ad6-3c97-47cf-bd89-58c5c0a29e21" providerId="ADAL" clId="{D1BC07C6-688C-4445-AF26-867B567E0C68}" dt="2024-12-18T00:42:05.948" v="672" actId="1076"/>
        <pc:sldMkLst>
          <pc:docMk/>
          <pc:sldMk cId="4244549082" sldId="303"/>
        </pc:sldMkLst>
        <pc:spChg chg="mod">
          <ac:chgData name="Bačo, Timotej" userId="152f2ad6-3c97-47cf-bd89-58c5c0a29e21" providerId="ADAL" clId="{D1BC07C6-688C-4445-AF26-867B567E0C68}" dt="2024-12-18T00:41:14.212" v="468"/>
          <ac:spMkLst>
            <pc:docMk/>
            <pc:sldMk cId="4244549082" sldId="303"/>
            <ac:spMk id="2" creationId="{78BDABF5-8F51-701C-41A3-648EFE25590F}"/>
          </ac:spMkLst>
        </pc:spChg>
        <pc:spChg chg="mod">
          <ac:chgData name="Bačo, Timotej" userId="152f2ad6-3c97-47cf-bd89-58c5c0a29e21" providerId="ADAL" clId="{D1BC07C6-688C-4445-AF26-867B567E0C68}" dt="2024-12-18T00:42:05.948" v="672" actId="1076"/>
          <ac:spMkLst>
            <pc:docMk/>
            <pc:sldMk cId="4244549082" sldId="303"/>
            <ac:spMk id="8" creationId="{D4394263-17C4-107C-501F-C19FC6080FA3}"/>
          </ac:spMkLst>
        </pc:spChg>
      </pc:sldChg>
      <pc:sldChg chg="modSp add mod">
        <pc:chgData name="Bačo, Timotej" userId="152f2ad6-3c97-47cf-bd89-58c5c0a29e21" providerId="ADAL" clId="{D1BC07C6-688C-4445-AF26-867B567E0C68}" dt="2024-12-18T00:44:27.007" v="686" actId="207"/>
        <pc:sldMkLst>
          <pc:docMk/>
          <pc:sldMk cId="2901782189" sldId="304"/>
        </pc:sldMkLst>
        <pc:spChg chg="mod">
          <ac:chgData name="Bačo, Timotej" userId="152f2ad6-3c97-47cf-bd89-58c5c0a29e21" providerId="ADAL" clId="{D1BC07C6-688C-4445-AF26-867B567E0C68}" dt="2024-12-18T00:43:47.435" v="678"/>
          <ac:spMkLst>
            <pc:docMk/>
            <pc:sldMk cId="2901782189" sldId="304"/>
            <ac:spMk id="2" creationId="{78BDABF5-8F51-701C-41A3-648EFE25590F}"/>
          </ac:spMkLst>
        </pc:spChg>
        <pc:spChg chg="mod">
          <ac:chgData name="Bačo, Timotej" userId="152f2ad6-3c97-47cf-bd89-58c5c0a29e21" providerId="ADAL" clId="{D1BC07C6-688C-4445-AF26-867B567E0C68}" dt="2024-12-18T00:44:27.007" v="686" actId="207"/>
          <ac:spMkLst>
            <pc:docMk/>
            <pc:sldMk cId="2901782189" sldId="304"/>
            <ac:spMk id="8" creationId="{D4394263-17C4-107C-501F-C19FC6080FA3}"/>
          </ac:spMkLst>
        </pc:spChg>
      </pc:sldChg>
      <pc:sldChg chg="modSp add mod">
        <pc:chgData name="Bačo, Timotej" userId="152f2ad6-3c97-47cf-bd89-58c5c0a29e21" providerId="ADAL" clId="{D1BC07C6-688C-4445-AF26-867B567E0C68}" dt="2024-12-18T00:45:13.770" v="700" actId="207"/>
        <pc:sldMkLst>
          <pc:docMk/>
          <pc:sldMk cId="1692516186" sldId="305"/>
        </pc:sldMkLst>
        <pc:spChg chg="mod">
          <ac:chgData name="Bačo, Timotej" userId="152f2ad6-3c97-47cf-bd89-58c5c0a29e21" providerId="ADAL" clId="{D1BC07C6-688C-4445-AF26-867B567E0C68}" dt="2024-12-18T00:44:41.491" v="692"/>
          <ac:spMkLst>
            <pc:docMk/>
            <pc:sldMk cId="1692516186" sldId="305"/>
            <ac:spMk id="2" creationId="{78BDABF5-8F51-701C-41A3-648EFE25590F}"/>
          </ac:spMkLst>
        </pc:spChg>
        <pc:spChg chg="mod">
          <ac:chgData name="Bačo, Timotej" userId="152f2ad6-3c97-47cf-bd89-58c5c0a29e21" providerId="ADAL" clId="{D1BC07C6-688C-4445-AF26-867B567E0C68}" dt="2024-12-18T00:45:13.770" v="700" actId="207"/>
          <ac:spMkLst>
            <pc:docMk/>
            <pc:sldMk cId="1692516186" sldId="305"/>
            <ac:spMk id="8" creationId="{D4394263-17C4-107C-501F-C19FC6080FA3}"/>
          </ac:spMkLst>
        </pc:spChg>
      </pc:sldChg>
      <pc:sldChg chg="add">
        <pc:chgData name="Bačo, Timotej" userId="152f2ad6-3c97-47cf-bd89-58c5c0a29e21" providerId="ADAL" clId="{D1BC07C6-688C-4445-AF26-867B567E0C68}" dt="2024-12-18T00:45:22.486" v="701"/>
        <pc:sldMkLst>
          <pc:docMk/>
          <pc:sldMk cId="1553763709" sldId="30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74CA2D-D6A2-420C-9F1E-04F95B04104A}" type="datetimeFigureOut">
              <a:rPr lang="en-US" smtClean="0"/>
              <a:t>1/22/2025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384CB4-0557-43B6-9DCC-16AAF543F651}" type="slidenum">
              <a:rPr lang="en-US" smtClean="0"/>
              <a:t>‹#›</a:t>
            </a:fld>
            <a:endParaRPr lang="en-US"/>
          </a:p>
        </p:txBody>
      </p:sp>
    </p:spTree>
    <p:extLst>
      <p:ext uri="{BB962C8B-B14F-4D97-AF65-F5344CB8AC3E}">
        <p14:creationId xmlns:p14="http://schemas.microsoft.com/office/powerpoint/2010/main" val="20075866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384CB4-0557-43B6-9DCC-16AAF543F651}" type="slidenum">
              <a:rPr lang="en-US" smtClean="0"/>
              <a:t>2</a:t>
            </a:fld>
            <a:endParaRPr lang="en-US"/>
          </a:p>
        </p:txBody>
      </p:sp>
    </p:spTree>
    <p:extLst>
      <p:ext uri="{BB962C8B-B14F-4D97-AF65-F5344CB8AC3E}">
        <p14:creationId xmlns:p14="http://schemas.microsoft.com/office/powerpoint/2010/main" val="33995918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384CB4-0557-43B6-9DCC-16AAF543F651}" type="slidenum">
              <a:rPr lang="en-US" smtClean="0"/>
              <a:t>3</a:t>
            </a:fld>
            <a:endParaRPr lang="en-US"/>
          </a:p>
        </p:txBody>
      </p:sp>
    </p:spTree>
    <p:extLst>
      <p:ext uri="{BB962C8B-B14F-4D97-AF65-F5344CB8AC3E}">
        <p14:creationId xmlns:p14="http://schemas.microsoft.com/office/powerpoint/2010/main" val="25948091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384CB4-0557-43B6-9DCC-16AAF543F651}" type="slidenum">
              <a:rPr lang="en-US" smtClean="0"/>
              <a:t>4</a:t>
            </a:fld>
            <a:endParaRPr lang="en-US"/>
          </a:p>
        </p:txBody>
      </p:sp>
    </p:spTree>
    <p:extLst>
      <p:ext uri="{BB962C8B-B14F-4D97-AF65-F5344CB8AC3E}">
        <p14:creationId xmlns:p14="http://schemas.microsoft.com/office/powerpoint/2010/main" val="4416968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384CB4-0557-43B6-9DCC-16AAF543F651}" type="slidenum">
              <a:rPr lang="en-US" smtClean="0"/>
              <a:t>5</a:t>
            </a:fld>
            <a:endParaRPr lang="en-US"/>
          </a:p>
        </p:txBody>
      </p:sp>
    </p:spTree>
    <p:extLst>
      <p:ext uri="{BB962C8B-B14F-4D97-AF65-F5344CB8AC3E}">
        <p14:creationId xmlns:p14="http://schemas.microsoft.com/office/powerpoint/2010/main" val="14382630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384CB4-0557-43B6-9DCC-16AAF543F651}" type="slidenum">
              <a:rPr lang="en-US" smtClean="0"/>
              <a:t>6</a:t>
            </a:fld>
            <a:endParaRPr lang="en-US"/>
          </a:p>
        </p:txBody>
      </p:sp>
    </p:spTree>
    <p:extLst>
      <p:ext uri="{BB962C8B-B14F-4D97-AF65-F5344CB8AC3E}">
        <p14:creationId xmlns:p14="http://schemas.microsoft.com/office/powerpoint/2010/main" val="2337139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384CB4-0557-43B6-9DCC-16AAF543F651}" type="slidenum">
              <a:rPr lang="en-US" smtClean="0"/>
              <a:t>7</a:t>
            </a:fld>
            <a:endParaRPr lang="en-US"/>
          </a:p>
        </p:txBody>
      </p:sp>
    </p:spTree>
    <p:extLst>
      <p:ext uri="{BB962C8B-B14F-4D97-AF65-F5344CB8AC3E}">
        <p14:creationId xmlns:p14="http://schemas.microsoft.com/office/powerpoint/2010/main" val="40403419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384CB4-0557-43B6-9DCC-16AAF543F651}" type="slidenum">
              <a:rPr lang="en-US" smtClean="0"/>
              <a:t>8</a:t>
            </a:fld>
            <a:endParaRPr lang="en-US"/>
          </a:p>
        </p:txBody>
      </p:sp>
    </p:spTree>
    <p:extLst>
      <p:ext uri="{BB962C8B-B14F-4D97-AF65-F5344CB8AC3E}">
        <p14:creationId xmlns:p14="http://schemas.microsoft.com/office/powerpoint/2010/main" val="39299631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384CB4-0557-43B6-9DCC-16AAF543F651}" type="slidenum">
              <a:rPr lang="en-US" smtClean="0"/>
              <a:t>9</a:t>
            </a:fld>
            <a:endParaRPr lang="en-US"/>
          </a:p>
        </p:txBody>
      </p:sp>
    </p:spTree>
    <p:extLst>
      <p:ext uri="{BB962C8B-B14F-4D97-AF65-F5344CB8AC3E}">
        <p14:creationId xmlns:p14="http://schemas.microsoft.com/office/powerpoint/2010/main" val="33561763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384CB4-0557-43B6-9DCC-16AAF543F651}" type="slidenum">
              <a:rPr lang="en-US" smtClean="0"/>
              <a:t>10</a:t>
            </a:fld>
            <a:endParaRPr lang="en-US"/>
          </a:p>
        </p:txBody>
      </p:sp>
    </p:spTree>
    <p:extLst>
      <p:ext uri="{BB962C8B-B14F-4D97-AF65-F5344CB8AC3E}">
        <p14:creationId xmlns:p14="http://schemas.microsoft.com/office/powerpoint/2010/main" val="17656003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384CB4-0557-43B6-9DCC-16AAF543F651}" type="slidenum">
              <a:rPr lang="en-US" smtClean="0"/>
              <a:t>11</a:t>
            </a:fld>
            <a:endParaRPr lang="en-US"/>
          </a:p>
        </p:txBody>
      </p:sp>
    </p:spTree>
    <p:extLst>
      <p:ext uri="{BB962C8B-B14F-4D97-AF65-F5344CB8AC3E}">
        <p14:creationId xmlns:p14="http://schemas.microsoft.com/office/powerpoint/2010/main" val="20911342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384CB4-0557-43B6-9DCC-16AAF543F651}" type="slidenum">
              <a:rPr lang="en-US" smtClean="0"/>
              <a:t>12</a:t>
            </a:fld>
            <a:endParaRPr lang="en-US"/>
          </a:p>
        </p:txBody>
      </p:sp>
    </p:spTree>
    <p:extLst>
      <p:ext uri="{BB962C8B-B14F-4D97-AF65-F5344CB8AC3E}">
        <p14:creationId xmlns:p14="http://schemas.microsoft.com/office/powerpoint/2010/main" val="7361026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384CB4-0557-43B6-9DCC-16AAF543F651}" type="slidenum">
              <a:rPr lang="en-US" smtClean="0"/>
              <a:t>13</a:t>
            </a:fld>
            <a:endParaRPr lang="en-US"/>
          </a:p>
        </p:txBody>
      </p:sp>
    </p:spTree>
    <p:extLst>
      <p:ext uri="{BB962C8B-B14F-4D97-AF65-F5344CB8AC3E}">
        <p14:creationId xmlns:p14="http://schemas.microsoft.com/office/powerpoint/2010/main" val="14455248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384CB4-0557-43B6-9DCC-16AAF543F651}" type="slidenum">
              <a:rPr lang="en-US" smtClean="0"/>
              <a:t>14</a:t>
            </a:fld>
            <a:endParaRPr lang="en-US"/>
          </a:p>
        </p:txBody>
      </p:sp>
    </p:spTree>
    <p:extLst>
      <p:ext uri="{BB962C8B-B14F-4D97-AF65-F5344CB8AC3E}">
        <p14:creationId xmlns:p14="http://schemas.microsoft.com/office/powerpoint/2010/main" val="25007958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384CB4-0557-43B6-9DCC-16AAF543F651}" type="slidenum">
              <a:rPr lang="en-US" smtClean="0"/>
              <a:t>15</a:t>
            </a:fld>
            <a:endParaRPr lang="en-US"/>
          </a:p>
        </p:txBody>
      </p:sp>
    </p:spTree>
    <p:extLst>
      <p:ext uri="{BB962C8B-B14F-4D97-AF65-F5344CB8AC3E}">
        <p14:creationId xmlns:p14="http://schemas.microsoft.com/office/powerpoint/2010/main" val="39605982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384CB4-0557-43B6-9DCC-16AAF543F651}" type="slidenum">
              <a:rPr lang="en-US" smtClean="0"/>
              <a:t>16</a:t>
            </a:fld>
            <a:endParaRPr lang="en-US"/>
          </a:p>
        </p:txBody>
      </p:sp>
    </p:spTree>
    <p:extLst>
      <p:ext uri="{BB962C8B-B14F-4D97-AF65-F5344CB8AC3E}">
        <p14:creationId xmlns:p14="http://schemas.microsoft.com/office/powerpoint/2010/main" val="5626652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384CB4-0557-43B6-9DCC-16AAF543F651}" type="slidenum">
              <a:rPr lang="en-US" smtClean="0"/>
              <a:t>17</a:t>
            </a:fld>
            <a:endParaRPr lang="en-US"/>
          </a:p>
        </p:txBody>
      </p:sp>
    </p:spTree>
    <p:extLst>
      <p:ext uri="{BB962C8B-B14F-4D97-AF65-F5344CB8AC3E}">
        <p14:creationId xmlns:p14="http://schemas.microsoft.com/office/powerpoint/2010/main" val="27535336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384CB4-0557-43B6-9DCC-16AAF543F651}" type="slidenum">
              <a:rPr lang="en-US" smtClean="0"/>
              <a:t>18</a:t>
            </a:fld>
            <a:endParaRPr lang="en-US"/>
          </a:p>
        </p:txBody>
      </p:sp>
    </p:spTree>
    <p:extLst>
      <p:ext uri="{BB962C8B-B14F-4D97-AF65-F5344CB8AC3E}">
        <p14:creationId xmlns:p14="http://schemas.microsoft.com/office/powerpoint/2010/main" val="7404740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384CB4-0557-43B6-9DCC-16AAF543F651}" type="slidenum">
              <a:rPr lang="en-US" smtClean="0"/>
              <a:t>19</a:t>
            </a:fld>
            <a:endParaRPr lang="en-US"/>
          </a:p>
        </p:txBody>
      </p:sp>
    </p:spTree>
    <p:extLst>
      <p:ext uri="{BB962C8B-B14F-4D97-AF65-F5344CB8AC3E}">
        <p14:creationId xmlns:p14="http://schemas.microsoft.com/office/powerpoint/2010/main" val="15850276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61B3B-475F-5957-AA7A-8B34E9AC421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4039571-C461-09E9-9A05-DC5FA13EBD4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E08A602-837C-FC58-512C-A9A1DCE10D4A}"/>
              </a:ext>
            </a:extLst>
          </p:cNvPr>
          <p:cNvSpPr>
            <a:spLocks noGrp="1"/>
          </p:cNvSpPr>
          <p:nvPr>
            <p:ph type="dt" sz="half" idx="10"/>
          </p:nvPr>
        </p:nvSpPr>
        <p:spPr/>
        <p:txBody>
          <a:bodyPr/>
          <a:lstStyle/>
          <a:p>
            <a:fld id="{DD3C43CA-91F2-4396-BA20-9461D7BD8BF5}" type="datetimeFigureOut">
              <a:rPr lang="en-US" smtClean="0"/>
              <a:t>1/22/2025</a:t>
            </a:fld>
            <a:endParaRPr lang="en-US"/>
          </a:p>
        </p:txBody>
      </p:sp>
      <p:sp>
        <p:nvSpPr>
          <p:cNvPr id="5" name="Footer Placeholder 4">
            <a:extLst>
              <a:ext uri="{FF2B5EF4-FFF2-40B4-BE49-F238E27FC236}">
                <a16:creationId xmlns:a16="http://schemas.microsoft.com/office/drawing/2014/main" id="{6CDB3292-9C09-1EDF-393A-41561FC497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D870C5-31DA-35A9-BE95-6EFFFB87BA57}"/>
              </a:ext>
            </a:extLst>
          </p:cNvPr>
          <p:cNvSpPr>
            <a:spLocks noGrp="1"/>
          </p:cNvSpPr>
          <p:nvPr>
            <p:ph type="sldNum" sz="quarter" idx="12"/>
          </p:nvPr>
        </p:nvSpPr>
        <p:spPr/>
        <p:txBody>
          <a:bodyPr/>
          <a:lstStyle/>
          <a:p>
            <a:fld id="{425224A2-FAD3-4125-A5A4-C13E4BBC3179}" type="slidenum">
              <a:rPr lang="en-US" smtClean="0"/>
              <a:t>‹#›</a:t>
            </a:fld>
            <a:endParaRPr lang="en-US"/>
          </a:p>
        </p:txBody>
      </p:sp>
    </p:spTree>
    <p:extLst>
      <p:ext uri="{BB962C8B-B14F-4D97-AF65-F5344CB8AC3E}">
        <p14:creationId xmlns:p14="http://schemas.microsoft.com/office/powerpoint/2010/main" val="4199470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0266B-C36F-7910-82B6-11434BCA8E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EF94CD-2DC5-1A83-C654-31399B9FC06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75539D-2DA7-2A79-A40F-F593E8F13738}"/>
              </a:ext>
            </a:extLst>
          </p:cNvPr>
          <p:cNvSpPr>
            <a:spLocks noGrp="1"/>
          </p:cNvSpPr>
          <p:nvPr>
            <p:ph type="dt" sz="half" idx="10"/>
          </p:nvPr>
        </p:nvSpPr>
        <p:spPr/>
        <p:txBody>
          <a:bodyPr/>
          <a:lstStyle/>
          <a:p>
            <a:fld id="{DD3C43CA-91F2-4396-BA20-9461D7BD8BF5}" type="datetimeFigureOut">
              <a:rPr lang="en-US" smtClean="0"/>
              <a:t>1/22/2025</a:t>
            </a:fld>
            <a:endParaRPr lang="en-US"/>
          </a:p>
        </p:txBody>
      </p:sp>
      <p:sp>
        <p:nvSpPr>
          <p:cNvPr id="5" name="Footer Placeholder 4">
            <a:extLst>
              <a:ext uri="{FF2B5EF4-FFF2-40B4-BE49-F238E27FC236}">
                <a16:creationId xmlns:a16="http://schemas.microsoft.com/office/drawing/2014/main" id="{0E4E15E7-3CC9-FECB-84DC-8334C6F77B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ED6036-686F-554C-37BB-153EC4B6390C}"/>
              </a:ext>
            </a:extLst>
          </p:cNvPr>
          <p:cNvSpPr>
            <a:spLocks noGrp="1"/>
          </p:cNvSpPr>
          <p:nvPr>
            <p:ph type="sldNum" sz="quarter" idx="12"/>
          </p:nvPr>
        </p:nvSpPr>
        <p:spPr/>
        <p:txBody>
          <a:bodyPr/>
          <a:lstStyle/>
          <a:p>
            <a:fld id="{425224A2-FAD3-4125-A5A4-C13E4BBC3179}" type="slidenum">
              <a:rPr lang="en-US" smtClean="0"/>
              <a:t>‹#›</a:t>
            </a:fld>
            <a:endParaRPr lang="en-US"/>
          </a:p>
        </p:txBody>
      </p:sp>
    </p:spTree>
    <p:extLst>
      <p:ext uri="{BB962C8B-B14F-4D97-AF65-F5344CB8AC3E}">
        <p14:creationId xmlns:p14="http://schemas.microsoft.com/office/powerpoint/2010/main" val="35531134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5FF83-42FF-5F24-3B1C-E2867A33C96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7AB6B55-82BE-449C-235E-4438EC6C092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D09A6A-FEE8-8359-F2FD-E46F4DCCD456}"/>
              </a:ext>
            </a:extLst>
          </p:cNvPr>
          <p:cNvSpPr>
            <a:spLocks noGrp="1"/>
          </p:cNvSpPr>
          <p:nvPr>
            <p:ph type="dt" sz="half" idx="10"/>
          </p:nvPr>
        </p:nvSpPr>
        <p:spPr/>
        <p:txBody>
          <a:bodyPr/>
          <a:lstStyle/>
          <a:p>
            <a:fld id="{DD3C43CA-91F2-4396-BA20-9461D7BD8BF5}" type="datetimeFigureOut">
              <a:rPr lang="en-US" smtClean="0"/>
              <a:t>1/22/2025</a:t>
            </a:fld>
            <a:endParaRPr lang="en-US"/>
          </a:p>
        </p:txBody>
      </p:sp>
      <p:sp>
        <p:nvSpPr>
          <p:cNvPr id="5" name="Footer Placeholder 4">
            <a:extLst>
              <a:ext uri="{FF2B5EF4-FFF2-40B4-BE49-F238E27FC236}">
                <a16:creationId xmlns:a16="http://schemas.microsoft.com/office/drawing/2014/main" id="{E0DCAC34-C9EB-922C-1DA6-322A1B9ADA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F03B5C-448B-C630-446A-A722BD443B83}"/>
              </a:ext>
            </a:extLst>
          </p:cNvPr>
          <p:cNvSpPr>
            <a:spLocks noGrp="1"/>
          </p:cNvSpPr>
          <p:nvPr>
            <p:ph type="sldNum" sz="quarter" idx="12"/>
          </p:nvPr>
        </p:nvSpPr>
        <p:spPr/>
        <p:txBody>
          <a:bodyPr/>
          <a:lstStyle/>
          <a:p>
            <a:fld id="{425224A2-FAD3-4125-A5A4-C13E4BBC3179}" type="slidenum">
              <a:rPr lang="en-US" smtClean="0"/>
              <a:t>‹#›</a:t>
            </a:fld>
            <a:endParaRPr lang="en-US"/>
          </a:p>
        </p:txBody>
      </p:sp>
    </p:spTree>
    <p:extLst>
      <p:ext uri="{BB962C8B-B14F-4D97-AF65-F5344CB8AC3E}">
        <p14:creationId xmlns:p14="http://schemas.microsoft.com/office/powerpoint/2010/main" val="31772366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5864F-9FBF-D297-99E2-F5B4DC84699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6EA395-6E25-292E-F0BC-3D6CBF265C1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99A7233-D7CA-917F-2797-FF8ECB7597B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DCE8F6D-3D7D-1E06-9EBC-AD3508EDC465}"/>
              </a:ext>
            </a:extLst>
          </p:cNvPr>
          <p:cNvSpPr>
            <a:spLocks noGrp="1"/>
          </p:cNvSpPr>
          <p:nvPr>
            <p:ph type="dt" sz="half" idx="10"/>
          </p:nvPr>
        </p:nvSpPr>
        <p:spPr/>
        <p:txBody>
          <a:bodyPr/>
          <a:lstStyle/>
          <a:p>
            <a:fld id="{DD3C43CA-91F2-4396-BA20-9461D7BD8BF5}" type="datetimeFigureOut">
              <a:rPr lang="en-US" smtClean="0"/>
              <a:t>1/22/2025</a:t>
            </a:fld>
            <a:endParaRPr lang="en-US"/>
          </a:p>
        </p:txBody>
      </p:sp>
      <p:sp>
        <p:nvSpPr>
          <p:cNvPr id="6" name="Footer Placeholder 5">
            <a:extLst>
              <a:ext uri="{FF2B5EF4-FFF2-40B4-BE49-F238E27FC236}">
                <a16:creationId xmlns:a16="http://schemas.microsoft.com/office/drawing/2014/main" id="{E6B145C1-6027-2113-4929-4AA6E1C0F0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9883F8-C93B-671B-B471-720152ADFE0D}"/>
              </a:ext>
            </a:extLst>
          </p:cNvPr>
          <p:cNvSpPr>
            <a:spLocks noGrp="1"/>
          </p:cNvSpPr>
          <p:nvPr>
            <p:ph type="sldNum" sz="quarter" idx="12"/>
          </p:nvPr>
        </p:nvSpPr>
        <p:spPr/>
        <p:txBody>
          <a:bodyPr/>
          <a:lstStyle/>
          <a:p>
            <a:fld id="{425224A2-FAD3-4125-A5A4-C13E4BBC3179}" type="slidenum">
              <a:rPr lang="en-US" smtClean="0"/>
              <a:t>‹#›</a:t>
            </a:fld>
            <a:endParaRPr lang="en-US"/>
          </a:p>
        </p:txBody>
      </p:sp>
    </p:spTree>
    <p:extLst>
      <p:ext uri="{BB962C8B-B14F-4D97-AF65-F5344CB8AC3E}">
        <p14:creationId xmlns:p14="http://schemas.microsoft.com/office/powerpoint/2010/main" val="8388917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CF9F1-1DAA-71FA-0A47-E1D827FD032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B2B270B-4093-BD1E-7102-A63DCC031C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D82E8D7-0471-FDDC-A3E1-50FE38539D0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1F53376-B748-F48E-0D11-575FB6EFF1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8A26FF6-CB43-C476-0155-AC8DC2658AD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F3CFFB0-8100-71E2-CD83-C9D40F7050A3}"/>
              </a:ext>
            </a:extLst>
          </p:cNvPr>
          <p:cNvSpPr>
            <a:spLocks noGrp="1"/>
          </p:cNvSpPr>
          <p:nvPr>
            <p:ph type="dt" sz="half" idx="10"/>
          </p:nvPr>
        </p:nvSpPr>
        <p:spPr/>
        <p:txBody>
          <a:bodyPr/>
          <a:lstStyle/>
          <a:p>
            <a:fld id="{DD3C43CA-91F2-4396-BA20-9461D7BD8BF5}" type="datetimeFigureOut">
              <a:rPr lang="en-US" smtClean="0"/>
              <a:t>1/22/2025</a:t>
            </a:fld>
            <a:endParaRPr lang="en-US"/>
          </a:p>
        </p:txBody>
      </p:sp>
      <p:sp>
        <p:nvSpPr>
          <p:cNvPr id="8" name="Footer Placeholder 7">
            <a:extLst>
              <a:ext uri="{FF2B5EF4-FFF2-40B4-BE49-F238E27FC236}">
                <a16:creationId xmlns:a16="http://schemas.microsoft.com/office/drawing/2014/main" id="{45B9BA90-7D25-6373-82D4-B1CD7EA98D2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54381B8-F5F8-A14D-EEEF-FF212B9B69E8}"/>
              </a:ext>
            </a:extLst>
          </p:cNvPr>
          <p:cNvSpPr>
            <a:spLocks noGrp="1"/>
          </p:cNvSpPr>
          <p:nvPr>
            <p:ph type="sldNum" sz="quarter" idx="12"/>
          </p:nvPr>
        </p:nvSpPr>
        <p:spPr/>
        <p:txBody>
          <a:bodyPr/>
          <a:lstStyle/>
          <a:p>
            <a:fld id="{425224A2-FAD3-4125-A5A4-C13E4BBC3179}" type="slidenum">
              <a:rPr lang="en-US" smtClean="0"/>
              <a:t>‹#›</a:t>
            </a:fld>
            <a:endParaRPr lang="en-US"/>
          </a:p>
        </p:txBody>
      </p:sp>
    </p:spTree>
    <p:extLst>
      <p:ext uri="{BB962C8B-B14F-4D97-AF65-F5344CB8AC3E}">
        <p14:creationId xmlns:p14="http://schemas.microsoft.com/office/powerpoint/2010/main" val="25340668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159CB-08C3-8375-03D4-F0E1AD011E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DE3D734-CF2B-5490-C395-473A93A71DAE}"/>
              </a:ext>
            </a:extLst>
          </p:cNvPr>
          <p:cNvSpPr>
            <a:spLocks noGrp="1"/>
          </p:cNvSpPr>
          <p:nvPr>
            <p:ph type="dt" sz="half" idx="10"/>
          </p:nvPr>
        </p:nvSpPr>
        <p:spPr/>
        <p:txBody>
          <a:bodyPr/>
          <a:lstStyle/>
          <a:p>
            <a:fld id="{DD3C43CA-91F2-4396-BA20-9461D7BD8BF5}" type="datetimeFigureOut">
              <a:rPr lang="en-US" smtClean="0"/>
              <a:t>1/22/2025</a:t>
            </a:fld>
            <a:endParaRPr lang="en-US"/>
          </a:p>
        </p:txBody>
      </p:sp>
      <p:sp>
        <p:nvSpPr>
          <p:cNvPr id="4" name="Footer Placeholder 3">
            <a:extLst>
              <a:ext uri="{FF2B5EF4-FFF2-40B4-BE49-F238E27FC236}">
                <a16:creationId xmlns:a16="http://schemas.microsoft.com/office/drawing/2014/main" id="{9D930817-3260-653C-0EF9-32399E34604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EFECA36-0E3C-C4FD-F922-76566E2A5554}"/>
              </a:ext>
            </a:extLst>
          </p:cNvPr>
          <p:cNvSpPr>
            <a:spLocks noGrp="1"/>
          </p:cNvSpPr>
          <p:nvPr>
            <p:ph type="sldNum" sz="quarter" idx="12"/>
          </p:nvPr>
        </p:nvSpPr>
        <p:spPr/>
        <p:txBody>
          <a:bodyPr/>
          <a:lstStyle/>
          <a:p>
            <a:fld id="{425224A2-FAD3-4125-A5A4-C13E4BBC3179}" type="slidenum">
              <a:rPr lang="en-US" smtClean="0"/>
              <a:t>‹#›</a:t>
            </a:fld>
            <a:endParaRPr lang="en-US"/>
          </a:p>
        </p:txBody>
      </p:sp>
    </p:spTree>
    <p:extLst>
      <p:ext uri="{BB962C8B-B14F-4D97-AF65-F5344CB8AC3E}">
        <p14:creationId xmlns:p14="http://schemas.microsoft.com/office/powerpoint/2010/main" val="17383762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09AB31-814E-5E6C-347A-D234D89A941B}"/>
              </a:ext>
            </a:extLst>
          </p:cNvPr>
          <p:cNvSpPr>
            <a:spLocks noGrp="1"/>
          </p:cNvSpPr>
          <p:nvPr>
            <p:ph type="dt" sz="half" idx="10"/>
          </p:nvPr>
        </p:nvSpPr>
        <p:spPr/>
        <p:txBody>
          <a:bodyPr/>
          <a:lstStyle/>
          <a:p>
            <a:fld id="{DD3C43CA-91F2-4396-BA20-9461D7BD8BF5}" type="datetimeFigureOut">
              <a:rPr lang="en-US" smtClean="0"/>
              <a:t>1/22/2025</a:t>
            </a:fld>
            <a:endParaRPr lang="en-US"/>
          </a:p>
        </p:txBody>
      </p:sp>
      <p:sp>
        <p:nvSpPr>
          <p:cNvPr id="3" name="Footer Placeholder 2">
            <a:extLst>
              <a:ext uri="{FF2B5EF4-FFF2-40B4-BE49-F238E27FC236}">
                <a16:creationId xmlns:a16="http://schemas.microsoft.com/office/drawing/2014/main" id="{215C21BA-55B8-3661-5D6B-47EFE79B1A3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5C7A46C-A0E0-3A56-1F08-216EEF5E6EE4}"/>
              </a:ext>
            </a:extLst>
          </p:cNvPr>
          <p:cNvSpPr>
            <a:spLocks noGrp="1"/>
          </p:cNvSpPr>
          <p:nvPr>
            <p:ph type="sldNum" sz="quarter" idx="12"/>
          </p:nvPr>
        </p:nvSpPr>
        <p:spPr/>
        <p:txBody>
          <a:bodyPr/>
          <a:lstStyle/>
          <a:p>
            <a:fld id="{425224A2-FAD3-4125-A5A4-C13E4BBC3179}" type="slidenum">
              <a:rPr lang="en-US" smtClean="0"/>
              <a:t>‹#›</a:t>
            </a:fld>
            <a:endParaRPr lang="en-US"/>
          </a:p>
        </p:txBody>
      </p:sp>
    </p:spTree>
    <p:extLst>
      <p:ext uri="{BB962C8B-B14F-4D97-AF65-F5344CB8AC3E}">
        <p14:creationId xmlns:p14="http://schemas.microsoft.com/office/powerpoint/2010/main" val="20480943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5F5EA-BCA8-B43C-0D91-3D14C50D70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88C438C-8D75-5DB5-0DF9-C05795A168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66FC7B-E733-E169-0B1C-88ED7A4338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52D555-655D-CFEF-4D2A-B21960C2FAFE}"/>
              </a:ext>
            </a:extLst>
          </p:cNvPr>
          <p:cNvSpPr>
            <a:spLocks noGrp="1"/>
          </p:cNvSpPr>
          <p:nvPr>
            <p:ph type="dt" sz="half" idx="10"/>
          </p:nvPr>
        </p:nvSpPr>
        <p:spPr/>
        <p:txBody>
          <a:bodyPr/>
          <a:lstStyle/>
          <a:p>
            <a:fld id="{DD3C43CA-91F2-4396-BA20-9461D7BD8BF5}" type="datetimeFigureOut">
              <a:rPr lang="en-US" smtClean="0"/>
              <a:t>1/22/2025</a:t>
            </a:fld>
            <a:endParaRPr lang="en-US"/>
          </a:p>
        </p:txBody>
      </p:sp>
      <p:sp>
        <p:nvSpPr>
          <p:cNvPr id="6" name="Footer Placeholder 5">
            <a:extLst>
              <a:ext uri="{FF2B5EF4-FFF2-40B4-BE49-F238E27FC236}">
                <a16:creationId xmlns:a16="http://schemas.microsoft.com/office/drawing/2014/main" id="{BE9F8054-3EE3-133C-DA23-66473663C4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7D87A3-9C32-0EEF-3472-9B0528E1C661}"/>
              </a:ext>
            </a:extLst>
          </p:cNvPr>
          <p:cNvSpPr>
            <a:spLocks noGrp="1"/>
          </p:cNvSpPr>
          <p:nvPr>
            <p:ph type="sldNum" sz="quarter" idx="12"/>
          </p:nvPr>
        </p:nvSpPr>
        <p:spPr/>
        <p:txBody>
          <a:bodyPr/>
          <a:lstStyle/>
          <a:p>
            <a:fld id="{425224A2-FAD3-4125-A5A4-C13E4BBC3179}" type="slidenum">
              <a:rPr lang="en-US" smtClean="0"/>
              <a:t>‹#›</a:t>
            </a:fld>
            <a:endParaRPr lang="en-US"/>
          </a:p>
        </p:txBody>
      </p:sp>
    </p:spTree>
    <p:extLst>
      <p:ext uri="{BB962C8B-B14F-4D97-AF65-F5344CB8AC3E}">
        <p14:creationId xmlns:p14="http://schemas.microsoft.com/office/powerpoint/2010/main" val="12046022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896F0-F3F6-6635-A0F9-DC5530FB11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C1D6B3A-7CB0-0A29-AD47-F6AE8B86D3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615E2E9-8ADD-6B18-A1BF-A2B48CB423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1BCB8D-A07C-0355-7D9F-9A90911B9756}"/>
              </a:ext>
            </a:extLst>
          </p:cNvPr>
          <p:cNvSpPr>
            <a:spLocks noGrp="1"/>
          </p:cNvSpPr>
          <p:nvPr>
            <p:ph type="dt" sz="half" idx="10"/>
          </p:nvPr>
        </p:nvSpPr>
        <p:spPr/>
        <p:txBody>
          <a:bodyPr/>
          <a:lstStyle/>
          <a:p>
            <a:fld id="{DD3C43CA-91F2-4396-BA20-9461D7BD8BF5}" type="datetimeFigureOut">
              <a:rPr lang="en-US" smtClean="0"/>
              <a:t>1/22/2025</a:t>
            </a:fld>
            <a:endParaRPr lang="en-US"/>
          </a:p>
        </p:txBody>
      </p:sp>
      <p:sp>
        <p:nvSpPr>
          <p:cNvPr id="6" name="Footer Placeholder 5">
            <a:extLst>
              <a:ext uri="{FF2B5EF4-FFF2-40B4-BE49-F238E27FC236}">
                <a16:creationId xmlns:a16="http://schemas.microsoft.com/office/drawing/2014/main" id="{7ABE66BF-87C8-63EB-EE80-FE53BB09A86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669366-5AA1-E48F-9CA4-6BC2BBB25124}"/>
              </a:ext>
            </a:extLst>
          </p:cNvPr>
          <p:cNvSpPr>
            <a:spLocks noGrp="1"/>
          </p:cNvSpPr>
          <p:nvPr>
            <p:ph type="sldNum" sz="quarter" idx="12"/>
          </p:nvPr>
        </p:nvSpPr>
        <p:spPr/>
        <p:txBody>
          <a:bodyPr/>
          <a:lstStyle/>
          <a:p>
            <a:fld id="{425224A2-FAD3-4125-A5A4-C13E4BBC3179}" type="slidenum">
              <a:rPr lang="en-US" smtClean="0"/>
              <a:t>‹#›</a:t>
            </a:fld>
            <a:endParaRPr lang="en-US"/>
          </a:p>
        </p:txBody>
      </p:sp>
    </p:spTree>
    <p:extLst>
      <p:ext uri="{BB962C8B-B14F-4D97-AF65-F5344CB8AC3E}">
        <p14:creationId xmlns:p14="http://schemas.microsoft.com/office/powerpoint/2010/main" val="4507435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43537-BE44-E014-09FD-C099FE658E3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F895D29-BF27-7F8F-F340-B7000F08CFE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48736F-1DDB-DB69-CCE0-AB7AE2EE46B9}"/>
              </a:ext>
            </a:extLst>
          </p:cNvPr>
          <p:cNvSpPr>
            <a:spLocks noGrp="1"/>
          </p:cNvSpPr>
          <p:nvPr>
            <p:ph type="dt" sz="half" idx="10"/>
          </p:nvPr>
        </p:nvSpPr>
        <p:spPr/>
        <p:txBody>
          <a:bodyPr/>
          <a:lstStyle/>
          <a:p>
            <a:fld id="{DD3C43CA-91F2-4396-BA20-9461D7BD8BF5}" type="datetimeFigureOut">
              <a:rPr lang="en-US" smtClean="0"/>
              <a:t>1/22/2025</a:t>
            </a:fld>
            <a:endParaRPr lang="en-US"/>
          </a:p>
        </p:txBody>
      </p:sp>
      <p:sp>
        <p:nvSpPr>
          <p:cNvPr id="5" name="Footer Placeholder 4">
            <a:extLst>
              <a:ext uri="{FF2B5EF4-FFF2-40B4-BE49-F238E27FC236}">
                <a16:creationId xmlns:a16="http://schemas.microsoft.com/office/drawing/2014/main" id="{FF93221A-52AF-D151-3144-8E44EF7D4D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D1549A-9690-6C0E-2A58-5020213204D4}"/>
              </a:ext>
            </a:extLst>
          </p:cNvPr>
          <p:cNvSpPr>
            <a:spLocks noGrp="1"/>
          </p:cNvSpPr>
          <p:nvPr>
            <p:ph type="sldNum" sz="quarter" idx="12"/>
          </p:nvPr>
        </p:nvSpPr>
        <p:spPr/>
        <p:txBody>
          <a:bodyPr/>
          <a:lstStyle/>
          <a:p>
            <a:fld id="{425224A2-FAD3-4125-A5A4-C13E4BBC3179}" type="slidenum">
              <a:rPr lang="en-US" smtClean="0"/>
              <a:t>‹#›</a:t>
            </a:fld>
            <a:endParaRPr lang="en-US"/>
          </a:p>
        </p:txBody>
      </p:sp>
    </p:spTree>
    <p:extLst>
      <p:ext uri="{BB962C8B-B14F-4D97-AF65-F5344CB8AC3E}">
        <p14:creationId xmlns:p14="http://schemas.microsoft.com/office/powerpoint/2010/main" val="9734356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27E70F-8393-2693-7C49-BA6057B6B04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5A6DAD3-4612-0233-B5A5-E73C48E2564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A74E9D-DFEE-3F58-70A2-E0F292235233}"/>
              </a:ext>
            </a:extLst>
          </p:cNvPr>
          <p:cNvSpPr>
            <a:spLocks noGrp="1"/>
          </p:cNvSpPr>
          <p:nvPr>
            <p:ph type="dt" sz="half" idx="10"/>
          </p:nvPr>
        </p:nvSpPr>
        <p:spPr/>
        <p:txBody>
          <a:bodyPr/>
          <a:lstStyle/>
          <a:p>
            <a:fld id="{DD3C43CA-91F2-4396-BA20-9461D7BD8BF5}" type="datetimeFigureOut">
              <a:rPr lang="en-US" smtClean="0"/>
              <a:t>1/22/2025</a:t>
            </a:fld>
            <a:endParaRPr lang="en-US"/>
          </a:p>
        </p:txBody>
      </p:sp>
      <p:sp>
        <p:nvSpPr>
          <p:cNvPr id="5" name="Footer Placeholder 4">
            <a:extLst>
              <a:ext uri="{FF2B5EF4-FFF2-40B4-BE49-F238E27FC236}">
                <a16:creationId xmlns:a16="http://schemas.microsoft.com/office/drawing/2014/main" id="{EF28E939-1993-C80E-58B6-0FCA32B053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49DD39-D129-A36B-02DC-1471127DBC7E}"/>
              </a:ext>
            </a:extLst>
          </p:cNvPr>
          <p:cNvSpPr>
            <a:spLocks noGrp="1"/>
          </p:cNvSpPr>
          <p:nvPr>
            <p:ph type="sldNum" sz="quarter" idx="12"/>
          </p:nvPr>
        </p:nvSpPr>
        <p:spPr/>
        <p:txBody>
          <a:bodyPr/>
          <a:lstStyle/>
          <a:p>
            <a:fld id="{425224A2-FAD3-4125-A5A4-C13E4BBC3179}" type="slidenum">
              <a:rPr lang="en-US" smtClean="0"/>
              <a:t>‹#›</a:t>
            </a:fld>
            <a:endParaRPr lang="en-US"/>
          </a:p>
        </p:txBody>
      </p:sp>
    </p:spTree>
    <p:extLst>
      <p:ext uri="{BB962C8B-B14F-4D97-AF65-F5344CB8AC3E}">
        <p14:creationId xmlns:p14="http://schemas.microsoft.com/office/powerpoint/2010/main" val="8696549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524A77-88E4-BF7A-060E-0D3A9DE41C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ED9BAFC-4A16-CAB7-B99E-8B10D3CB4B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3EAFEA-0AEA-CEB3-BCA3-2A2E4622DA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3C43CA-91F2-4396-BA20-9461D7BD8BF5}" type="datetimeFigureOut">
              <a:rPr lang="en-US" smtClean="0"/>
              <a:t>1/22/2025</a:t>
            </a:fld>
            <a:endParaRPr lang="en-US"/>
          </a:p>
        </p:txBody>
      </p:sp>
      <p:sp>
        <p:nvSpPr>
          <p:cNvPr id="5" name="Footer Placeholder 4">
            <a:extLst>
              <a:ext uri="{FF2B5EF4-FFF2-40B4-BE49-F238E27FC236}">
                <a16:creationId xmlns:a16="http://schemas.microsoft.com/office/drawing/2014/main" id="{78E0D68B-5B87-A7C0-AD89-CAAA14B955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0C869DE-4D67-F0D3-625D-E56D57C3A3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5224A2-FAD3-4125-A5A4-C13E4BBC3179}" type="slidenum">
              <a:rPr lang="en-US" smtClean="0"/>
              <a:t>‹#›</a:t>
            </a:fld>
            <a:endParaRPr lang="en-US"/>
          </a:p>
        </p:txBody>
      </p:sp>
    </p:spTree>
    <p:extLst>
      <p:ext uri="{BB962C8B-B14F-4D97-AF65-F5344CB8AC3E}">
        <p14:creationId xmlns:p14="http://schemas.microsoft.com/office/powerpoint/2010/main" val="10076753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4.sv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4.sv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4.sv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4.sv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4.sv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4.sv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4.sv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FF8F9-4436-ED9C-E30E-680373C64496}"/>
              </a:ext>
            </a:extLst>
          </p:cNvPr>
          <p:cNvSpPr>
            <a:spLocks noGrp="1"/>
          </p:cNvSpPr>
          <p:nvPr>
            <p:ph type="ctrTitle"/>
          </p:nvPr>
        </p:nvSpPr>
        <p:spPr>
          <a:xfrm>
            <a:off x="1271410" y="1975166"/>
            <a:ext cx="9144000" cy="2387600"/>
          </a:xfrm>
        </p:spPr>
        <p:txBody>
          <a:bodyPr>
            <a:normAutofit/>
          </a:bodyPr>
          <a:lstStyle/>
          <a:p>
            <a:r>
              <a:rPr lang="sk-SK" sz="7200" b="1" dirty="0">
                <a:latin typeface="+mn-lt"/>
              </a:rPr>
              <a:t>Charakteristika a fázy IKT služieb</a:t>
            </a:r>
            <a:endParaRPr lang="en-US" sz="7200" b="1" dirty="0">
              <a:latin typeface="+mn-lt"/>
            </a:endParaRPr>
          </a:p>
        </p:txBody>
      </p:sp>
      <p:pic>
        <p:nvPicPr>
          <p:cNvPr id="11" name="Graphic 10">
            <a:extLst>
              <a:ext uri="{FF2B5EF4-FFF2-40B4-BE49-F238E27FC236}">
                <a16:creationId xmlns:a16="http://schemas.microsoft.com/office/drawing/2014/main" id="{B4A27D9D-739A-F1BC-9C27-5C7A0DAA37F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369221" y="4481877"/>
            <a:ext cx="8384374" cy="2691112"/>
          </a:xfrm>
          <a:prstGeom prst="rect">
            <a:avLst/>
          </a:prstGeom>
        </p:spPr>
      </p:pic>
      <p:sp>
        <p:nvSpPr>
          <p:cNvPr id="3" name="Subtitle 2">
            <a:extLst>
              <a:ext uri="{FF2B5EF4-FFF2-40B4-BE49-F238E27FC236}">
                <a16:creationId xmlns:a16="http://schemas.microsoft.com/office/drawing/2014/main" id="{BA9E86E7-2922-EBCF-34BF-E30ED87995EE}"/>
              </a:ext>
            </a:extLst>
          </p:cNvPr>
          <p:cNvSpPr>
            <a:spLocks noGrp="1"/>
          </p:cNvSpPr>
          <p:nvPr>
            <p:ph type="subTitle" idx="1"/>
          </p:nvPr>
        </p:nvSpPr>
        <p:spPr>
          <a:xfrm>
            <a:off x="5532658" y="5699875"/>
            <a:ext cx="3296786" cy="1158125"/>
          </a:xfrm>
        </p:spPr>
        <p:txBody>
          <a:bodyPr/>
          <a:lstStyle/>
          <a:p>
            <a:endParaRPr lang="sk-SK" sz="3200" b="1" dirty="0"/>
          </a:p>
          <a:p>
            <a:r>
              <a:rPr lang="sk-SK" sz="3200" b="1" dirty="0"/>
              <a:t>Timotej Bačo</a:t>
            </a:r>
            <a:endParaRPr lang="en-US" sz="3200" b="1" dirty="0"/>
          </a:p>
        </p:txBody>
      </p:sp>
      <p:pic>
        <p:nvPicPr>
          <p:cNvPr id="13" name="Graphic 12">
            <a:extLst>
              <a:ext uri="{FF2B5EF4-FFF2-40B4-BE49-F238E27FC236}">
                <a16:creationId xmlns:a16="http://schemas.microsoft.com/office/drawing/2014/main" id="{70EEBE84-3510-2B62-CA24-5AF882D4121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00000">
            <a:off x="-2007870" y="-221933"/>
            <a:ext cx="5905500" cy="1876425"/>
          </a:xfrm>
          <a:prstGeom prst="rect">
            <a:avLst/>
          </a:prstGeom>
        </p:spPr>
      </p:pic>
      <p:sp>
        <p:nvSpPr>
          <p:cNvPr id="14" name="Subtitle 2">
            <a:extLst>
              <a:ext uri="{FF2B5EF4-FFF2-40B4-BE49-F238E27FC236}">
                <a16:creationId xmlns:a16="http://schemas.microsoft.com/office/drawing/2014/main" id="{C432F7A5-0BD9-EB3C-66C4-098B2124A562}"/>
              </a:ext>
            </a:extLst>
          </p:cNvPr>
          <p:cNvSpPr txBox="1">
            <a:spLocks/>
          </p:cNvSpPr>
          <p:nvPr/>
        </p:nvSpPr>
        <p:spPr>
          <a:xfrm>
            <a:off x="-6655290" y="220382"/>
            <a:ext cx="11161059" cy="159123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sk-SK" dirty="0"/>
              <a:t>						</a:t>
            </a:r>
            <a:r>
              <a:rPr lang="sk-SK" sz="3200" b="1" dirty="0" err="1"/>
              <a:t>Round</a:t>
            </a:r>
            <a:r>
              <a:rPr lang="sk-SK" sz="3200" b="1" dirty="0"/>
              <a:t> 11</a:t>
            </a:r>
          </a:p>
          <a:p>
            <a:endParaRPr lang="sk-SK" sz="3200" b="1" dirty="0"/>
          </a:p>
        </p:txBody>
      </p:sp>
      <p:pic>
        <p:nvPicPr>
          <p:cNvPr id="16" name="Graphic 15">
            <a:extLst>
              <a:ext uri="{FF2B5EF4-FFF2-40B4-BE49-F238E27FC236}">
                <a16:creationId xmlns:a16="http://schemas.microsoft.com/office/drawing/2014/main" id="{6FDE482A-A808-037D-3747-48770766122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419060" y="4796781"/>
            <a:ext cx="499206" cy="499206"/>
          </a:xfrm>
          <a:prstGeom prst="rect">
            <a:avLst/>
          </a:prstGeom>
        </p:spPr>
      </p:pic>
      <p:pic>
        <p:nvPicPr>
          <p:cNvPr id="18" name="Graphic 17">
            <a:extLst>
              <a:ext uri="{FF2B5EF4-FFF2-40B4-BE49-F238E27FC236}">
                <a16:creationId xmlns:a16="http://schemas.microsoft.com/office/drawing/2014/main" id="{6DB90CFD-2AE3-A25E-DE5C-722006EC0B5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276270" y="1015640"/>
            <a:ext cx="673381" cy="546942"/>
          </a:xfrm>
          <a:prstGeom prst="rect">
            <a:avLst/>
          </a:prstGeom>
        </p:spPr>
      </p:pic>
      <p:pic>
        <p:nvPicPr>
          <p:cNvPr id="20" name="Graphic 19">
            <a:extLst>
              <a:ext uri="{FF2B5EF4-FFF2-40B4-BE49-F238E27FC236}">
                <a16:creationId xmlns:a16="http://schemas.microsoft.com/office/drawing/2014/main" id="{545A8921-B2DA-6769-E144-046AC913576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174635" y="1811617"/>
            <a:ext cx="5040144" cy="6858000"/>
          </a:xfrm>
          <a:prstGeom prst="rect">
            <a:avLst/>
          </a:prstGeom>
        </p:spPr>
      </p:pic>
      <p:pic>
        <p:nvPicPr>
          <p:cNvPr id="21" name="Graphic 20">
            <a:extLst>
              <a:ext uri="{FF2B5EF4-FFF2-40B4-BE49-F238E27FC236}">
                <a16:creationId xmlns:a16="http://schemas.microsoft.com/office/drawing/2014/main" id="{F976BE20-777C-CED1-C957-CA4D62C6012A}"/>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rot="6509232">
            <a:off x="8712121" y="-3159801"/>
            <a:ext cx="5040144" cy="6858000"/>
          </a:xfrm>
          <a:prstGeom prst="rect">
            <a:avLst/>
          </a:prstGeom>
        </p:spPr>
      </p:pic>
    </p:spTree>
    <p:extLst>
      <p:ext uri="{BB962C8B-B14F-4D97-AF65-F5344CB8AC3E}">
        <p14:creationId xmlns:p14="http://schemas.microsoft.com/office/powerpoint/2010/main" val="735358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97B3F8B8-8EA3-0789-3DC6-468EA4AB078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1074420" y="-938213"/>
            <a:ext cx="5905500" cy="1876425"/>
          </a:xfrm>
          <a:prstGeom prst="rect">
            <a:avLst/>
          </a:prstGeom>
        </p:spPr>
      </p:pic>
      <p:pic>
        <p:nvPicPr>
          <p:cNvPr id="5" name="Graphic 4">
            <a:extLst>
              <a:ext uri="{FF2B5EF4-FFF2-40B4-BE49-F238E27FC236}">
                <a16:creationId xmlns:a16="http://schemas.microsoft.com/office/drawing/2014/main" id="{9A54E75F-DC78-31F0-2F05-03E34691110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58924" y="5512444"/>
            <a:ext cx="8384374" cy="2691112"/>
          </a:xfrm>
          <a:prstGeom prst="rect">
            <a:avLst/>
          </a:prstGeom>
        </p:spPr>
      </p:pic>
      <p:sp>
        <p:nvSpPr>
          <p:cNvPr id="6" name="Rectangle 5">
            <a:extLst>
              <a:ext uri="{FF2B5EF4-FFF2-40B4-BE49-F238E27FC236}">
                <a16:creationId xmlns:a16="http://schemas.microsoft.com/office/drawing/2014/main" id="{3DE966AD-A4F9-6FFF-2E82-329F09C51267}"/>
              </a:ext>
            </a:extLst>
          </p:cNvPr>
          <p:cNvSpPr/>
          <p:nvPr/>
        </p:nvSpPr>
        <p:spPr>
          <a:xfrm>
            <a:off x="9940412" y="6338734"/>
            <a:ext cx="2251587" cy="1622322"/>
          </a:xfrm>
          <a:prstGeom prst="rect">
            <a:avLst/>
          </a:prstGeom>
          <a:solidFill>
            <a:srgbClr val="E30074"/>
          </a:solidFill>
          <a:ln>
            <a:solidFill>
              <a:srgbClr val="E300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4394263-17C4-107C-501F-C19FC6080FA3}"/>
              </a:ext>
            </a:extLst>
          </p:cNvPr>
          <p:cNvSpPr txBox="1"/>
          <p:nvPr/>
        </p:nvSpPr>
        <p:spPr>
          <a:xfrm>
            <a:off x="850680" y="1571918"/>
            <a:ext cx="10490640" cy="3594958"/>
          </a:xfrm>
          <a:prstGeom prst="rect">
            <a:avLst/>
          </a:prstGeom>
          <a:noFill/>
        </p:spPr>
        <p:txBody>
          <a:bodyPr wrap="square" rtlCol="0">
            <a:spAutoFit/>
          </a:bodyPr>
          <a:lstStyle/>
          <a:p>
            <a:pPr marL="184500" eaLnBrk="1" hangingPunct="1">
              <a:lnSpc>
                <a:spcPct val="150000"/>
              </a:lnSpc>
              <a:spcBef>
                <a:spcPct val="20000"/>
              </a:spcBef>
              <a:defRPr/>
            </a:pPr>
            <a:r>
              <a:rPr lang="sk-SK" b="1" dirty="0"/>
              <a:t>Špecifická časovo ohraničená aktivita ktorá sa zameriava na dosiahnutie konkrétneho technologického alebo softvérového cieľa</a:t>
            </a:r>
          </a:p>
          <a:p>
            <a:pPr marL="184500" eaLnBrk="1" hangingPunct="1">
              <a:lnSpc>
                <a:spcPct val="150000"/>
              </a:lnSpc>
              <a:spcBef>
                <a:spcPct val="20000"/>
              </a:spcBef>
              <a:defRPr/>
            </a:pPr>
            <a:endParaRPr lang="sk-SK" b="1" dirty="0"/>
          </a:p>
          <a:p>
            <a:pPr marL="184500" eaLnBrk="1" hangingPunct="1">
              <a:lnSpc>
                <a:spcPct val="150000"/>
              </a:lnSpc>
              <a:spcBef>
                <a:spcPct val="20000"/>
              </a:spcBef>
              <a:defRPr/>
            </a:pPr>
            <a:r>
              <a:rPr lang="sk-SK" b="1" dirty="0"/>
              <a:t>Takéto projekty môžu zahŕňať vývoj nového softvéru, implementáciu komplexných IT systémov, nasadenie hardvérových riešení, migráciu dát, implementáciu cloudových služieb alebo zabezpečenie sietí.</a:t>
            </a:r>
          </a:p>
          <a:p>
            <a:pPr marL="184500" eaLnBrk="1" hangingPunct="1">
              <a:lnSpc>
                <a:spcPct val="150000"/>
              </a:lnSpc>
              <a:spcBef>
                <a:spcPct val="20000"/>
              </a:spcBef>
              <a:defRPr/>
            </a:pPr>
            <a:endParaRPr lang="sk-SK" b="1" dirty="0"/>
          </a:p>
          <a:p>
            <a:pPr marL="184500" eaLnBrk="1" hangingPunct="1">
              <a:lnSpc>
                <a:spcPct val="150000"/>
              </a:lnSpc>
              <a:spcBef>
                <a:spcPct val="20000"/>
              </a:spcBef>
              <a:defRPr/>
            </a:pPr>
            <a:r>
              <a:rPr lang="sk-SK" b="1" dirty="0"/>
              <a:t>IKT služby môžu byť rôzne – od vývoja aplikácií a poskytovania IT podpory až po zlepšenie existujúcich systémov</a:t>
            </a:r>
          </a:p>
        </p:txBody>
      </p:sp>
      <p:sp>
        <p:nvSpPr>
          <p:cNvPr id="2" name="TextBox 1">
            <a:extLst>
              <a:ext uri="{FF2B5EF4-FFF2-40B4-BE49-F238E27FC236}">
                <a16:creationId xmlns:a16="http://schemas.microsoft.com/office/drawing/2014/main" id="{78BDABF5-8F51-701C-41A3-648EFE25590F}"/>
              </a:ext>
            </a:extLst>
          </p:cNvPr>
          <p:cNvSpPr txBox="1"/>
          <p:nvPr/>
        </p:nvSpPr>
        <p:spPr>
          <a:xfrm>
            <a:off x="3695700" y="268118"/>
            <a:ext cx="8239125" cy="1015663"/>
          </a:xfrm>
          <a:prstGeom prst="rect">
            <a:avLst/>
          </a:prstGeom>
          <a:noFill/>
        </p:spPr>
        <p:txBody>
          <a:bodyPr wrap="square" rtlCol="0">
            <a:spAutoFit/>
          </a:bodyPr>
          <a:lstStyle/>
          <a:p>
            <a:pPr algn="r"/>
            <a:r>
              <a:rPr lang="sk-SK" sz="6000" b="1" dirty="0">
                <a:solidFill>
                  <a:srgbClr val="E30074"/>
                </a:solidFill>
                <a:latin typeface="+mj-lt"/>
                <a:ea typeface="+mj-ea"/>
                <a:cs typeface="+mj-cs"/>
              </a:rPr>
              <a:t>IKT Služba</a:t>
            </a:r>
          </a:p>
        </p:txBody>
      </p:sp>
    </p:spTree>
    <p:extLst>
      <p:ext uri="{BB962C8B-B14F-4D97-AF65-F5344CB8AC3E}">
        <p14:creationId xmlns:p14="http://schemas.microsoft.com/office/powerpoint/2010/main" val="753961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97B3F8B8-8EA3-0789-3DC6-468EA4AB078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1074420" y="-938213"/>
            <a:ext cx="5905500" cy="1876425"/>
          </a:xfrm>
          <a:prstGeom prst="rect">
            <a:avLst/>
          </a:prstGeom>
        </p:spPr>
      </p:pic>
      <p:pic>
        <p:nvPicPr>
          <p:cNvPr id="5" name="Graphic 4">
            <a:extLst>
              <a:ext uri="{FF2B5EF4-FFF2-40B4-BE49-F238E27FC236}">
                <a16:creationId xmlns:a16="http://schemas.microsoft.com/office/drawing/2014/main" id="{9A54E75F-DC78-31F0-2F05-03E34691110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58924" y="5512444"/>
            <a:ext cx="8384374" cy="2691112"/>
          </a:xfrm>
          <a:prstGeom prst="rect">
            <a:avLst/>
          </a:prstGeom>
        </p:spPr>
      </p:pic>
      <p:sp>
        <p:nvSpPr>
          <p:cNvPr id="6" name="Rectangle 5">
            <a:extLst>
              <a:ext uri="{FF2B5EF4-FFF2-40B4-BE49-F238E27FC236}">
                <a16:creationId xmlns:a16="http://schemas.microsoft.com/office/drawing/2014/main" id="{3DE966AD-A4F9-6FFF-2E82-329F09C51267}"/>
              </a:ext>
            </a:extLst>
          </p:cNvPr>
          <p:cNvSpPr/>
          <p:nvPr/>
        </p:nvSpPr>
        <p:spPr>
          <a:xfrm>
            <a:off x="9940412" y="6338734"/>
            <a:ext cx="2251587" cy="1622322"/>
          </a:xfrm>
          <a:prstGeom prst="rect">
            <a:avLst/>
          </a:prstGeom>
          <a:solidFill>
            <a:srgbClr val="E30074"/>
          </a:solidFill>
          <a:ln>
            <a:solidFill>
              <a:srgbClr val="E300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4394263-17C4-107C-501F-C19FC6080FA3}"/>
              </a:ext>
            </a:extLst>
          </p:cNvPr>
          <p:cNvSpPr txBox="1"/>
          <p:nvPr/>
        </p:nvSpPr>
        <p:spPr>
          <a:xfrm>
            <a:off x="1176357" y="2490217"/>
            <a:ext cx="10490640" cy="1877565"/>
          </a:xfrm>
          <a:prstGeom prst="rect">
            <a:avLst/>
          </a:prstGeom>
          <a:noFill/>
        </p:spPr>
        <p:txBody>
          <a:bodyPr wrap="square" rtlCol="0">
            <a:spAutoFit/>
          </a:bodyPr>
          <a:lstStyle/>
          <a:p>
            <a:pPr marL="184500" eaLnBrk="1" hangingPunct="1">
              <a:lnSpc>
                <a:spcPct val="150000"/>
              </a:lnSpc>
              <a:spcBef>
                <a:spcPct val="20000"/>
              </a:spcBef>
              <a:defRPr/>
            </a:pPr>
            <a:r>
              <a:rPr lang="sk-SK" b="1" dirty="0"/>
              <a:t>Vývoj softvérových riešení</a:t>
            </a:r>
          </a:p>
          <a:p>
            <a:pPr marL="184500" eaLnBrk="1" hangingPunct="1">
              <a:lnSpc>
                <a:spcPct val="150000"/>
              </a:lnSpc>
              <a:spcBef>
                <a:spcPct val="20000"/>
              </a:spcBef>
              <a:defRPr/>
            </a:pPr>
            <a:r>
              <a:rPr lang="sk-SK" b="1" dirty="0"/>
              <a:t>Migrácia do </a:t>
            </a:r>
            <a:r>
              <a:rPr lang="sk-SK" b="1" dirty="0" err="1"/>
              <a:t>Cloudu</a:t>
            </a:r>
            <a:endParaRPr lang="sk-SK" b="1" dirty="0"/>
          </a:p>
          <a:p>
            <a:pPr marL="184500" eaLnBrk="1" hangingPunct="1">
              <a:lnSpc>
                <a:spcPct val="150000"/>
              </a:lnSpc>
              <a:spcBef>
                <a:spcPct val="20000"/>
              </a:spcBef>
              <a:defRPr/>
            </a:pPr>
            <a:r>
              <a:rPr lang="sk-SK" b="1" dirty="0"/>
              <a:t>Zabezpečenie </a:t>
            </a:r>
            <a:r>
              <a:rPr lang="sk-SK" b="1" dirty="0" err="1"/>
              <a:t>sieté</a:t>
            </a:r>
            <a:r>
              <a:rPr lang="sk-SK" b="1" dirty="0"/>
              <a:t> a ochrana dát</a:t>
            </a:r>
          </a:p>
          <a:p>
            <a:pPr marL="184500" eaLnBrk="1" hangingPunct="1">
              <a:lnSpc>
                <a:spcPct val="150000"/>
              </a:lnSpc>
              <a:spcBef>
                <a:spcPct val="20000"/>
              </a:spcBef>
              <a:defRPr/>
            </a:pPr>
            <a:r>
              <a:rPr lang="sk-SK" b="1" dirty="0"/>
              <a:t>Integrácia a automatizácia procesov</a:t>
            </a:r>
          </a:p>
        </p:txBody>
      </p:sp>
      <p:sp>
        <p:nvSpPr>
          <p:cNvPr id="2" name="TextBox 1">
            <a:extLst>
              <a:ext uri="{FF2B5EF4-FFF2-40B4-BE49-F238E27FC236}">
                <a16:creationId xmlns:a16="http://schemas.microsoft.com/office/drawing/2014/main" id="{78BDABF5-8F51-701C-41A3-648EFE25590F}"/>
              </a:ext>
            </a:extLst>
          </p:cNvPr>
          <p:cNvSpPr txBox="1"/>
          <p:nvPr/>
        </p:nvSpPr>
        <p:spPr>
          <a:xfrm>
            <a:off x="3695700" y="268118"/>
            <a:ext cx="8239125" cy="1015663"/>
          </a:xfrm>
          <a:prstGeom prst="rect">
            <a:avLst/>
          </a:prstGeom>
          <a:noFill/>
        </p:spPr>
        <p:txBody>
          <a:bodyPr wrap="square" rtlCol="0">
            <a:spAutoFit/>
          </a:bodyPr>
          <a:lstStyle/>
          <a:p>
            <a:pPr algn="r"/>
            <a:r>
              <a:rPr lang="sk-SK" sz="6000" b="1" dirty="0">
                <a:solidFill>
                  <a:srgbClr val="E30074"/>
                </a:solidFill>
                <a:latin typeface="+mj-lt"/>
                <a:ea typeface="+mj-ea"/>
                <a:cs typeface="+mj-cs"/>
              </a:rPr>
              <a:t>IKT Služba</a:t>
            </a:r>
          </a:p>
        </p:txBody>
      </p:sp>
    </p:spTree>
    <p:extLst>
      <p:ext uri="{BB962C8B-B14F-4D97-AF65-F5344CB8AC3E}">
        <p14:creationId xmlns:p14="http://schemas.microsoft.com/office/powerpoint/2010/main" val="6995112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97B3F8B8-8EA3-0789-3DC6-468EA4AB078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1074420" y="-938213"/>
            <a:ext cx="5905500" cy="1876425"/>
          </a:xfrm>
          <a:prstGeom prst="rect">
            <a:avLst/>
          </a:prstGeom>
        </p:spPr>
      </p:pic>
      <p:pic>
        <p:nvPicPr>
          <p:cNvPr id="5" name="Graphic 4">
            <a:extLst>
              <a:ext uri="{FF2B5EF4-FFF2-40B4-BE49-F238E27FC236}">
                <a16:creationId xmlns:a16="http://schemas.microsoft.com/office/drawing/2014/main" id="{9A54E75F-DC78-31F0-2F05-03E34691110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58924" y="5512444"/>
            <a:ext cx="8384374" cy="2691112"/>
          </a:xfrm>
          <a:prstGeom prst="rect">
            <a:avLst/>
          </a:prstGeom>
        </p:spPr>
      </p:pic>
      <p:sp>
        <p:nvSpPr>
          <p:cNvPr id="6" name="Rectangle 5">
            <a:extLst>
              <a:ext uri="{FF2B5EF4-FFF2-40B4-BE49-F238E27FC236}">
                <a16:creationId xmlns:a16="http://schemas.microsoft.com/office/drawing/2014/main" id="{3DE966AD-A4F9-6FFF-2E82-329F09C51267}"/>
              </a:ext>
            </a:extLst>
          </p:cNvPr>
          <p:cNvSpPr/>
          <p:nvPr/>
        </p:nvSpPr>
        <p:spPr>
          <a:xfrm>
            <a:off x="9940412" y="6338734"/>
            <a:ext cx="2251587" cy="1622322"/>
          </a:xfrm>
          <a:prstGeom prst="rect">
            <a:avLst/>
          </a:prstGeom>
          <a:solidFill>
            <a:srgbClr val="E30074"/>
          </a:solidFill>
          <a:ln>
            <a:solidFill>
              <a:srgbClr val="E300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4394263-17C4-107C-501F-C19FC6080FA3}"/>
              </a:ext>
            </a:extLst>
          </p:cNvPr>
          <p:cNvSpPr txBox="1"/>
          <p:nvPr/>
        </p:nvSpPr>
        <p:spPr>
          <a:xfrm>
            <a:off x="850680" y="1988431"/>
            <a:ext cx="10490640" cy="2819362"/>
          </a:xfrm>
          <a:prstGeom prst="rect">
            <a:avLst/>
          </a:prstGeom>
          <a:noFill/>
        </p:spPr>
        <p:txBody>
          <a:bodyPr wrap="square" rtlCol="0">
            <a:spAutoFit/>
          </a:bodyPr>
          <a:lstStyle/>
          <a:p>
            <a:pPr marL="184500" eaLnBrk="1" hangingPunct="1">
              <a:lnSpc>
                <a:spcPct val="150000"/>
              </a:lnSpc>
              <a:spcBef>
                <a:spcPct val="20000"/>
              </a:spcBef>
              <a:defRPr/>
            </a:pPr>
            <a:r>
              <a:rPr lang="sk-SK" b="1" dirty="0"/>
              <a:t>Nejde tak o technológie ako o stratégiu:</a:t>
            </a:r>
          </a:p>
          <a:p>
            <a:pPr marL="184500" eaLnBrk="1" hangingPunct="1">
              <a:lnSpc>
                <a:spcPct val="150000"/>
              </a:lnSpc>
              <a:spcBef>
                <a:spcPct val="20000"/>
              </a:spcBef>
              <a:defRPr/>
            </a:pPr>
            <a:endParaRPr lang="sk-SK" b="1" dirty="0"/>
          </a:p>
          <a:p>
            <a:pPr marL="184500" eaLnBrk="1" hangingPunct="1">
              <a:lnSpc>
                <a:spcPct val="150000"/>
              </a:lnSpc>
              <a:spcBef>
                <a:spcPct val="20000"/>
              </a:spcBef>
              <a:defRPr/>
            </a:pPr>
            <a:r>
              <a:rPr lang="sk-SK" b="1" dirty="0"/>
              <a:t>Miesto kupovania veľkého množstva serverov </a:t>
            </a:r>
            <a:r>
              <a:rPr lang="sk-SK" b="1" dirty="0" err="1"/>
              <a:t>VMware</a:t>
            </a:r>
            <a:r>
              <a:rPr lang="sk-SK" b="1" dirty="0"/>
              <a:t> </a:t>
            </a:r>
          </a:p>
          <a:p>
            <a:pPr marL="184500" eaLnBrk="1" hangingPunct="1">
              <a:lnSpc>
                <a:spcPct val="150000"/>
              </a:lnSpc>
              <a:spcBef>
                <a:spcPct val="20000"/>
              </a:spcBef>
              <a:defRPr/>
            </a:pPr>
            <a:r>
              <a:rPr lang="sk-SK" b="1" dirty="0"/>
              <a:t>Miesto chodenia na pobočky Aplikácie v telefóne</a:t>
            </a:r>
          </a:p>
          <a:p>
            <a:pPr marL="184500" eaLnBrk="1" hangingPunct="1">
              <a:lnSpc>
                <a:spcPct val="150000"/>
              </a:lnSpc>
              <a:spcBef>
                <a:spcPct val="20000"/>
              </a:spcBef>
              <a:defRPr/>
            </a:pPr>
            <a:r>
              <a:rPr lang="sk-SK" b="1" dirty="0"/>
              <a:t>Miesto osobných </a:t>
            </a:r>
            <a:r>
              <a:rPr lang="sk-SK" b="1" dirty="0" err="1"/>
              <a:t>meetingov</a:t>
            </a:r>
            <a:r>
              <a:rPr lang="sk-SK" b="1" dirty="0"/>
              <a:t>, </a:t>
            </a:r>
            <a:r>
              <a:rPr lang="sk-SK" b="1" dirty="0" err="1"/>
              <a:t>meeting</a:t>
            </a:r>
            <a:r>
              <a:rPr lang="sk-SK" b="1" dirty="0"/>
              <a:t> na </a:t>
            </a:r>
            <a:r>
              <a:rPr lang="sk-SK" b="1" dirty="0" err="1"/>
              <a:t>Webexe</a:t>
            </a:r>
            <a:r>
              <a:rPr lang="sk-SK" b="1" dirty="0"/>
              <a:t> :D (Alebo </a:t>
            </a:r>
            <a:r>
              <a:rPr lang="sk-SK" b="1" dirty="0" err="1"/>
              <a:t>MSTeams</a:t>
            </a:r>
            <a:r>
              <a:rPr lang="sk-SK" b="1" dirty="0"/>
              <a:t> </a:t>
            </a:r>
            <a:r>
              <a:rPr lang="sk-SK" b="1" dirty="0">
                <a:sym typeface="Wingdings" panose="05000000000000000000" pitchFamily="2" charset="2"/>
              </a:rPr>
              <a:t>:( </a:t>
            </a:r>
            <a:r>
              <a:rPr lang="sk-SK" b="1" dirty="0"/>
              <a:t>)</a:t>
            </a:r>
          </a:p>
          <a:p>
            <a:pPr marL="184500" eaLnBrk="1" hangingPunct="1">
              <a:lnSpc>
                <a:spcPct val="150000"/>
              </a:lnSpc>
              <a:spcBef>
                <a:spcPct val="20000"/>
              </a:spcBef>
              <a:defRPr/>
            </a:pPr>
            <a:r>
              <a:rPr lang="sk-SK" b="1" dirty="0"/>
              <a:t>Miesto každodenného kontrolovania </a:t>
            </a:r>
            <a:r>
              <a:rPr lang="sk-SK" b="1" dirty="0" err="1"/>
              <a:t>routrov</a:t>
            </a:r>
            <a:r>
              <a:rPr lang="sk-SK" b="1" dirty="0"/>
              <a:t> automatizovaný </a:t>
            </a:r>
            <a:r>
              <a:rPr lang="sk-SK" b="1" dirty="0" err="1"/>
              <a:t>script</a:t>
            </a:r>
            <a:r>
              <a:rPr lang="sk-SK" b="1" dirty="0"/>
              <a:t> </a:t>
            </a:r>
          </a:p>
        </p:txBody>
      </p:sp>
      <p:sp>
        <p:nvSpPr>
          <p:cNvPr id="2" name="TextBox 1">
            <a:extLst>
              <a:ext uri="{FF2B5EF4-FFF2-40B4-BE49-F238E27FC236}">
                <a16:creationId xmlns:a16="http://schemas.microsoft.com/office/drawing/2014/main" id="{78BDABF5-8F51-701C-41A3-648EFE25590F}"/>
              </a:ext>
            </a:extLst>
          </p:cNvPr>
          <p:cNvSpPr txBox="1"/>
          <p:nvPr/>
        </p:nvSpPr>
        <p:spPr>
          <a:xfrm>
            <a:off x="3695700" y="268118"/>
            <a:ext cx="8239125" cy="1015663"/>
          </a:xfrm>
          <a:prstGeom prst="rect">
            <a:avLst/>
          </a:prstGeom>
          <a:noFill/>
        </p:spPr>
        <p:txBody>
          <a:bodyPr wrap="square" rtlCol="0">
            <a:spAutoFit/>
          </a:bodyPr>
          <a:lstStyle/>
          <a:p>
            <a:pPr algn="r"/>
            <a:r>
              <a:rPr lang="sk-SK" sz="6000" b="1" dirty="0">
                <a:solidFill>
                  <a:srgbClr val="E30074"/>
                </a:solidFill>
                <a:latin typeface="+mj-lt"/>
                <a:ea typeface="+mj-ea"/>
                <a:cs typeface="+mj-cs"/>
              </a:rPr>
              <a:t>Prečo IKT Služby?</a:t>
            </a:r>
          </a:p>
        </p:txBody>
      </p:sp>
    </p:spTree>
    <p:extLst>
      <p:ext uri="{BB962C8B-B14F-4D97-AF65-F5344CB8AC3E}">
        <p14:creationId xmlns:p14="http://schemas.microsoft.com/office/powerpoint/2010/main" val="27104276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97B3F8B8-8EA3-0789-3DC6-468EA4AB078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1074420" y="-938213"/>
            <a:ext cx="5905500" cy="1876425"/>
          </a:xfrm>
          <a:prstGeom prst="rect">
            <a:avLst/>
          </a:prstGeom>
        </p:spPr>
      </p:pic>
      <p:pic>
        <p:nvPicPr>
          <p:cNvPr id="5" name="Graphic 4">
            <a:extLst>
              <a:ext uri="{FF2B5EF4-FFF2-40B4-BE49-F238E27FC236}">
                <a16:creationId xmlns:a16="http://schemas.microsoft.com/office/drawing/2014/main" id="{9A54E75F-DC78-31F0-2F05-03E34691110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58924" y="5512444"/>
            <a:ext cx="8384374" cy="2691112"/>
          </a:xfrm>
          <a:prstGeom prst="rect">
            <a:avLst/>
          </a:prstGeom>
        </p:spPr>
      </p:pic>
      <p:sp>
        <p:nvSpPr>
          <p:cNvPr id="6" name="Rectangle 5">
            <a:extLst>
              <a:ext uri="{FF2B5EF4-FFF2-40B4-BE49-F238E27FC236}">
                <a16:creationId xmlns:a16="http://schemas.microsoft.com/office/drawing/2014/main" id="{3DE966AD-A4F9-6FFF-2E82-329F09C51267}"/>
              </a:ext>
            </a:extLst>
          </p:cNvPr>
          <p:cNvSpPr/>
          <p:nvPr/>
        </p:nvSpPr>
        <p:spPr>
          <a:xfrm>
            <a:off x="9940412" y="6338734"/>
            <a:ext cx="2251587" cy="1622322"/>
          </a:xfrm>
          <a:prstGeom prst="rect">
            <a:avLst/>
          </a:prstGeom>
          <a:solidFill>
            <a:srgbClr val="E30074"/>
          </a:solidFill>
          <a:ln>
            <a:solidFill>
              <a:srgbClr val="E300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4394263-17C4-107C-501F-C19FC6080FA3}"/>
              </a:ext>
            </a:extLst>
          </p:cNvPr>
          <p:cNvSpPr txBox="1"/>
          <p:nvPr/>
        </p:nvSpPr>
        <p:spPr>
          <a:xfrm>
            <a:off x="850680" y="1764503"/>
            <a:ext cx="10490640" cy="3618042"/>
          </a:xfrm>
          <a:prstGeom prst="rect">
            <a:avLst/>
          </a:prstGeom>
          <a:noFill/>
        </p:spPr>
        <p:txBody>
          <a:bodyPr wrap="square" rtlCol="0">
            <a:spAutoFit/>
          </a:bodyPr>
          <a:lstStyle/>
          <a:p>
            <a:pPr marL="184500" eaLnBrk="1" hangingPunct="1">
              <a:lnSpc>
                <a:spcPct val="150000"/>
              </a:lnSpc>
              <a:spcBef>
                <a:spcPct val="20000"/>
              </a:spcBef>
              <a:defRPr/>
            </a:pPr>
            <a:r>
              <a:rPr lang="sk-SK" b="1" dirty="0">
                <a:solidFill>
                  <a:srgbClr val="E30074"/>
                </a:solidFill>
              </a:rPr>
              <a:t>Zvýšenie produktivity: </a:t>
            </a:r>
            <a:r>
              <a:rPr lang="sk-SK" b="1" dirty="0"/>
              <a:t>Projekty, ktoré zavádzajú nové technologické nástroje (ako CRM alebo ERP systémy), umožňujú firmám rýchlejšie reagovať na potreby trhu, lepšie riadiť svoje operácie a optimalizovať procesy.</a:t>
            </a:r>
          </a:p>
          <a:p>
            <a:pPr marL="184500" eaLnBrk="1" hangingPunct="1">
              <a:lnSpc>
                <a:spcPct val="150000"/>
              </a:lnSpc>
              <a:spcBef>
                <a:spcPct val="20000"/>
              </a:spcBef>
              <a:defRPr/>
            </a:pPr>
            <a:endParaRPr lang="sk-SK" sz="100" b="1" dirty="0"/>
          </a:p>
          <a:p>
            <a:pPr marL="184500" eaLnBrk="1" hangingPunct="1">
              <a:lnSpc>
                <a:spcPct val="150000"/>
              </a:lnSpc>
              <a:spcBef>
                <a:spcPct val="20000"/>
              </a:spcBef>
              <a:defRPr/>
            </a:pPr>
            <a:r>
              <a:rPr lang="sk-SK" b="1" dirty="0">
                <a:solidFill>
                  <a:srgbClr val="E30074"/>
                </a:solidFill>
              </a:rPr>
              <a:t>Zníženie nákladov: </a:t>
            </a:r>
            <a:r>
              <a:rPr lang="sk-SK" b="1" dirty="0"/>
              <a:t>Implementácia cloudových riešení, automatizácia procesov a konsolidácia infraštruktúry môžu viesť k nižším nákladom na údržbu a správu IT systémov.</a:t>
            </a:r>
          </a:p>
          <a:p>
            <a:pPr marL="184500" eaLnBrk="1" hangingPunct="1">
              <a:lnSpc>
                <a:spcPct val="150000"/>
              </a:lnSpc>
              <a:spcBef>
                <a:spcPct val="20000"/>
              </a:spcBef>
              <a:defRPr/>
            </a:pPr>
            <a:endParaRPr lang="sk-SK" sz="100" b="1" dirty="0"/>
          </a:p>
          <a:p>
            <a:pPr marL="184500" eaLnBrk="1" hangingPunct="1">
              <a:lnSpc>
                <a:spcPct val="150000"/>
              </a:lnSpc>
              <a:spcBef>
                <a:spcPct val="20000"/>
              </a:spcBef>
              <a:defRPr/>
            </a:pPr>
            <a:r>
              <a:rPr lang="sk-SK" b="1" dirty="0">
                <a:solidFill>
                  <a:srgbClr val="E30074"/>
                </a:solidFill>
              </a:rPr>
              <a:t>Inovácia: </a:t>
            </a:r>
            <a:r>
              <a:rPr lang="sk-SK" b="1" dirty="0"/>
              <a:t>Inovácia v oblasti softvérových riešení alebo produktov môže výrazne zmeniť spôsob, akým firma pôsobí na trhu, čo môže viesť k zlepšeniu jej konkurenčnej pozície.</a:t>
            </a:r>
          </a:p>
          <a:p>
            <a:pPr marL="184500" eaLnBrk="1" hangingPunct="1">
              <a:lnSpc>
                <a:spcPct val="150000"/>
              </a:lnSpc>
              <a:spcBef>
                <a:spcPct val="20000"/>
              </a:spcBef>
              <a:defRPr/>
            </a:pPr>
            <a:endParaRPr lang="sk-SK" sz="100" b="1" dirty="0"/>
          </a:p>
          <a:p>
            <a:pPr marL="184500" eaLnBrk="1" hangingPunct="1">
              <a:lnSpc>
                <a:spcPct val="150000"/>
              </a:lnSpc>
              <a:spcBef>
                <a:spcPct val="20000"/>
              </a:spcBef>
              <a:defRPr/>
            </a:pPr>
            <a:r>
              <a:rPr lang="sk-SK" b="1" dirty="0">
                <a:solidFill>
                  <a:srgbClr val="E30074"/>
                </a:solidFill>
              </a:rPr>
              <a:t>Digitálna transformácia: </a:t>
            </a:r>
            <a:r>
              <a:rPr lang="sk-SK" b="1" dirty="0"/>
              <a:t>V dnešnej dobe je digitalizácia nevyhnutná pre každú firmu, a preto IKT projekty zohrávajú zásadnú úlohu pri prechode organizácií na digitálne platformy.</a:t>
            </a:r>
          </a:p>
        </p:txBody>
      </p:sp>
      <p:sp>
        <p:nvSpPr>
          <p:cNvPr id="2" name="TextBox 1">
            <a:extLst>
              <a:ext uri="{FF2B5EF4-FFF2-40B4-BE49-F238E27FC236}">
                <a16:creationId xmlns:a16="http://schemas.microsoft.com/office/drawing/2014/main" id="{78BDABF5-8F51-701C-41A3-648EFE25590F}"/>
              </a:ext>
            </a:extLst>
          </p:cNvPr>
          <p:cNvSpPr txBox="1"/>
          <p:nvPr/>
        </p:nvSpPr>
        <p:spPr>
          <a:xfrm>
            <a:off x="3695700" y="268118"/>
            <a:ext cx="8239125" cy="1015663"/>
          </a:xfrm>
          <a:prstGeom prst="rect">
            <a:avLst/>
          </a:prstGeom>
          <a:noFill/>
        </p:spPr>
        <p:txBody>
          <a:bodyPr wrap="square" rtlCol="0">
            <a:spAutoFit/>
          </a:bodyPr>
          <a:lstStyle/>
          <a:p>
            <a:pPr algn="r"/>
            <a:r>
              <a:rPr lang="sk-SK" sz="6000" b="1" dirty="0">
                <a:solidFill>
                  <a:srgbClr val="E30074"/>
                </a:solidFill>
                <a:latin typeface="+mj-lt"/>
                <a:ea typeface="+mj-ea"/>
                <a:cs typeface="+mj-cs"/>
              </a:rPr>
              <a:t>Prečo IKT Služby?</a:t>
            </a:r>
          </a:p>
        </p:txBody>
      </p:sp>
    </p:spTree>
    <p:extLst>
      <p:ext uri="{BB962C8B-B14F-4D97-AF65-F5344CB8AC3E}">
        <p14:creationId xmlns:p14="http://schemas.microsoft.com/office/powerpoint/2010/main" val="3709705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97B3F8B8-8EA3-0789-3DC6-468EA4AB078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1074420" y="-938213"/>
            <a:ext cx="5905500" cy="1876425"/>
          </a:xfrm>
          <a:prstGeom prst="rect">
            <a:avLst/>
          </a:prstGeom>
        </p:spPr>
      </p:pic>
      <p:pic>
        <p:nvPicPr>
          <p:cNvPr id="5" name="Graphic 4">
            <a:extLst>
              <a:ext uri="{FF2B5EF4-FFF2-40B4-BE49-F238E27FC236}">
                <a16:creationId xmlns:a16="http://schemas.microsoft.com/office/drawing/2014/main" id="{9A54E75F-DC78-31F0-2F05-03E34691110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58924" y="5512444"/>
            <a:ext cx="8384374" cy="2691112"/>
          </a:xfrm>
          <a:prstGeom prst="rect">
            <a:avLst/>
          </a:prstGeom>
        </p:spPr>
      </p:pic>
      <p:sp>
        <p:nvSpPr>
          <p:cNvPr id="6" name="Rectangle 5">
            <a:extLst>
              <a:ext uri="{FF2B5EF4-FFF2-40B4-BE49-F238E27FC236}">
                <a16:creationId xmlns:a16="http://schemas.microsoft.com/office/drawing/2014/main" id="{3DE966AD-A4F9-6FFF-2E82-329F09C51267}"/>
              </a:ext>
            </a:extLst>
          </p:cNvPr>
          <p:cNvSpPr/>
          <p:nvPr/>
        </p:nvSpPr>
        <p:spPr>
          <a:xfrm>
            <a:off x="9940412" y="6338734"/>
            <a:ext cx="2251587" cy="1622322"/>
          </a:xfrm>
          <a:prstGeom prst="rect">
            <a:avLst/>
          </a:prstGeom>
          <a:solidFill>
            <a:srgbClr val="E30074"/>
          </a:solidFill>
          <a:ln>
            <a:solidFill>
              <a:srgbClr val="E300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4394263-17C4-107C-501F-C19FC6080FA3}"/>
              </a:ext>
            </a:extLst>
          </p:cNvPr>
          <p:cNvSpPr txBox="1"/>
          <p:nvPr/>
        </p:nvSpPr>
        <p:spPr>
          <a:xfrm>
            <a:off x="850680" y="1420584"/>
            <a:ext cx="10490640" cy="3955057"/>
          </a:xfrm>
          <a:prstGeom prst="rect">
            <a:avLst/>
          </a:prstGeom>
          <a:noFill/>
        </p:spPr>
        <p:txBody>
          <a:bodyPr wrap="square" rtlCol="0">
            <a:spAutoFit/>
          </a:bodyPr>
          <a:lstStyle/>
          <a:p>
            <a:pPr marL="184500" eaLnBrk="1" hangingPunct="1">
              <a:lnSpc>
                <a:spcPct val="150000"/>
              </a:lnSpc>
              <a:spcBef>
                <a:spcPct val="20000"/>
              </a:spcBef>
              <a:defRPr/>
            </a:pPr>
            <a:r>
              <a:rPr lang="sk-SK" b="1" dirty="0">
                <a:solidFill>
                  <a:srgbClr val="E30074"/>
                </a:solidFill>
              </a:rPr>
              <a:t>Technická zložitosť: </a:t>
            </a:r>
            <a:r>
              <a:rPr lang="sk-SK" b="1" dirty="0"/>
              <a:t>Nie každý projekt je technicky jednoduchý a nie všetky technológie sú vzájomne kompatibilné. Ak sa niečo pokazí v technickej implementácii, môže to viesť k vážnym problémom s funkcionalitou alebo výkonom.</a:t>
            </a:r>
          </a:p>
          <a:p>
            <a:pPr marL="184500" eaLnBrk="1" hangingPunct="1">
              <a:lnSpc>
                <a:spcPct val="150000"/>
              </a:lnSpc>
              <a:spcBef>
                <a:spcPct val="20000"/>
              </a:spcBef>
              <a:defRPr/>
            </a:pPr>
            <a:r>
              <a:rPr lang="sk-SK" b="1" dirty="0">
                <a:solidFill>
                  <a:srgbClr val="E30074"/>
                </a:solidFill>
              </a:rPr>
              <a:t>Zmeny v požiadavkách: </a:t>
            </a:r>
            <a:r>
              <a:rPr lang="sk-SK" b="1" dirty="0"/>
              <a:t>Počas realizácie projektu sa môžu požiadavky na softvér alebo službu zmeniť. Klient môže zistiť, že potrebuje iné funkcionality, čo môže viesť k dodatočným nákladom a oneskoreniam.</a:t>
            </a:r>
          </a:p>
          <a:p>
            <a:pPr marL="184500" eaLnBrk="1" hangingPunct="1">
              <a:lnSpc>
                <a:spcPct val="150000"/>
              </a:lnSpc>
              <a:spcBef>
                <a:spcPct val="20000"/>
              </a:spcBef>
              <a:defRPr/>
            </a:pPr>
            <a:r>
              <a:rPr lang="sk-SK" b="1" dirty="0">
                <a:solidFill>
                  <a:srgbClr val="E30074"/>
                </a:solidFill>
              </a:rPr>
              <a:t>Riziko nedostatočného školenia používateľov: </a:t>
            </a:r>
            <a:r>
              <a:rPr lang="sk-SK" b="1" dirty="0"/>
              <a:t>Nový systém môže byť neefektívny, ak používatelia nebudú dostatočne vyškolení na jeho používanie. Implementácia školení a podporných materiálov je kľúčová.</a:t>
            </a:r>
          </a:p>
          <a:p>
            <a:pPr marL="184500" eaLnBrk="1" hangingPunct="1">
              <a:lnSpc>
                <a:spcPct val="150000"/>
              </a:lnSpc>
              <a:spcBef>
                <a:spcPct val="20000"/>
              </a:spcBef>
              <a:defRPr/>
            </a:pPr>
            <a:r>
              <a:rPr lang="en-US" b="1" dirty="0" err="1">
                <a:solidFill>
                  <a:srgbClr val="E30074"/>
                </a:solidFill>
              </a:rPr>
              <a:t>Zabezpečenie</a:t>
            </a:r>
            <a:r>
              <a:rPr lang="en-US" b="1" dirty="0">
                <a:solidFill>
                  <a:srgbClr val="E30074"/>
                </a:solidFill>
              </a:rPr>
              <a:t>:</a:t>
            </a:r>
            <a:r>
              <a:rPr lang="en-US" b="1" dirty="0"/>
              <a:t> </a:t>
            </a:r>
            <a:r>
              <a:rPr lang="en-US" b="1" dirty="0" err="1"/>
              <a:t>Kybernetické</a:t>
            </a:r>
            <a:r>
              <a:rPr lang="en-US" b="1" dirty="0"/>
              <a:t> </a:t>
            </a:r>
            <a:r>
              <a:rPr lang="en-US" b="1" dirty="0" err="1"/>
              <a:t>hrozby</a:t>
            </a:r>
            <a:r>
              <a:rPr lang="en-US" b="1" dirty="0"/>
              <a:t> </a:t>
            </a:r>
            <a:r>
              <a:rPr lang="en-US" b="1" dirty="0" err="1"/>
              <a:t>sú</a:t>
            </a:r>
            <a:r>
              <a:rPr lang="en-US" b="1" dirty="0"/>
              <a:t> </a:t>
            </a:r>
            <a:r>
              <a:rPr lang="en-US" b="1" dirty="0" err="1"/>
              <a:t>stále</a:t>
            </a:r>
            <a:r>
              <a:rPr lang="en-US" b="1" dirty="0"/>
              <a:t> </a:t>
            </a:r>
            <a:r>
              <a:rPr lang="en-US" b="1" dirty="0" err="1"/>
              <a:t>väčším</a:t>
            </a:r>
            <a:r>
              <a:rPr lang="en-US" b="1" dirty="0"/>
              <a:t> </a:t>
            </a:r>
            <a:r>
              <a:rPr lang="en-US" b="1" dirty="0" err="1"/>
              <a:t>problémom</a:t>
            </a:r>
            <a:r>
              <a:rPr lang="en-US" b="1" dirty="0"/>
              <a:t>, </a:t>
            </a:r>
            <a:r>
              <a:rPr lang="en-US" b="1" dirty="0" err="1"/>
              <a:t>preto</a:t>
            </a:r>
            <a:r>
              <a:rPr lang="en-US" b="1" dirty="0"/>
              <a:t> </a:t>
            </a:r>
            <a:r>
              <a:rPr lang="en-US" b="1" dirty="0" err="1"/>
              <a:t>každý</a:t>
            </a:r>
            <a:r>
              <a:rPr lang="en-US" b="1" dirty="0"/>
              <a:t> </a:t>
            </a:r>
            <a:r>
              <a:rPr lang="en-US" b="1" dirty="0" err="1"/>
              <a:t>projekt</a:t>
            </a:r>
            <a:r>
              <a:rPr lang="en-US" b="1" dirty="0"/>
              <a:t>, </a:t>
            </a:r>
            <a:r>
              <a:rPr lang="en-US" b="1" dirty="0" err="1"/>
              <a:t>ktorý</a:t>
            </a:r>
            <a:r>
              <a:rPr lang="en-US" b="1" dirty="0"/>
              <a:t> </a:t>
            </a:r>
            <a:r>
              <a:rPr lang="en-US" b="1" dirty="0" err="1"/>
              <a:t>sa</a:t>
            </a:r>
            <a:r>
              <a:rPr lang="en-US" b="1" dirty="0"/>
              <a:t> </a:t>
            </a:r>
            <a:r>
              <a:rPr lang="en-US" b="1" dirty="0" err="1"/>
              <a:t>týka</a:t>
            </a:r>
            <a:r>
              <a:rPr lang="en-US" b="1" dirty="0"/>
              <a:t> </a:t>
            </a:r>
            <a:r>
              <a:rPr lang="en-US" b="1" dirty="0" err="1"/>
              <a:t>správy</a:t>
            </a:r>
            <a:r>
              <a:rPr lang="en-US" b="1" dirty="0"/>
              <a:t> </a:t>
            </a:r>
            <a:r>
              <a:rPr lang="en-US" b="1" dirty="0" err="1"/>
              <a:t>dát</a:t>
            </a:r>
            <a:r>
              <a:rPr lang="en-US" b="1" dirty="0"/>
              <a:t> </a:t>
            </a:r>
            <a:r>
              <a:rPr lang="en-US" b="1" dirty="0" err="1"/>
              <a:t>alebo</a:t>
            </a:r>
            <a:r>
              <a:rPr lang="en-US" b="1" dirty="0"/>
              <a:t> </a:t>
            </a:r>
            <a:r>
              <a:rPr lang="en-US" b="1" dirty="0" err="1"/>
              <a:t>vývoja</a:t>
            </a:r>
            <a:r>
              <a:rPr lang="en-US" b="1" dirty="0"/>
              <a:t> </a:t>
            </a:r>
            <a:r>
              <a:rPr lang="en-US" b="1" dirty="0" err="1"/>
              <a:t>nových</a:t>
            </a:r>
            <a:r>
              <a:rPr lang="en-US" b="1" dirty="0"/>
              <a:t> </a:t>
            </a:r>
            <a:r>
              <a:rPr lang="en-US" b="1" dirty="0" err="1"/>
              <a:t>systémov</a:t>
            </a:r>
            <a:r>
              <a:rPr lang="en-US" b="1" dirty="0"/>
              <a:t>, </a:t>
            </a:r>
            <a:r>
              <a:rPr lang="en-US" b="1" dirty="0" err="1"/>
              <a:t>musí</a:t>
            </a:r>
            <a:r>
              <a:rPr lang="en-US" b="1" dirty="0"/>
              <a:t> </a:t>
            </a:r>
            <a:r>
              <a:rPr lang="en-US" b="1" dirty="0" err="1"/>
              <a:t>zohľadniť</a:t>
            </a:r>
            <a:r>
              <a:rPr lang="en-US" b="1" dirty="0"/>
              <a:t> </a:t>
            </a:r>
            <a:r>
              <a:rPr lang="en-US" b="1" dirty="0" err="1"/>
              <a:t>potrebné</a:t>
            </a:r>
            <a:r>
              <a:rPr lang="en-US" b="1" dirty="0"/>
              <a:t> </a:t>
            </a:r>
            <a:r>
              <a:rPr lang="en-US" b="1" dirty="0" err="1"/>
              <a:t>bezpečnostné</a:t>
            </a:r>
            <a:r>
              <a:rPr lang="en-US" b="1" dirty="0"/>
              <a:t> </a:t>
            </a:r>
            <a:r>
              <a:rPr lang="en-US" b="1" dirty="0" err="1"/>
              <a:t>opatrenia</a:t>
            </a:r>
            <a:r>
              <a:rPr lang="en-US" b="1" dirty="0"/>
              <a:t>.</a:t>
            </a:r>
            <a:endParaRPr lang="sk-SK" b="1" dirty="0"/>
          </a:p>
        </p:txBody>
      </p:sp>
      <p:sp>
        <p:nvSpPr>
          <p:cNvPr id="2" name="TextBox 1">
            <a:extLst>
              <a:ext uri="{FF2B5EF4-FFF2-40B4-BE49-F238E27FC236}">
                <a16:creationId xmlns:a16="http://schemas.microsoft.com/office/drawing/2014/main" id="{78BDABF5-8F51-701C-41A3-648EFE25590F}"/>
              </a:ext>
            </a:extLst>
          </p:cNvPr>
          <p:cNvSpPr txBox="1"/>
          <p:nvPr/>
        </p:nvSpPr>
        <p:spPr>
          <a:xfrm>
            <a:off x="3695700" y="268118"/>
            <a:ext cx="8239125" cy="1015663"/>
          </a:xfrm>
          <a:prstGeom prst="rect">
            <a:avLst/>
          </a:prstGeom>
          <a:noFill/>
        </p:spPr>
        <p:txBody>
          <a:bodyPr wrap="square" rtlCol="0">
            <a:spAutoFit/>
          </a:bodyPr>
          <a:lstStyle/>
          <a:p>
            <a:pPr algn="r"/>
            <a:r>
              <a:rPr lang="sk-SK" sz="6000" b="1" dirty="0">
                <a:solidFill>
                  <a:srgbClr val="E30074"/>
                </a:solidFill>
                <a:latin typeface="+mj-lt"/>
                <a:ea typeface="+mj-ea"/>
                <a:cs typeface="+mj-cs"/>
              </a:rPr>
              <a:t>Keď sa to pokazí</a:t>
            </a:r>
          </a:p>
        </p:txBody>
      </p:sp>
    </p:spTree>
    <p:extLst>
      <p:ext uri="{BB962C8B-B14F-4D97-AF65-F5344CB8AC3E}">
        <p14:creationId xmlns:p14="http://schemas.microsoft.com/office/powerpoint/2010/main" val="41862543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97B3F8B8-8EA3-0789-3DC6-468EA4AB078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1074420" y="-938213"/>
            <a:ext cx="5905500" cy="1876425"/>
          </a:xfrm>
          <a:prstGeom prst="rect">
            <a:avLst/>
          </a:prstGeom>
        </p:spPr>
      </p:pic>
      <p:pic>
        <p:nvPicPr>
          <p:cNvPr id="5" name="Graphic 4">
            <a:extLst>
              <a:ext uri="{FF2B5EF4-FFF2-40B4-BE49-F238E27FC236}">
                <a16:creationId xmlns:a16="http://schemas.microsoft.com/office/drawing/2014/main" id="{9A54E75F-DC78-31F0-2F05-03E34691110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58924" y="5512444"/>
            <a:ext cx="8384374" cy="2691112"/>
          </a:xfrm>
          <a:prstGeom prst="rect">
            <a:avLst/>
          </a:prstGeom>
        </p:spPr>
      </p:pic>
      <p:sp>
        <p:nvSpPr>
          <p:cNvPr id="6" name="Rectangle 5">
            <a:extLst>
              <a:ext uri="{FF2B5EF4-FFF2-40B4-BE49-F238E27FC236}">
                <a16:creationId xmlns:a16="http://schemas.microsoft.com/office/drawing/2014/main" id="{3DE966AD-A4F9-6FFF-2E82-329F09C51267}"/>
              </a:ext>
            </a:extLst>
          </p:cNvPr>
          <p:cNvSpPr/>
          <p:nvPr/>
        </p:nvSpPr>
        <p:spPr>
          <a:xfrm>
            <a:off x="9940412" y="6338734"/>
            <a:ext cx="2251587" cy="1622322"/>
          </a:xfrm>
          <a:prstGeom prst="rect">
            <a:avLst/>
          </a:prstGeom>
          <a:solidFill>
            <a:srgbClr val="E30074"/>
          </a:solidFill>
          <a:ln>
            <a:solidFill>
              <a:srgbClr val="E300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4394263-17C4-107C-501F-C19FC6080FA3}"/>
              </a:ext>
            </a:extLst>
          </p:cNvPr>
          <p:cNvSpPr txBox="1"/>
          <p:nvPr/>
        </p:nvSpPr>
        <p:spPr>
          <a:xfrm>
            <a:off x="850680" y="2110071"/>
            <a:ext cx="10490640" cy="2293064"/>
          </a:xfrm>
          <a:prstGeom prst="rect">
            <a:avLst/>
          </a:prstGeom>
          <a:noFill/>
        </p:spPr>
        <p:txBody>
          <a:bodyPr wrap="square" rtlCol="0">
            <a:spAutoFit/>
          </a:bodyPr>
          <a:lstStyle/>
          <a:p>
            <a:pPr marL="184500" eaLnBrk="1" hangingPunct="1">
              <a:lnSpc>
                <a:spcPct val="150000"/>
              </a:lnSpc>
              <a:spcBef>
                <a:spcPct val="20000"/>
              </a:spcBef>
              <a:defRPr/>
            </a:pPr>
            <a:r>
              <a:rPr lang="sk-SK" b="1"/>
              <a:t>Špecificky </a:t>
            </a:r>
            <a:r>
              <a:rPr lang="sk-SK" b="1" dirty="0"/>
              <a:t>kombináciou:</a:t>
            </a:r>
          </a:p>
          <a:p>
            <a:pPr marL="470250" indent="-285750" eaLnBrk="1" hangingPunct="1">
              <a:lnSpc>
                <a:spcPct val="150000"/>
              </a:lnSpc>
              <a:spcBef>
                <a:spcPct val="20000"/>
              </a:spcBef>
              <a:buFont typeface="Arial" panose="020B0604020202020204" pitchFamily="34" charset="0"/>
              <a:buChar char="•"/>
              <a:defRPr/>
            </a:pPr>
            <a:r>
              <a:rPr lang="sk-SK" b="1" dirty="0"/>
              <a:t>Technológií</a:t>
            </a:r>
          </a:p>
          <a:p>
            <a:pPr marL="470250" indent="-285750" eaLnBrk="1" hangingPunct="1">
              <a:lnSpc>
                <a:spcPct val="150000"/>
              </a:lnSpc>
              <a:spcBef>
                <a:spcPct val="20000"/>
              </a:spcBef>
              <a:buFont typeface="Arial" panose="020B0604020202020204" pitchFamily="34" charset="0"/>
              <a:buChar char="•"/>
              <a:defRPr/>
            </a:pPr>
            <a:r>
              <a:rPr lang="sk-SK" b="1" dirty="0"/>
              <a:t>Obchodných a ľudských faktorov</a:t>
            </a:r>
          </a:p>
          <a:p>
            <a:pPr marL="184500" eaLnBrk="1" hangingPunct="1">
              <a:lnSpc>
                <a:spcPct val="150000"/>
              </a:lnSpc>
              <a:spcBef>
                <a:spcPct val="20000"/>
              </a:spcBef>
              <a:defRPr/>
            </a:pPr>
            <a:r>
              <a:rPr lang="sk-SK" b="1" dirty="0"/>
              <a:t>Musí byť nie len technicky realizovateľný ale aj flexibilný. Trh sa totiž to stále </a:t>
            </a:r>
            <a:r>
              <a:rPr lang="sk-SK" b="1" dirty="0" err="1"/>
              <a:t>vyvýja</a:t>
            </a:r>
            <a:r>
              <a:rPr lang="sk-SK" b="1" dirty="0"/>
              <a:t> technologicky ale aj podnikateľsky</a:t>
            </a:r>
          </a:p>
        </p:txBody>
      </p:sp>
      <p:sp>
        <p:nvSpPr>
          <p:cNvPr id="2" name="TextBox 1">
            <a:extLst>
              <a:ext uri="{FF2B5EF4-FFF2-40B4-BE49-F238E27FC236}">
                <a16:creationId xmlns:a16="http://schemas.microsoft.com/office/drawing/2014/main" id="{78BDABF5-8F51-701C-41A3-648EFE25590F}"/>
              </a:ext>
            </a:extLst>
          </p:cNvPr>
          <p:cNvSpPr txBox="1"/>
          <p:nvPr/>
        </p:nvSpPr>
        <p:spPr>
          <a:xfrm>
            <a:off x="3695700" y="268118"/>
            <a:ext cx="8239125" cy="1015663"/>
          </a:xfrm>
          <a:prstGeom prst="rect">
            <a:avLst/>
          </a:prstGeom>
          <a:noFill/>
        </p:spPr>
        <p:txBody>
          <a:bodyPr wrap="square" rtlCol="0">
            <a:spAutoFit/>
          </a:bodyPr>
          <a:lstStyle/>
          <a:p>
            <a:pPr algn="r"/>
            <a:r>
              <a:rPr lang="sk-SK" sz="6000" b="1" dirty="0">
                <a:solidFill>
                  <a:srgbClr val="E30074"/>
                </a:solidFill>
                <a:latin typeface="+mj-lt"/>
                <a:ea typeface="+mj-ea"/>
                <a:cs typeface="+mj-cs"/>
              </a:rPr>
              <a:t>Charakteristiky projektu</a:t>
            </a:r>
          </a:p>
        </p:txBody>
      </p:sp>
    </p:spTree>
    <p:extLst>
      <p:ext uri="{BB962C8B-B14F-4D97-AF65-F5344CB8AC3E}">
        <p14:creationId xmlns:p14="http://schemas.microsoft.com/office/powerpoint/2010/main" val="3506951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97B3F8B8-8EA3-0789-3DC6-468EA4AB078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1074420" y="-938213"/>
            <a:ext cx="5905500" cy="1876425"/>
          </a:xfrm>
          <a:prstGeom prst="rect">
            <a:avLst/>
          </a:prstGeom>
        </p:spPr>
      </p:pic>
      <p:pic>
        <p:nvPicPr>
          <p:cNvPr id="5" name="Graphic 4">
            <a:extLst>
              <a:ext uri="{FF2B5EF4-FFF2-40B4-BE49-F238E27FC236}">
                <a16:creationId xmlns:a16="http://schemas.microsoft.com/office/drawing/2014/main" id="{9A54E75F-DC78-31F0-2F05-03E34691110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58924" y="5512444"/>
            <a:ext cx="8384374" cy="2691112"/>
          </a:xfrm>
          <a:prstGeom prst="rect">
            <a:avLst/>
          </a:prstGeom>
        </p:spPr>
      </p:pic>
      <p:sp>
        <p:nvSpPr>
          <p:cNvPr id="6" name="Rectangle 5">
            <a:extLst>
              <a:ext uri="{FF2B5EF4-FFF2-40B4-BE49-F238E27FC236}">
                <a16:creationId xmlns:a16="http://schemas.microsoft.com/office/drawing/2014/main" id="{3DE966AD-A4F9-6FFF-2E82-329F09C51267}"/>
              </a:ext>
            </a:extLst>
          </p:cNvPr>
          <p:cNvSpPr/>
          <p:nvPr/>
        </p:nvSpPr>
        <p:spPr>
          <a:xfrm>
            <a:off x="9940412" y="6338734"/>
            <a:ext cx="2251587" cy="1622322"/>
          </a:xfrm>
          <a:prstGeom prst="rect">
            <a:avLst/>
          </a:prstGeom>
          <a:solidFill>
            <a:srgbClr val="E30074"/>
          </a:solidFill>
          <a:ln>
            <a:solidFill>
              <a:srgbClr val="E300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4394263-17C4-107C-501F-C19FC6080FA3}"/>
              </a:ext>
            </a:extLst>
          </p:cNvPr>
          <p:cNvSpPr txBox="1"/>
          <p:nvPr/>
        </p:nvSpPr>
        <p:spPr>
          <a:xfrm>
            <a:off x="850680" y="2110071"/>
            <a:ext cx="10490640" cy="2653162"/>
          </a:xfrm>
          <a:prstGeom prst="rect">
            <a:avLst/>
          </a:prstGeom>
          <a:noFill/>
        </p:spPr>
        <p:txBody>
          <a:bodyPr wrap="square" rtlCol="0">
            <a:spAutoFit/>
          </a:bodyPr>
          <a:lstStyle/>
          <a:p>
            <a:pPr marL="184500" eaLnBrk="1" hangingPunct="1">
              <a:lnSpc>
                <a:spcPct val="150000"/>
              </a:lnSpc>
              <a:spcBef>
                <a:spcPct val="20000"/>
              </a:spcBef>
              <a:defRPr/>
            </a:pPr>
            <a:r>
              <a:rPr lang="sk-SK" b="1" dirty="0"/>
              <a:t>Projekt v IKT službách je vždy dočasný.</a:t>
            </a:r>
          </a:p>
          <a:p>
            <a:pPr marL="470250" indent="-285750" eaLnBrk="1" hangingPunct="1">
              <a:lnSpc>
                <a:spcPct val="150000"/>
              </a:lnSpc>
              <a:spcBef>
                <a:spcPct val="20000"/>
              </a:spcBef>
              <a:buFont typeface="Arial" panose="020B0604020202020204" pitchFamily="34" charset="0"/>
              <a:buChar char="•"/>
              <a:defRPr/>
            </a:pPr>
            <a:r>
              <a:rPr lang="en-US" b="1" dirty="0" err="1">
                <a:solidFill>
                  <a:srgbClr val="E30074"/>
                </a:solidFill>
              </a:rPr>
              <a:t>Dôležitosť</a:t>
            </a:r>
            <a:r>
              <a:rPr lang="en-US" b="1" dirty="0">
                <a:solidFill>
                  <a:srgbClr val="E30074"/>
                </a:solidFill>
              </a:rPr>
              <a:t> </a:t>
            </a:r>
            <a:r>
              <a:rPr lang="en-US" b="1" dirty="0" err="1">
                <a:solidFill>
                  <a:srgbClr val="E30074"/>
                </a:solidFill>
              </a:rPr>
              <a:t>časového</a:t>
            </a:r>
            <a:r>
              <a:rPr lang="en-US" b="1" dirty="0">
                <a:solidFill>
                  <a:srgbClr val="E30074"/>
                </a:solidFill>
              </a:rPr>
              <a:t> </a:t>
            </a:r>
            <a:r>
              <a:rPr lang="en-US" b="1" dirty="0" err="1">
                <a:solidFill>
                  <a:srgbClr val="E30074"/>
                </a:solidFill>
              </a:rPr>
              <a:t>rámca</a:t>
            </a:r>
            <a:r>
              <a:rPr lang="sk-SK" b="1" dirty="0">
                <a:solidFill>
                  <a:srgbClr val="E30074"/>
                </a:solidFill>
              </a:rPr>
              <a:t>: </a:t>
            </a:r>
            <a:r>
              <a:rPr lang="sk-SK" b="1" dirty="0"/>
              <a:t>Uvedenie časového rámca je výhodné pre všetky strany (tím, </a:t>
            </a:r>
            <a:r>
              <a:rPr lang="sk-SK" b="1" dirty="0" err="1"/>
              <a:t>manažíri</a:t>
            </a:r>
            <a:r>
              <a:rPr lang="sk-SK" b="1" dirty="0"/>
              <a:t>, zákazníci). Bez tohto časového rámca by mohol projekt stále rásť a spôsobiť neefektívne.</a:t>
            </a:r>
          </a:p>
          <a:p>
            <a:pPr marL="470250" indent="-285750" eaLnBrk="1" hangingPunct="1">
              <a:lnSpc>
                <a:spcPct val="150000"/>
              </a:lnSpc>
              <a:spcBef>
                <a:spcPct val="20000"/>
              </a:spcBef>
              <a:buFont typeface="Arial" panose="020B0604020202020204" pitchFamily="34" charset="0"/>
              <a:buChar char="•"/>
              <a:defRPr/>
            </a:pPr>
            <a:r>
              <a:rPr lang="sk-SK" b="1" dirty="0">
                <a:solidFill>
                  <a:srgbClr val="E30074"/>
                </a:solidFill>
              </a:rPr>
              <a:t>Problémy, ktorí sa môžu vyskytnúť: </a:t>
            </a:r>
            <a:r>
              <a:rPr lang="sk-SK" b="1" dirty="0"/>
              <a:t>Bez jasne stanoveného konca sa projekt môže predlžovať, čo vedie k problémom so správou zdrojov, nevyužitým potenciálom alebo problémami s prekrývajúcimi sa zodpovednosťami.</a:t>
            </a:r>
          </a:p>
        </p:txBody>
      </p:sp>
      <p:sp>
        <p:nvSpPr>
          <p:cNvPr id="2" name="TextBox 1">
            <a:extLst>
              <a:ext uri="{FF2B5EF4-FFF2-40B4-BE49-F238E27FC236}">
                <a16:creationId xmlns:a16="http://schemas.microsoft.com/office/drawing/2014/main" id="{78BDABF5-8F51-701C-41A3-648EFE25590F}"/>
              </a:ext>
            </a:extLst>
          </p:cNvPr>
          <p:cNvSpPr txBox="1"/>
          <p:nvPr/>
        </p:nvSpPr>
        <p:spPr>
          <a:xfrm>
            <a:off x="3695700" y="268118"/>
            <a:ext cx="8239125" cy="1015663"/>
          </a:xfrm>
          <a:prstGeom prst="rect">
            <a:avLst/>
          </a:prstGeom>
          <a:noFill/>
        </p:spPr>
        <p:txBody>
          <a:bodyPr wrap="square" rtlCol="0">
            <a:spAutoFit/>
          </a:bodyPr>
          <a:lstStyle/>
          <a:p>
            <a:pPr algn="r"/>
            <a:r>
              <a:rPr lang="sk-SK" sz="6000" b="1" dirty="0">
                <a:solidFill>
                  <a:srgbClr val="E30074"/>
                </a:solidFill>
                <a:latin typeface="+mj-lt"/>
                <a:ea typeface="+mj-ea"/>
                <a:cs typeface="+mj-cs"/>
              </a:rPr>
              <a:t>Dočasnosť</a:t>
            </a:r>
          </a:p>
        </p:txBody>
      </p:sp>
    </p:spTree>
    <p:extLst>
      <p:ext uri="{BB962C8B-B14F-4D97-AF65-F5344CB8AC3E}">
        <p14:creationId xmlns:p14="http://schemas.microsoft.com/office/powerpoint/2010/main" val="1726866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97B3F8B8-8EA3-0789-3DC6-468EA4AB078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1074420" y="-938213"/>
            <a:ext cx="5905500" cy="1876425"/>
          </a:xfrm>
          <a:prstGeom prst="rect">
            <a:avLst/>
          </a:prstGeom>
        </p:spPr>
      </p:pic>
      <p:pic>
        <p:nvPicPr>
          <p:cNvPr id="5" name="Graphic 4">
            <a:extLst>
              <a:ext uri="{FF2B5EF4-FFF2-40B4-BE49-F238E27FC236}">
                <a16:creationId xmlns:a16="http://schemas.microsoft.com/office/drawing/2014/main" id="{9A54E75F-DC78-31F0-2F05-03E34691110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58924" y="5512444"/>
            <a:ext cx="8384374" cy="2691112"/>
          </a:xfrm>
          <a:prstGeom prst="rect">
            <a:avLst/>
          </a:prstGeom>
        </p:spPr>
      </p:pic>
      <p:sp>
        <p:nvSpPr>
          <p:cNvPr id="6" name="Rectangle 5">
            <a:extLst>
              <a:ext uri="{FF2B5EF4-FFF2-40B4-BE49-F238E27FC236}">
                <a16:creationId xmlns:a16="http://schemas.microsoft.com/office/drawing/2014/main" id="{3DE966AD-A4F9-6FFF-2E82-329F09C51267}"/>
              </a:ext>
            </a:extLst>
          </p:cNvPr>
          <p:cNvSpPr/>
          <p:nvPr/>
        </p:nvSpPr>
        <p:spPr>
          <a:xfrm>
            <a:off x="9940412" y="6338734"/>
            <a:ext cx="2251587" cy="1622322"/>
          </a:xfrm>
          <a:prstGeom prst="rect">
            <a:avLst/>
          </a:prstGeom>
          <a:solidFill>
            <a:srgbClr val="E30074"/>
          </a:solidFill>
          <a:ln>
            <a:solidFill>
              <a:srgbClr val="E300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4394263-17C4-107C-501F-C19FC6080FA3}"/>
              </a:ext>
            </a:extLst>
          </p:cNvPr>
          <p:cNvSpPr txBox="1"/>
          <p:nvPr/>
        </p:nvSpPr>
        <p:spPr>
          <a:xfrm>
            <a:off x="850680" y="2110071"/>
            <a:ext cx="10490640" cy="2653162"/>
          </a:xfrm>
          <a:prstGeom prst="rect">
            <a:avLst/>
          </a:prstGeom>
          <a:noFill/>
        </p:spPr>
        <p:txBody>
          <a:bodyPr wrap="square" rtlCol="0">
            <a:spAutoFit/>
          </a:bodyPr>
          <a:lstStyle/>
          <a:p>
            <a:pPr marL="184500" eaLnBrk="1" hangingPunct="1">
              <a:lnSpc>
                <a:spcPct val="150000"/>
              </a:lnSpc>
              <a:spcBef>
                <a:spcPct val="20000"/>
              </a:spcBef>
              <a:defRPr/>
            </a:pPr>
            <a:r>
              <a:rPr lang="en-US" b="1" dirty="0" err="1"/>
              <a:t>Projekty</a:t>
            </a:r>
            <a:r>
              <a:rPr lang="en-US" b="1" dirty="0"/>
              <a:t> v </a:t>
            </a:r>
            <a:r>
              <a:rPr lang="en-US" b="1" dirty="0" err="1"/>
              <a:t>oblasti</a:t>
            </a:r>
            <a:r>
              <a:rPr lang="en-US" b="1" dirty="0"/>
              <a:t> IKT </a:t>
            </a:r>
            <a:r>
              <a:rPr lang="en-US" b="1" dirty="0" err="1"/>
              <a:t>služieb</a:t>
            </a:r>
            <a:r>
              <a:rPr lang="en-US" b="1" dirty="0"/>
              <a:t> </a:t>
            </a:r>
            <a:r>
              <a:rPr lang="en-US" b="1" dirty="0" err="1"/>
              <a:t>sú</a:t>
            </a:r>
            <a:r>
              <a:rPr lang="en-US" b="1" dirty="0"/>
              <a:t> </a:t>
            </a:r>
            <a:r>
              <a:rPr lang="en-US" b="1" dirty="0" err="1"/>
              <a:t>jednorazové</a:t>
            </a:r>
            <a:r>
              <a:rPr lang="sk-SK" b="1" dirty="0"/>
              <a:t>:</a:t>
            </a:r>
          </a:p>
          <a:p>
            <a:pPr marL="184500" eaLnBrk="1" hangingPunct="1">
              <a:lnSpc>
                <a:spcPct val="150000"/>
              </a:lnSpc>
              <a:spcBef>
                <a:spcPct val="20000"/>
              </a:spcBef>
              <a:defRPr/>
            </a:pPr>
            <a:r>
              <a:rPr lang="en-US" b="1" dirty="0" err="1">
                <a:solidFill>
                  <a:srgbClr val="E30074"/>
                </a:solidFill>
              </a:rPr>
              <a:t>Dôraz</a:t>
            </a:r>
            <a:r>
              <a:rPr lang="en-US" b="1" dirty="0">
                <a:solidFill>
                  <a:srgbClr val="E30074"/>
                </a:solidFill>
              </a:rPr>
              <a:t> </a:t>
            </a:r>
            <a:r>
              <a:rPr lang="en-US" b="1" dirty="0" err="1">
                <a:solidFill>
                  <a:srgbClr val="E30074"/>
                </a:solidFill>
              </a:rPr>
              <a:t>na</a:t>
            </a:r>
            <a:r>
              <a:rPr lang="en-US" b="1" dirty="0">
                <a:solidFill>
                  <a:srgbClr val="E30074"/>
                </a:solidFill>
              </a:rPr>
              <a:t> </a:t>
            </a:r>
            <a:r>
              <a:rPr lang="en-US" b="1" dirty="0" err="1">
                <a:solidFill>
                  <a:srgbClr val="E30074"/>
                </a:solidFill>
              </a:rPr>
              <a:t>individuálne</a:t>
            </a:r>
            <a:r>
              <a:rPr lang="en-US" b="1" dirty="0">
                <a:solidFill>
                  <a:srgbClr val="E30074"/>
                </a:solidFill>
              </a:rPr>
              <a:t> </a:t>
            </a:r>
            <a:r>
              <a:rPr lang="en-US" b="1" dirty="0" err="1">
                <a:solidFill>
                  <a:srgbClr val="E30074"/>
                </a:solidFill>
              </a:rPr>
              <a:t>riešenie</a:t>
            </a:r>
            <a:r>
              <a:rPr lang="en-US" b="1" dirty="0">
                <a:solidFill>
                  <a:srgbClr val="E30074"/>
                </a:solidFill>
              </a:rPr>
              <a:t>:</a:t>
            </a:r>
            <a:r>
              <a:rPr lang="sk-SK" b="1" dirty="0">
                <a:solidFill>
                  <a:srgbClr val="E30074"/>
                </a:solidFill>
              </a:rPr>
              <a:t> </a:t>
            </a:r>
            <a:r>
              <a:rPr lang="sk-SK" b="1" dirty="0"/>
              <a:t>V IKT službách to znamená, že každý projekt môže vyžadovať iný prístup, technológie, metódy alebo nástroje</a:t>
            </a:r>
          </a:p>
          <a:p>
            <a:pPr marL="184500" eaLnBrk="1" hangingPunct="1">
              <a:lnSpc>
                <a:spcPct val="150000"/>
              </a:lnSpc>
              <a:spcBef>
                <a:spcPct val="20000"/>
              </a:spcBef>
              <a:defRPr/>
            </a:pPr>
            <a:r>
              <a:rPr lang="sk-SK" b="1" dirty="0">
                <a:solidFill>
                  <a:srgbClr val="E30074"/>
                </a:solidFill>
              </a:rPr>
              <a:t>Problémy, ktorí sa môžu vyskytnúť: </a:t>
            </a:r>
            <a:r>
              <a:rPr lang="sk-SK" b="1" dirty="0"/>
              <a:t>Pri realizácii jednorazového projektu môže byť náročné predvídať všetky </a:t>
            </a:r>
            <a:r>
              <a:rPr lang="sk-SK" b="1" dirty="0" err="1"/>
              <a:t>potencioálne</a:t>
            </a:r>
            <a:r>
              <a:rPr lang="sk-SK" b="1" dirty="0"/>
              <a:t> problémy, pretože sa s daným typom projektu organizácia možno ešte nikdy nestretla. To môže viesť k neefektívnym riešeniam alebo predraženým procesom.</a:t>
            </a:r>
          </a:p>
        </p:txBody>
      </p:sp>
      <p:sp>
        <p:nvSpPr>
          <p:cNvPr id="2" name="TextBox 1">
            <a:extLst>
              <a:ext uri="{FF2B5EF4-FFF2-40B4-BE49-F238E27FC236}">
                <a16:creationId xmlns:a16="http://schemas.microsoft.com/office/drawing/2014/main" id="{78BDABF5-8F51-701C-41A3-648EFE25590F}"/>
              </a:ext>
            </a:extLst>
          </p:cNvPr>
          <p:cNvSpPr txBox="1"/>
          <p:nvPr/>
        </p:nvSpPr>
        <p:spPr>
          <a:xfrm>
            <a:off x="3695700" y="268118"/>
            <a:ext cx="8239125" cy="1015663"/>
          </a:xfrm>
          <a:prstGeom prst="rect">
            <a:avLst/>
          </a:prstGeom>
          <a:noFill/>
        </p:spPr>
        <p:txBody>
          <a:bodyPr wrap="square" rtlCol="0">
            <a:spAutoFit/>
          </a:bodyPr>
          <a:lstStyle/>
          <a:p>
            <a:pPr algn="r"/>
            <a:r>
              <a:rPr lang="sk-SK" sz="6000" b="1" dirty="0" err="1">
                <a:solidFill>
                  <a:srgbClr val="E30074"/>
                </a:solidFill>
                <a:latin typeface="+mj-lt"/>
                <a:ea typeface="+mj-ea"/>
                <a:cs typeface="+mj-cs"/>
              </a:rPr>
              <a:t>Jednorazovosť</a:t>
            </a:r>
            <a:endParaRPr lang="sk-SK" sz="6000" b="1" dirty="0">
              <a:solidFill>
                <a:srgbClr val="E30074"/>
              </a:solidFill>
              <a:latin typeface="+mj-lt"/>
              <a:ea typeface="+mj-ea"/>
              <a:cs typeface="+mj-cs"/>
            </a:endParaRPr>
          </a:p>
        </p:txBody>
      </p:sp>
    </p:spTree>
    <p:extLst>
      <p:ext uri="{BB962C8B-B14F-4D97-AF65-F5344CB8AC3E}">
        <p14:creationId xmlns:p14="http://schemas.microsoft.com/office/powerpoint/2010/main" val="240414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97B3F8B8-8EA3-0789-3DC6-468EA4AB078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1074420" y="-938213"/>
            <a:ext cx="5905500" cy="1876425"/>
          </a:xfrm>
          <a:prstGeom prst="rect">
            <a:avLst/>
          </a:prstGeom>
        </p:spPr>
      </p:pic>
      <p:pic>
        <p:nvPicPr>
          <p:cNvPr id="5" name="Graphic 4">
            <a:extLst>
              <a:ext uri="{FF2B5EF4-FFF2-40B4-BE49-F238E27FC236}">
                <a16:creationId xmlns:a16="http://schemas.microsoft.com/office/drawing/2014/main" id="{9A54E75F-DC78-31F0-2F05-03E34691110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58924" y="5512444"/>
            <a:ext cx="8384374" cy="2691112"/>
          </a:xfrm>
          <a:prstGeom prst="rect">
            <a:avLst/>
          </a:prstGeom>
        </p:spPr>
      </p:pic>
      <p:sp>
        <p:nvSpPr>
          <p:cNvPr id="6" name="Rectangle 5">
            <a:extLst>
              <a:ext uri="{FF2B5EF4-FFF2-40B4-BE49-F238E27FC236}">
                <a16:creationId xmlns:a16="http://schemas.microsoft.com/office/drawing/2014/main" id="{3DE966AD-A4F9-6FFF-2E82-329F09C51267}"/>
              </a:ext>
            </a:extLst>
          </p:cNvPr>
          <p:cNvSpPr/>
          <p:nvPr/>
        </p:nvSpPr>
        <p:spPr>
          <a:xfrm>
            <a:off x="9940412" y="6338734"/>
            <a:ext cx="2251587" cy="1622322"/>
          </a:xfrm>
          <a:prstGeom prst="rect">
            <a:avLst/>
          </a:prstGeom>
          <a:solidFill>
            <a:srgbClr val="E30074"/>
          </a:solidFill>
          <a:ln>
            <a:solidFill>
              <a:srgbClr val="E300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4394263-17C4-107C-501F-C19FC6080FA3}"/>
              </a:ext>
            </a:extLst>
          </p:cNvPr>
          <p:cNvSpPr txBox="1"/>
          <p:nvPr/>
        </p:nvSpPr>
        <p:spPr>
          <a:xfrm>
            <a:off x="850680" y="2110071"/>
            <a:ext cx="10490640" cy="3124060"/>
          </a:xfrm>
          <a:prstGeom prst="rect">
            <a:avLst/>
          </a:prstGeom>
          <a:noFill/>
        </p:spPr>
        <p:txBody>
          <a:bodyPr wrap="square" rtlCol="0">
            <a:spAutoFit/>
          </a:bodyPr>
          <a:lstStyle/>
          <a:p>
            <a:pPr marL="184500" eaLnBrk="1" hangingPunct="1">
              <a:lnSpc>
                <a:spcPct val="150000"/>
              </a:lnSpc>
              <a:spcBef>
                <a:spcPct val="20000"/>
              </a:spcBef>
              <a:defRPr/>
            </a:pPr>
            <a:r>
              <a:rPr lang="en-US" b="1" dirty="0" err="1"/>
              <a:t>Typy</a:t>
            </a:r>
            <a:r>
              <a:rPr lang="en-US" b="1" dirty="0"/>
              <a:t> </a:t>
            </a:r>
            <a:r>
              <a:rPr lang="en-US" b="1" dirty="0" err="1"/>
              <a:t>rizík</a:t>
            </a:r>
            <a:r>
              <a:rPr lang="en-US" b="1" dirty="0"/>
              <a:t> v IKT </a:t>
            </a:r>
            <a:r>
              <a:rPr lang="en-US" b="1" dirty="0" err="1"/>
              <a:t>projektoch</a:t>
            </a:r>
            <a:r>
              <a:rPr lang="en-US" b="1" dirty="0"/>
              <a:t>:</a:t>
            </a:r>
            <a:endParaRPr lang="sk-SK" b="1" dirty="0"/>
          </a:p>
          <a:p>
            <a:pPr marL="184500" eaLnBrk="1" hangingPunct="1">
              <a:lnSpc>
                <a:spcPct val="150000"/>
              </a:lnSpc>
              <a:spcBef>
                <a:spcPct val="20000"/>
              </a:spcBef>
              <a:defRPr/>
            </a:pPr>
            <a:r>
              <a:rPr lang="en-US" b="1" dirty="0" err="1">
                <a:solidFill>
                  <a:srgbClr val="E30074"/>
                </a:solidFill>
              </a:rPr>
              <a:t>Technické</a:t>
            </a:r>
            <a:r>
              <a:rPr lang="en-US" b="1" dirty="0">
                <a:solidFill>
                  <a:srgbClr val="E30074"/>
                </a:solidFill>
              </a:rPr>
              <a:t> </a:t>
            </a:r>
            <a:r>
              <a:rPr lang="en-US" b="1" dirty="0" err="1">
                <a:solidFill>
                  <a:srgbClr val="E30074"/>
                </a:solidFill>
              </a:rPr>
              <a:t>riziko</a:t>
            </a:r>
            <a:r>
              <a:rPr lang="en-US" b="1" dirty="0">
                <a:solidFill>
                  <a:srgbClr val="E30074"/>
                </a:solidFill>
              </a:rPr>
              <a:t>:</a:t>
            </a:r>
            <a:r>
              <a:rPr lang="sk-SK" b="1" dirty="0"/>
              <a:t>Zlyhanie technológií, problémy s kompatibilitou, nefungovanie systémov tak, ako bolo očakávané, alebo problémy s integráciou nových systémov do existujúcej infraštruktúry</a:t>
            </a:r>
          </a:p>
          <a:p>
            <a:pPr marL="184500" eaLnBrk="1" hangingPunct="1">
              <a:lnSpc>
                <a:spcPct val="150000"/>
              </a:lnSpc>
              <a:spcBef>
                <a:spcPct val="20000"/>
              </a:spcBef>
              <a:defRPr/>
            </a:pPr>
            <a:r>
              <a:rPr lang="sk-SK" b="1" dirty="0">
                <a:solidFill>
                  <a:srgbClr val="E30074"/>
                </a:solidFill>
              </a:rPr>
              <a:t>Riziko v oblasti ľudí: </a:t>
            </a:r>
            <a:r>
              <a:rPr lang="sk-SK" b="1" dirty="0"/>
              <a:t>Nesprávne definované úlohy, nesúlad v tíme, nedostatočné školenia alebo zlé manažovanie tímu môžu viesť k nesplneniu termínov alebo nízkej kvalite</a:t>
            </a:r>
          </a:p>
          <a:p>
            <a:pPr marL="184500" eaLnBrk="1" hangingPunct="1">
              <a:lnSpc>
                <a:spcPct val="150000"/>
              </a:lnSpc>
              <a:spcBef>
                <a:spcPct val="20000"/>
              </a:spcBef>
              <a:defRPr/>
            </a:pPr>
            <a:r>
              <a:rPr lang="sk-SK" b="1" dirty="0">
                <a:solidFill>
                  <a:srgbClr val="E30074"/>
                </a:solidFill>
              </a:rPr>
              <a:t>Regulačné riziko: </a:t>
            </a:r>
            <a:r>
              <a:rPr lang="sk-SK" b="1" dirty="0"/>
              <a:t>Zmeny v legislatíve alebo bezpečnostných predpisoch môžu ovplyvniť vývoj alebo implementáciu technológie</a:t>
            </a:r>
          </a:p>
        </p:txBody>
      </p:sp>
      <p:sp>
        <p:nvSpPr>
          <p:cNvPr id="2" name="TextBox 1">
            <a:extLst>
              <a:ext uri="{FF2B5EF4-FFF2-40B4-BE49-F238E27FC236}">
                <a16:creationId xmlns:a16="http://schemas.microsoft.com/office/drawing/2014/main" id="{78BDABF5-8F51-701C-41A3-648EFE25590F}"/>
              </a:ext>
            </a:extLst>
          </p:cNvPr>
          <p:cNvSpPr txBox="1"/>
          <p:nvPr/>
        </p:nvSpPr>
        <p:spPr>
          <a:xfrm>
            <a:off x="3695700" y="268118"/>
            <a:ext cx="8239125" cy="1015663"/>
          </a:xfrm>
          <a:prstGeom prst="rect">
            <a:avLst/>
          </a:prstGeom>
          <a:noFill/>
        </p:spPr>
        <p:txBody>
          <a:bodyPr wrap="square" rtlCol="0">
            <a:spAutoFit/>
          </a:bodyPr>
          <a:lstStyle/>
          <a:p>
            <a:pPr algn="r"/>
            <a:r>
              <a:rPr lang="sk-SK" sz="6000" b="1" dirty="0">
                <a:solidFill>
                  <a:srgbClr val="E30074"/>
                </a:solidFill>
                <a:latin typeface="+mj-lt"/>
                <a:ea typeface="+mj-ea"/>
                <a:cs typeface="+mj-cs"/>
              </a:rPr>
              <a:t>Riziko a neistota</a:t>
            </a:r>
          </a:p>
        </p:txBody>
      </p:sp>
    </p:spTree>
    <p:extLst>
      <p:ext uri="{BB962C8B-B14F-4D97-AF65-F5344CB8AC3E}">
        <p14:creationId xmlns:p14="http://schemas.microsoft.com/office/powerpoint/2010/main" val="7610635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97B3F8B8-8EA3-0789-3DC6-468EA4AB078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1074420" y="-938213"/>
            <a:ext cx="5905500" cy="1876425"/>
          </a:xfrm>
          <a:prstGeom prst="rect">
            <a:avLst/>
          </a:prstGeom>
        </p:spPr>
      </p:pic>
      <p:pic>
        <p:nvPicPr>
          <p:cNvPr id="5" name="Graphic 4">
            <a:extLst>
              <a:ext uri="{FF2B5EF4-FFF2-40B4-BE49-F238E27FC236}">
                <a16:creationId xmlns:a16="http://schemas.microsoft.com/office/drawing/2014/main" id="{9A54E75F-DC78-31F0-2F05-03E34691110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58924" y="5512444"/>
            <a:ext cx="8384374" cy="2691112"/>
          </a:xfrm>
          <a:prstGeom prst="rect">
            <a:avLst/>
          </a:prstGeom>
        </p:spPr>
      </p:pic>
      <p:sp>
        <p:nvSpPr>
          <p:cNvPr id="6" name="Rectangle 5">
            <a:extLst>
              <a:ext uri="{FF2B5EF4-FFF2-40B4-BE49-F238E27FC236}">
                <a16:creationId xmlns:a16="http://schemas.microsoft.com/office/drawing/2014/main" id="{3DE966AD-A4F9-6FFF-2E82-329F09C51267}"/>
              </a:ext>
            </a:extLst>
          </p:cNvPr>
          <p:cNvSpPr/>
          <p:nvPr/>
        </p:nvSpPr>
        <p:spPr>
          <a:xfrm>
            <a:off x="9940412" y="6338734"/>
            <a:ext cx="2251587" cy="1622322"/>
          </a:xfrm>
          <a:prstGeom prst="rect">
            <a:avLst/>
          </a:prstGeom>
          <a:solidFill>
            <a:srgbClr val="E30074"/>
          </a:solidFill>
          <a:ln>
            <a:solidFill>
              <a:srgbClr val="E300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4394263-17C4-107C-501F-C19FC6080FA3}"/>
              </a:ext>
            </a:extLst>
          </p:cNvPr>
          <p:cNvSpPr txBox="1"/>
          <p:nvPr/>
        </p:nvSpPr>
        <p:spPr>
          <a:xfrm>
            <a:off x="850680" y="1451471"/>
            <a:ext cx="10490640" cy="3955057"/>
          </a:xfrm>
          <a:prstGeom prst="rect">
            <a:avLst/>
          </a:prstGeom>
          <a:noFill/>
        </p:spPr>
        <p:txBody>
          <a:bodyPr wrap="square" rtlCol="0">
            <a:spAutoFit/>
          </a:bodyPr>
          <a:lstStyle/>
          <a:p>
            <a:pPr marL="184500" eaLnBrk="1" hangingPunct="1">
              <a:lnSpc>
                <a:spcPct val="150000"/>
              </a:lnSpc>
              <a:spcBef>
                <a:spcPct val="20000"/>
              </a:spcBef>
              <a:defRPr/>
            </a:pPr>
            <a:r>
              <a:rPr lang="en-US" b="1" dirty="0" err="1"/>
              <a:t>Zdroje</a:t>
            </a:r>
            <a:r>
              <a:rPr lang="en-US" b="1" dirty="0"/>
              <a:t> </a:t>
            </a:r>
            <a:r>
              <a:rPr lang="en-US" b="1" dirty="0" err="1"/>
              <a:t>môžu</a:t>
            </a:r>
            <a:r>
              <a:rPr lang="en-US" b="1" dirty="0"/>
              <a:t> </a:t>
            </a:r>
            <a:r>
              <a:rPr lang="en-US" b="1" dirty="0" err="1"/>
              <a:t>byť</a:t>
            </a:r>
            <a:r>
              <a:rPr lang="en-US" b="1" dirty="0"/>
              <a:t> </a:t>
            </a:r>
            <a:r>
              <a:rPr lang="en-US" b="1" dirty="0" err="1"/>
              <a:t>rôzne</a:t>
            </a:r>
            <a:r>
              <a:rPr lang="en-US" b="1" dirty="0"/>
              <a:t>, od </a:t>
            </a:r>
            <a:r>
              <a:rPr lang="en-US" b="1" dirty="0" err="1"/>
              <a:t>finančných</a:t>
            </a:r>
            <a:r>
              <a:rPr lang="en-US" b="1" dirty="0"/>
              <a:t> </a:t>
            </a:r>
            <a:r>
              <a:rPr lang="en-US" b="1" dirty="0" err="1"/>
              <a:t>až</a:t>
            </a:r>
            <a:r>
              <a:rPr lang="en-US" b="1" dirty="0"/>
              <a:t> po </a:t>
            </a:r>
            <a:r>
              <a:rPr lang="en-US" b="1" dirty="0" err="1"/>
              <a:t>ľudské</a:t>
            </a:r>
            <a:r>
              <a:rPr lang="en-US" b="1" dirty="0"/>
              <a:t> a </a:t>
            </a:r>
            <a:r>
              <a:rPr lang="en-US" b="1" dirty="0" err="1"/>
              <a:t>technické</a:t>
            </a:r>
            <a:r>
              <a:rPr lang="en-US" b="1" dirty="0"/>
              <a:t>:</a:t>
            </a:r>
            <a:endParaRPr lang="sk-SK" b="1" dirty="0"/>
          </a:p>
          <a:p>
            <a:pPr marL="184500" eaLnBrk="1" hangingPunct="1">
              <a:lnSpc>
                <a:spcPct val="150000"/>
              </a:lnSpc>
              <a:spcBef>
                <a:spcPct val="20000"/>
              </a:spcBef>
              <a:defRPr/>
            </a:pPr>
            <a:r>
              <a:rPr lang="en-US" b="1" dirty="0" err="1">
                <a:solidFill>
                  <a:srgbClr val="E30074"/>
                </a:solidFill>
              </a:rPr>
              <a:t>Ľudské</a:t>
            </a:r>
            <a:r>
              <a:rPr lang="en-US" b="1" dirty="0">
                <a:solidFill>
                  <a:srgbClr val="E30074"/>
                </a:solidFill>
              </a:rPr>
              <a:t> </a:t>
            </a:r>
            <a:r>
              <a:rPr lang="en-US" b="1" dirty="0" err="1">
                <a:solidFill>
                  <a:srgbClr val="E30074"/>
                </a:solidFill>
              </a:rPr>
              <a:t>zdroje</a:t>
            </a:r>
            <a:r>
              <a:rPr lang="en-US" b="1" dirty="0">
                <a:solidFill>
                  <a:srgbClr val="E30074"/>
                </a:solidFill>
              </a:rPr>
              <a:t>: </a:t>
            </a:r>
            <a:r>
              <a:rPr lang="en-US" b="1" dirty="0" err="1"/>
              <a:t>Projekt</a:t>
            </a:r>
            <a:r>
              <a:rPr lang="en-US" b="1" dirty="0"/>
              <a:t> </a:t>
            </a:r>
            <a:r>
              <a:rPr lang="en-US" b="1" dirty="0" err="1"/>
              <a:t>vyžaduje</a:t>
            </a:r>
            <a:r>
              <a:rPr lang="en-US" b="1" dirty="0"/>
              <a:t> </a:t>
            </a:r>
            <a:r>
              <a:rPr lang="en-US" b="1" dirty="0" err="1"/>
              <a:t>odborníkov</a:t>
            </a:r>
            <a:r>
              <a:rPr lang="en-US" b="1" dirty="0"/>
              <a:t>, </a:t>
            </a:r>
            <a:r>
              <a:rPr lang="en-US" b="1" dirty="0" err="1"/>
              <a:t>ako</a:t>
            </a:r>
            <a:r>
              <a:rPr lang="en-US" b="1" dirty="0"/>
              <a:t> </a:t>
            </a:r>
            <a:r>
              <a:rPr lang="en-US" b="1" dirty="0" err="1"/>
              <a:t>sú</a:t>
            </a:r>
            <a:r>
              <a:rPr lang="en-US" b="1" dirty="0"/>
              <a:t> </a:t>
            </a:r>
            <a:r>
              <a:rPr lang="en-US" b="1" dirty="0" err="1"/>
              <a:t>vývojári</a:t>
            </a:r>
            <a:r>
              <a:rPr lang="en-US" b="1" dirty="0"/>
              <a:t>, </a:t>
            </a:r>
            <a:r>
              <a:rPr lang="en-US" b="1" dirty="0" err="1"/>
              <a:t>analytici</a:t>
            </a:r>
            <a:r>
              <a:rPr lang="en-US" b="1" dirty="0"/>
              <a:t>, </a:t>
            </a:r>
            <a:r>
              <a:rPr lang="en-US" b="1" dirty="0" err="1"/>
              <a:t>dizajnéri</a:t>
            </a:r>
            <a:r>
              <a:rPr lang="en-US" b="1" dirty="0"/>
              <a:t>, </a:t>
            </a:r>
            <a:r>
              <a:rPr lang="en-US" b="1" dirty="0" err="1"/>
              <a:t>testeri</a:t>
            </a:r>
            <a:r>
              <a:rPr lang="en-US" b="1" dirty="0"/>
              <a:t> a </a:t>
            </a:r>
            <a:r>
              <a:rPr lang="en-US" b="1" dirty="0" err="1"/>
              <a:t>projektoví</a:t>
            </a:r>
            <a:r>
              <a:rPr lang="en-US" b="1" dirty="0"/>
              <a:t> </a:t>
            </a:r>
            <a:r>
              <a:rPr lang="en-US" b="1" dirty="0" err="1"/>
              <a:t>manažéri</a:t>
            </a:r>
            <a:r>
              <a:rPr lang="en-US" b="1" dirty="0"/>
              <a:t>. </a:t>
            </a:r>
            <a:r>
              <a:rPr lang="en-US" b="1" dirty="0" err="1"/>
              <a:t>Títo</a:t>
            </a:r>
            <a:r>
              <a:rPr lang="en-US" b="1" dirty="0"/>
              <a:t> </a:t>
            </a:r>
            <a:r>
              <a:rPr lang="en-US" b="1" dirty="0" err="1"/>
              <a:t>odborníci</a:t>
            </a:r>
            <a:r>
              <a:rPr lang="en-US" b="1" dirty="0"/>
              <a:t> </a:t>
            </a:r>
            <a:r>
              <a:rPr lang="en-US" b="1" dirty="0" err="1"/>
              <a:t>musia</a:t>
            </a:r>
            <a:r>
              <a:rPr lang="en-US" b="1" dirty="0"/>
              <a:t> </a:t>
            </a:r>
            <a:r>
              <a:rPr lang="en-US" b="1" dirty="0" err="1"/>
              <a:t>mať</a:t>
            </a:r>
            <a:r>
              <a:rPr lang="en-US" b="1" dirty="0"/>
              <a:t> </a:t>
            </a:r>
            <a:r>
              <a:rPr lang="en-US" b="1" dirty="0" err="1"/>
              <a:t>rôzne</a:t>
            </a:r>
            <a:r>
              <a:rPr lang="en-US" b="1" dirty="0"/>
              <a:t> </a:t>
            </a:r>
            <a:r>
              <a:rPr lang="en-US" b="1" dirty="0" err="1"/>
              <a:t>špecializácie</a:t>
            </a:r>
            <a:r>
              <a:rPr lang="en-US" b="1" dirty="0"/>
              <a:t>, aby </a:t>
            </a:r>
            <a:r>
              <a:rPr lang="en-US" b="1" dirty="0" err="1"/>
              <a:t>pokryli</a:t>
            </a:r>
            <a:r>
              <a:rPr lang="en-US" b="1" dirty="0"/>
              <a:t> </a:t>
            </a:r>
            <a:r>
              <a:rPr lang="en-US" b="1" dirty="0" err="1"/>
              <a:t>všetky</a:t>
            </a:r>
            <a:r>
              <a:rPr lang="en-US" b="1" dirty="0"/>
              <a:t> </a:t>
            </a:r>
            <a:r>
              <a:rPr lang="en-US" b="1" dirty="0" err="1"/>
              <a:t>oblasti</a:t>
            </a:r>
            <a:r>
              <a:rPr lang="en-US" b="1" dirty="0"/>
              <a:t> </a:t>
            </a:r>
            <a:r>
              <a:rPr lang="en-US" b="1" dirty="0" err="1"/>
              <a:t>projektu</a:t>
            </a:r>
            <a:r>
              <a:rPr lang="en-US" b="1" dirty="0"/>
              <a:t>, od </a:t>
            </a:r>
            <a:r>
              <a:rPr lang="en-US" b="1" dirty="0" err="1"/>
              <a:t>softvérového</a:t>
            </a:r>
            <a:r>
              <a:rPr lang="en-US" b="1" dirty="0"/>
              <a:t> </a:t>
            </a:r>
            <a:r>
              <a:rPr lang="en-US" b="1" dirty="0" err="1"/>
              <a:t>vývoja</a:t>
            </a:r>
            <a:r>
              <a:rPr lang="en-US" b="1" dirty="0"/>
              <a:t> </a:t>
            </a:r>
            <a:r>
              <a:rPr lang="en-US" b="1" dirty="0" err="1"/>
              <a:t>až</a:t>
            </a:r>
            <a:r>
              <a:rPr lang="en-US" b="1" dirty="0"/>
              <a:t> po </a:t>
            </a:r>
            <a:r>
              <a:rPr lang="en-US" b="1" dirty="0" err="1"/>
              <a:t>riadenie</a:t>
            </a:r>
            <a:r>
              <a:rPr lang="en-US" b="1" dirty="0"/>
              <a:t> </a:t>
            </a:r>
            <a:r>
              <a:rPr lang="en-US" b="1" dirty="0" err="1"/>
              <a:t>rizík</a:t>
            </a:r>
            <a:endParaRPr lang="sk-SK" b="1" dirty="0"/>
          </a:p>
          <a:p>
            <a:pPr marL="184500" eaLnBrk="1" hangingPunct="1">
              <a:lnSpc>
                <a:spcPct val="150000"/>
              </a:lnSpc>
              <a:spcBef>
                <a:spcPct val="20000"/>
              </a:spcBef>
              <a:defRPr/>
            </a:pPr>
            <a:r>
              <a:rPr lang="sk-SK" b="1" dirty="0">
                <a:solidFill>
                  <a:srgbClr val="E30074"/>
                </a:solidFill>
              </a:rPr>
              <a:t>Technické zdroje: </a:t>
            </a:r>
            <a:r>
              <a:rPr lang="sk-SK" b="1" dirty="0"/>
              <a:t>Servery, vývojové nástroje, databázové systémy, sieťová infraštruktúra – tieto technológie sú nevyhnutné na to, aby projekt bežal hladko</a:t>
            </a:r>
          </a:p>
          <a:p>
            <a:pPr marL="184500" eaLnBrk="1" hangingPunct="1">
              <a:lnSpc>
                <a:spcPct val="150000"/>
              </a:lnSpc>
              <a:spcBef>
                <a:spcPct val="20000"/>
              </a:spcBef>
              <a:defRPr/>
            </a:pPr>
            <a:r>
              <a:rPr lang="sk-SK" b="1" dirty="0">
                <a:solidFill>
                  <a:srgbClr val="E30074"/>
                </a:solidFill>
              </a:rPr>
              <a:t>Finančné zdroje: </a:t>
            </a:r>
            <a:r>
              <a:rPr lang="sk-SK" b="1" dirty="0"/>
              <a:t>Náklady na softvér, hardvér, licencie a mzdové náklady môžu byť vysoké, a preto je dôležité určiť realistický rozpočet, ktorý umožní dosiahnuť všetky požiadavky bez prekročenia stanovených nákladov</a:t>
            </a:r>
          </a:p>
        </p:txBody>
      </p:sp>
      <p:sp>
        <p:nvSpPr>
          <p:cNvPr id="2" name="TextBox 1">
            <a:extLst>
              <a:ext uri="{FF2B5EF4-FFF2-40B4-BE49-F238E27FC236}">
                <a16:creationId xmlns:a16="http://schemas.microsoft.com/office/drawing/2014/main" id="{78BDABF5-8F51-701C-41A3-648EFE25590F}"/>
              </a:ext>
            </a:extLst>
          </p:cNvPr>
          <p:cNvSpPr txBox="1"/>
          <p:nvPr/>
        </p:nvSpPr>
        <p:spPr>
          <a:xfrm>
            <a:off x="3695700" y="268118"/>
            <a:ext cx="8239125" cy="1015663"/>
          </a:xfrm>
          <a:prstGeom prst="rect">
            <a:avLst/>
          </a:prstGeom>
          <a:noFill/>
        </p:spPr>
        <p:txBody>
          <a:bodyPr wrap="square" rtlCol="0">
            <a:spAutoFit/>
          </a:bodyPr>
          <a:lstStyle/>
          <a:p>
            <a:pPr algn="r"/>
            <a:r>
              <a:rPr lang="sk-SK" sz="6000" b="1" dirty="0">
                <a:solidFill>
                  <a:srgbClr val="E30074"/>
                </a:solidFill>
                <a:latin typeface="+mj-lt"/>
                <a:ea typeface="+mj-ea"/>
                <a:cs typeface="+mj-cs"/>
              </a:rPr>
              <a:t>Zdroje</a:t>
            </a:r>
          </a:p>
        </p:txBody>
      </p:sp>
    </p:spTree>
    <p:extLst>
      <p:ext uri="{BB962C8B-B14F-4D97-AF65-F5344CB8AC3E}">
        <p14:creationId xmlns:p14="http://schemas.microsoft.com/office/powerpoint/2010/main" val="9096151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97B3F8B8-8EA3-0789-3DC6-468EA4AB078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1074420" y="-938213"/>
            <a:ext cx="5905500" cy="1876425"/>
          </a:xfrm>
          <a:prstGeom prst="rect">
            <a:avLst/>
          </a:prstGeom>
        </p:spPr>
      </p:pic>
      <p:pic>
        <p:nvPicPr>
          <p:cNvPr id="5" name="Graphic 4">
            <a:extLst>
              <a:ext uri="{FF2B5EF4-FFF2-40B4-BE49-F238E27FC236}">
                <a16:creationId xmlns:a16="http://schemas.microsoft.com/office/drawing/2014/main" id="{9A54E75F-DC78-31F0-2F05-03E34691110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58924" y="5512444"/>
            <a:ext cx="8384374" cy="2691112"/>
          </a:xfrm>
          <a:prstGeom prst="rect">
            <a:avLst/>
          </a:prstGeom>
        </p:spPr>
      </p:pic>
      <p:sp>
        <p:nvSpPr>
          <p:cNvPr id="6" name="Rectangle 5">
            <a:extLst>
              <a:ext uri="{FF2B5EF4-FFF2-40B4-BE49-F238E27FC236}">
                <a16:creationId xmlns:a16="http://schemas.microsoft.com/office/drawing/2014/main" id="{3DE966AD-A4F9-6FFF-2E82-329F09C51267}"/>
              </a:ext>
            </a:extLst>
          </p:cNvPr>
          <p:cNvSpPr/>
          <p:nvPr/>
        </p:nvSpPr>
        <p:spPr>
          <a:xfrm>
            <a:off x="9940412" y="6338734"/>
            <a:ext cx="2251587" cy="1622322"/>
          </a:xfrm>
          <a:prstGeom prst="rect">
            <a:avLst/>
          </a:prstGeom>
          <a:solidFill>
            <a:srgbClr val="E30074"/>
          </a:solidFill>
          <a:ln>
            <a:solidFill>
              <a:srgbClr val="E300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4394263-17C4-107C-501F-C19FC6080FA3}"/>
              </a:ext>
            </a:extLst>
          </p:cNvPr>
          <p:cNvSpPr txBox="1"/>
          <p:nvPr/>
        </p:nvSpPr>
        <p:spPr>
          <a:xfrm>
            <a:off x="850680" y="1764503"/>
            <a:ext cx="10490640" cy="3068661"/>
          </a:xfrm>
          <a:prstGeom prst="rect">
            <a:avLst/>
          </a:prstGeom>
          <a:noFill/>
        </p:spPr>
        <p:txBody>
          <a:bodyPr wrap="square" rtlCol="0">
            <a:spAutoFit/>
          </a:bodyPr>
          <a:lstStyle/>
          <a:p>
            <a:pPr marL="184500" eaLnBrk="1" hangingPunct="1">
              <a:lnSpc>
                <a:spcPct val="150000"/>
              </a:lnSpc>
              <a:spcBef>
                <a:spcPct val="20000"/>
              </a:spcBef>
              <a:defRPr/>
            </a:pPr>
            <a:r>
              <a:rPr lang="en-US" b="1" dirty="0" err="1"/>
              <a:t>Zdroje</a:t>
            </a:r>
            <a:r>
              <a:rPr lang="en-US" b="1" dirty="0"/>
              <a:t> </a:t>
            </a:r>
            <a:r>
              <a:rPr lang="en-US" b="1" dirty="0" err="1"/>
              <a:t>môžu</a:t>
            </a:r>
            <a:r>
              <a:rPr lang="en-US" b="1" dirty="0"/>
              <a:t> </a:t>
            </a:r>
            <a:r>
              <a:rPr lang="en-US" b="1" dirty="0" err="1"/>
              <a:t>byť</a:t>
            </a:r>
            <a:r>
              <a:rPr lang="en-US" b="1" dirty="0"/>
              <a:t> </a:t>
            </a:r>
            <a:r>
              <a:rPr lang="en-US" b="1" dirty="0" err="1"/>
              <a:t>rôzne</a:t>
            </a:r>
            <a:r>
              <a:rPr lang="en-US" b="1" dirty="0"/>
              <a:t>, od </a:t>
            </a:r>
            <a:r>
              <a:rPr lang="en-US" b="1" dirty="0" err="1"/>
              <a:t>finančných</a:t>
            </a:r>
            <a:r>
              <a:rPr lang="en-US" b="1" dirty="0"/>
              <a:t> </a:t>
            </a:r>
            <a:r>
              <a:rPr lang="en-US" b="1" dirty="0" err="1"/>
              <a:t>až</a:t>
            </a:r>
            <a:r>
              <a:rPr lang="en-US" b="1" dirty="0"/>
              <a:t> po </a:t>
            </a:r>
            <a:r>
              <a:rPr lang="en-US" b="1" dirty="0" err="1"/>
              <a:t>ľudské</a:t>
            </a:r>
            <a:r>
              <a:rPr lang="en-US" b="1" dirty="0"/>
              <a:t> a </a:t>
            </a:r>
            <a:r>
              <a:rPr lang="en-US" b="1" dirty="0" err="1"/>
              <a:t>technické</a:t>
            </a:r>
            <a:r>
              <a:rPr lang="en-US" b="1" dirty="0"/>
              <a:t>:</a:t>
            </a:r>
            <a:endParaRPr lang="sk-SK" b="1" dirty="0"/>
          </a:p>
          <a:p>
            <a:pPr marL="184500" eaLnBrk="1" hangingPunct="1">
              <a:lnSpc>
                <a:spcPct val="150000"/>
              </a:lnSpc>
              <a:spcBef>
                <a:spcPct val="20000"/>
              </a:spcBef>
              <a:defRPr/>
            </a:pPr>
            <a:r>
              <a:rPr lang="en-US" b="1" dirty="0" err="1">
                <a:solidFill>
                  <a:srgbClr val="E30074"/>
                </a:solidFill>
              </a:rPr>
              <a:t>Význam</a:t>
            </a:r>
            <a:r>
              <a:rPr lang="en-US" b="1" dirty="0">
                <a:solidFill>
                  <a:srgbClr val="E30074"/>
                </a:solidFill>
              </a:rPr>
              <a:t> adaptability:</a:t>
            </a:r>
            <a:r>
              <a:rPr lang="sk-SK" b="1" dirty="0">
                <a:solidFill>
                  <a:srgbClr val="E30074"/>
                </a:solidFill>
              </a:rPr>
              <a:t> </a:t>
            </a:r>
            <a:r>
              <a:rPr lang="en-US" b="1" dirty="0" err="1"/>
              <a:t>Agilné</a:t>
            </a:r>
            <a:r>
              <a:rPr lang="en-US" b="1" dirty="0"/>
              <a:t> </a:t>
            </a:r>
            <a:r>
              <a:rPr lang="en-US" b="1" dirty="0" err="1"/>
              <a:t>metódy</a:t>
            </a:r>
            <a:r>
              <a:rPr lang="en-US" b="1" dirty="0"/>
              <a:t> </a:t>
            </a:r>
            <a:r>
              <a:rPr lang="en-US" b="1" dirty="0" err="1"/>
              <a:t>riadenia</a:t>
            </a:r>
            <a:r>
              <a:rPr lang="en-US" b="1" dirty="0"/>
              <a:t> </a:t>
            </a:r>
            <a:r>
              <a:rPr lang="en-US" b="1" dirty="0" err="1"/>
              <a:t>projektov</a:t>
            </a:r>
            <a:r>
              <a:rPr lang="en-US" b="1" dirty="0"/>
              <a:t> (</a:t>
            </a:r>
            <a:r>
              <a:rPr lang="en-US" b="1" dirty="0" err="1"/>
              <a:t>ako</a:t>
            </a:r>
            <a:r>
              <a:rPr lang="en-US" b="1" dirty="0"/>
              <a:t> Scrum </a:t>
            </a:r>
            <a:r>
              <a:rPr lang="en-US" b="1" dirty="0" err="1"/>
              <a:t>alebo</a:t>
            </a:r>
            <a:r>
              <a:rPr lang="en-US" b="1" dirty="0"/>
              <a:t> Kanban) </a:t>
            </a:r>
            <a:r>
              <a:rPr lang="en-US" b="1" dirty="0" err="1"/>
              <a:t>umožňujú</a:t>
            </a:r>
            <a:r>
              <a:rPr lang="en-US" b="1" dirty="0"/>
              <a:t> </a:t>
            </a:r>
            <a:r>
              <a:rPr lang="en-US" b="1" dirty="0" err="1"/>
              <a:t>tímom</a:t>
            </a:r>
            <a:r>
              <a:rPr lang="en-US" b="1" dirty="0"/>
              <a:t> </a:t>
            </a:r>
            <a:r>
              <a:rPr lang="en-US" b="1" dirty="0" err="1"/>
              <a:t>prispôsobiť</a:t>
            </a:r>
            <a:r>
              <a:rPr lang="en-US" b="1" dirty="0"/>
              <a:t> </a:t>
            </a:r>
            <a:r>
              <a:rPr lang="en-US" b="1" dirty="0" err="1"/>
              <a:t>sa</a:t>
            </a:r>
            <a:r>
              <a:rPr lang="en-US" b="1" dirty="0"/>
              <a:t> </a:t>
            </a:r>
            <a:r>
              <a:rPr lang="en-US" b="1" dirty="0" err="1"/>
              <a:t>novým</a:t>
            </a:r>
            <a:r>
              <a:rPr lang="en-US" b="1" dirty="0"/>
              <a:t> </a:t>
            </a:r>
            <a:r>
              <a:rPr lang="en-US" b="1" dirty="0" err="1"/>
              <a:t>výzvam</a:t>
            </a:r>
            <a:r>
              <a:rPr lang="en-US" b="1" dirty="0"/>
              <a:t> </a:t>
            </a:r>
            <a:r>
              <a:rPr lang="en-US" b="1" dirty="0" err="1"/>
              <a:t>alebo</a:t>
            </a:r>
            <a:r>
              <a:rPr lang="en-US" b="1" dirty="0"/>
              <a:t> </a:t>
            </a:r>
            <a:r>
              <a:rPr lang="en-US" b="1" dirty="0" err="1"/>
              <a:t>potrebám</a:t>
            </a:r>
            <a:r>
              <a:rPr lang="en-US" b="1" dirty="0"/>
              <a:t> </a:t>
            </a:r>
            <a:r>
              <a:rPr lang="en-US" b="1" dirty="0" err="1"/>
              <a:t>počas</a:t>
            </a:r>
            <a:r>
              <a:rPr lang="en-US" b="1" dirty="0"/>
              <a:t> </a:t>
            </a:r>
            <a:r>
              <a:rPr lang="en-US" b="1" dirty="0" err="1"/>
              <a:t>celého</a:t>
            </a:r>
            <a:r>
              <a:rPr lang="en-US" b="1" dirty="0"/>
              <a:t> </a:t>
            </a:r>
            <a:r>
              <a:rPr lang="en-US" b="1" dirty="0" err="1"/>
              <a:t>životného</a:t>
            </a:r>
            <a:r>
              <a:rPr lang="en-US" b="1" dirty="0"/>
              <a:t> </a:t>
            </a:r>
            <a:r>
              <a:rPr lang="en-US" b="1" dirty="0" err="1"/>
              <a:t>cyklu</a:t>
            </a:r>
            <a:r>
              <a:rPr lang="en-US" b="1" dirty="0"/>
              <a:t> </a:t>
            </a:r>
            <a:r>
              <a:rPr lang="en-US" b="1" dirty="0" err="1"/>
              <a:t>projektu</a:t>
            </a:r>
            <a:r>
              <a:rPr lang="en-US" b="1" dirty="0"/>
              <a:t>. Tieto </a:t>
            </a:r>
            <a:r>
              <a:rPr lang="en-US" b="1" dirty="0" err="1"/>
              <a:t>metódy</a:t>
            </a:r>
            <a:r>
              <a:rPr lang="en-US" b="1" dirty="0"/>
              <a:t> </a:t>
            </a:r>
            <a:r>
              <a:rPr lang="en-US" b="1" dirty="0" err="1"/>
              <a:t>sa</a:t>
            </a:r>
            <a:r>
              <a:rPr lang="en-US" b="1" dirty="0"/>
              <a:t> </a:t>
            </a:r>
            <a:r>
              <a:rPr lang="en-US" b="1" dirty="0" err="1"/>
              <a:t>snažia</a:t>
            </a:r>
            <a:r>
              <a:rPr lang="en-US" b="1" dirty="0"/>
              <a:t> </a:t>
            </a:r>
            <a:r>
              <a:rPr lang="en-US" b="1" dirty="0" err="1"/>
              <a:t>minimalizovať</a:t>
            </a:r>
            <a:r>
              <a:rPr lang="en-US" b="1" dirty="0"/>
              <a:t> </a:t>
            </a:r>
            <a:r>
              <a:rPr lang="en-US" b="1" dirty="0" err="1"/>
              <a:t>riziká</a:t>
            </a:r>
            <a:r>
              <a:rPr lang="en-US" b="1" dirty="0"/>
              <a:t> a </a:t>
            </a:r>
            <a:r>
              <a:rPr lang="en-US" b="1" dirty="0" err="1"/>
              <a:t>maximalizovať</a:t>
            </a:r>
            <a:r>
              <a:rPr lang="en-US" b="1" dirty="0"/>
              <a:t> </a:t>
            </a:r>
            <a:r>
              <a:rPr lang="en-US" b="1" dirty="0" err="1"/>
              <a:t>flexibilitu</a:t>
            </a:r>
            <a:r>
              <a:rPr lang="en-US" b="1" dirty="0"/>
              <a:t>.</a:t>
            </a:r>
            <a:endParaRPr lang="sk-SK" b="1" dirty="0"/>
          </a:p>
          <a:p>
            <a:pPr marL="184500" eaLnBrk="1" hangingPunct="1">
              <a:lnSpc>
                <a:spcPct val="150000"/>
              </a:lnSpc>
              <a:spcBef>
                <a:spcPct val="20000"/>
              </a:spcBef>
              <a:defRPr/>
            </a:pPr>
            <a:r>
              <a:rPr lang="sk-SK" b="1" dirty="0">
                <a:solidFill>
                  <a:srgbClr val="E30074"/>
                </a:solidFill>
              </a:rPr>
              <a:t>Problémy, ktoré sa môžu vyskytnúť: </a:t>
            </a:r>
            <a:r>
              <a:rPr lang="sk-SK" b="1" dirty="0"/>
              <a:t>Pri nedostatku flexibility môže projekt zlyhať, ak sa nebudú včas vykonané potrebné úpravy. Napríklad, ak sa technológie vyvinú novým smerom, ale projekt nie je schopný sa prispôsobiť, môže to mať negatívny dopad na jeho úspešnosť</a:t>
            </a:r>
          </a:p>
        </p:txBody>
      </p:sp>
      <p:sp>
        <p:nvSpPr>
          <p:cNvPr id="2" name="TextBox 1">
            <a:extLst>
              <a:ext uri="{FF2B5EF4-FFF2-40B4-BE49-F238E27FC236}">
                <a16:creationId xmlns:a16="http://schemas.microsoft.com/office/drawing/2014/main" id="{78BDABF5-8F51-701C-41A3-648EFE25590F}"/>
              </a:ext>
            </a:extLst>
          </p:cNvPr>
          <p:cNvSpPr txBox="1"/>
          <p:nvPr/>
        </p:nvSpPr>
        <p:spPr>
          <a:xfrm>
            <a:off x="3695700" y="268118"/>
            <a:ext cx="8239125" cy="1015663"/>
          </a:xfrm>
          <a:prstGeom prst="rect">
            <a:avLst/>
          </a:prstGeom>
          <a:noFill/>
        </p:spPr>
        <p:txBody>
          <a:bodyPr wrap="square" rtlCol="0">
            <a:spAutoFit/>
          </a:bodyPr>
          <a:lstStyle/>
          <a:p>
            <a:pPr algn="r"/>
            <a:r>
              <a:rPr lang="sk-SK" sz="6000" b="1" dirty="0">
                <a:solidFill>
                  <a:srgbClr val="E30074"/>
                </a:solidFill>
                <a:latin typeface="+mj-lt"/>
                <a:ea typeface="+mj-ea"/>
                <a:cs typeface="+mj-cs"/>
              </a:rPr>
              <a:t>Flexibilita a prispôsobivosť</a:t>
            </a:r>
          </a:p>
        </p:txBody>
      </p:sp>
    </p:spTree>
    <p:extLst>
      <p:ext uri="{BB962C8B-B14F-4D97-AF65-F5344CB8AC3E}">
        <p14:creationId xmlns:p14="http://schemas.microsoft.com/office/powerpoint/2010/main" val="21266609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97B3F8B8-8EA3-0789-3DC6-468EA4AB078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1074420" y="-938213"/>
            <a:ext cx="5905500" cy="1876425"/>
          </a:xfrm>
          <a:prstGeom prst="rect">
            <a:avLst/>
          </a:prstGeom>
        </p:spPr>
      </p:pic>
      <p:pic>
        <p:nvPicPr>
          <p:cNvPr id="5" name="Graphic 4">
            <a:extLst>
              <a:ext uri="{FF2B5EF4-FFF2-40B4-BE49-F238E27FC236}">
                <a16:creationId xmlns:a16="http://schemas.microsoft.com/office/drawing/2014/main" id="{9A54E75F-DC78-31F0-2F05-03E34691110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58924" y="5512444"/>
            <a:ext cx="8384374" cy="2691112"/>
          </a:xfrm>
          <a:prstGeom prst="rect">
            <a:avLst/>
          </a:prstGeom>
        </p:spPr>
      </p:pic>
      <p:sp>
        <p:nvSpPr>
          <p:cNvPr id="6" name="Rectangle 5">
            <a:extLst>
              <a:ext uri="{FF2B5EF4-FFF2-40B4-BE49-F238E27FC236}">
                <a16:creationId xmlns:a16="http://schemas.microsoft.com/office/drawing/2014/main" id="{3DE966AD-A4F9-6FFF-2E82-329F09C51267}"/>
              </a:ext>
            </a:extLst>
          </p:cNvPr>
          <p:cNvSpPr/>
          <p:nvPr/>
        </p:nvSpPr>
        <p:spPr>
          <a:xfrm>
            <a:off x="9940412" y="6338734"/>
            <a:ext cx="2251587" cy="1622322"/>
          </a:xfrm>
          <a:prstGeom prst="rect">
            <a:avLst/>
          </a:prstGeom>
          <a:solidFill>
            <a:srgbClr val="E30074"/>
          </a:solidFill>
          <a:ln>
            <a:solidFill>
              <a:srgbClr val="E300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4394263-17C4-107C-501F-C19FC6080FA3}"/>
              </a:ext>
            </a:extLst>
          </p:cNvPr>
          <p:cNvSpPr txBox="1"/>
          <p:nvPr/>
        </p:nvSpPr>
        <p:spPr>
          <a:xfrm>
            <a:off x="850680" y="2023936"/>
            <a:ext cx="10490640" cy="2810128"/>
          </a:xfrm>
          <a:prstGeom prst="rect">
            <a:avLst/>
          </a:prstGeom>
          <a:noFill/>
        </p:spPr>
        <p:txBody>
          <a:bodyPr wrap="square" rtlCol="0">
            <a:spAutoFit/>
          </a:bodyPr>
          <a:lstStyle/>
          <a:p>
            <a:pPr marL="184500" eaLnBrk="1" hangingPunct="1">
              <a:lnSpc>
                <a:spcPct val="150000"/>
              </a:lnSpc>
              <a:spcBef>
                <a:spcPct val="20000"/>
              </a:spcBef>
              <a:defRPr/>
            </a:pPr>
            <a:r>
              <a:rPr lang="en-US" b="1" dirty="0" err="1">
                <a:solidFill>
                  <a:srgbClr val="E30074"/>
                </a:solidFill>
              </a:rPr>
              <a:t>Kvalita</a:t>
            </a:r>
            <a:r>
              <a:rPr lang="en-US" b="1" dirty="0"/>
              <a:t> </a:t>
            </a:r>
            <a:r>
              <a:rPr lang="en-US" b="1" dirty="0" err="1"/>
              <a:t>sa</a:t>
            </a:r>
            <a:r>
              <a:rPr lang="en-US" b="1" dirty="0"/>
              <a:t> </a:t>
            </a:r>
            <a:r>
              <a:rPr lang="en-US" b="1" dirty="0" err="1"/>
              <a:t>musí</a:t>
            </a:r>
            <a:r>
              <a:rPr lang="en-US" b="1" dirty="0"/>
              <a:t> </a:t>
            </a:r>
            <a:r>
              <a:rPr lang="en-US" b="1" dirty="0" err="1"/>
              <a:t>zabezpečiť</a:t>
            </a:r>
            <a:r>
              <a:rPr lang="en-US" b="1" dirty="0"/>
              <a:t> </a:t>
            </a:r>
            <a:r>
              <a:rPr lang="en-US" b="1" dirty="0" err="1"/>
              <a:t>na</a:t>
            </a:r>
            <a:r>
              <a:rPr lang="en-US" b="1" dirty="0"/>
              <a:t> </a:t>
            </a:r>
            <a:r>
              <a:rPr lang="en-US" b="1" dirty="0" err="1"/>
              <a:t>každej</a:t>
            </a:r>
            <a:r>
              <a:rPr lang="en-US" b="1" dirty="0"/>
              <a:t> </a:t>
            </a:r>
            <a:r>
              <a:rPr lang="en-US" b="1" dirty="0" err="1"/>
              <a:t>úrovni</a:t>
            </a:r>
            <a:r>
              <a:rPr lang="en-US" b="1" dirty="0"/>
              <a:t>, </a:t>
            </a:r>
            <a:r>
              <a:rPr lang="en-US" b="1" dirty="0" err="1"/>
              <a:t>či</a:t>
            </a:r>
            <a:r>
              <a:rPr lang="en-US" b="1" dirty="0"/>
              <a:t> </a:t>
            </a:r>
            <a:r>
              <a:rPr lang="en-US" b="1" dirty="0" err="1"/>
              <a:t>už</a:t>
            </a:r>
            <a:r>
              <a:rPr lang="en-US" b="1" dirty="0"/>
              <a:t> ide o </a:t>
            </a:r>
            <a:r>
              <a:rPr lang="en-US" b="1" dirty="0" err="1"/>
              <a:t>kvalitu</a:t>
            </a:r>
            <a:r>
              <a:rPr lang="en-US" b="1" dirty="0"/>
              <a:t> </a:t>
            </a:r>
            <a:r>
              <a:rPr lang="en-US" b="1" dirty="0" err="1"/>
              <a:t>kódu</a:t>
            </a:r>
            <a:r>
              <a:rPr lang="en-US" b="1" dirty="0"/>
              <a:t>, </a:t>
            </a:r>
            <a:r>
              <a:rPr lang="en-US" b="1" dirty="0" err="1"/>
              <a:t>funkcionalitu</a:t>
            </a:r>
            <a:r>
              <a:rPr lang="en-US" b="1" dirty="0"/>
              <a:t> </a:t>
            </a:r>
            <a:r>
              <a:rPr lang="en-US" b="1" dirty="0" err="1"/>
              <a:t>systému</a:t>
            </a:r>
            <a:r>
              <a:rPr lang="en-US" b="1" dirty="0"/>
              <a:t> </a:t>
            </a:r>
            <a:r>
              <a:rPr lang="en-US" b="1" dirty="0" err="1"/>
              <a:t>alebo</a:t>
            </a:r>
            <a:r>
              <a:rPr lang="en-US" b="1" dirty="0"/>
              <a:t> </a:t>
            </a:r>
            <a:r>
              <a:rPr lang="en-US" b="1" dirty="0" err="1"/>
              <a:t>používateľskú</a:t>
            </a:r>
            <a:r>
              <a:rPr lang="en-US" b="1" dirty="0"/>
              <a:t> </a:t>
            </a:r>
            <a:r>
              <a:rPr lang="en-US" b="1" dirty="0" err="1"/>
              <a:t>skúsenosť</a:t>
            </a:r>
            <a:r>
              <a:rPr lang="en-US" b="1" dirty="0"/>
              <a:t>. </a:t>
            </a:r>
            <a:r>
              <a:rPr lang="en-US" b="1" dirty="0" err="1"/>
              <a:t>Testovanie</a:t>
            </a:r>
            <a:r>
              <a:rPr lang="en-US" b="1" dirty="0"/>
              <a:t> a </a:t>
            </a:r>
            <a:r>
              <a:rPr lang="en-US" b="1" dirty="0" err="1"/>
              <a:t>kontrola</a:t>
            </a:r>
            <a:r>
              <a:rPr lang="en-US" b="1" dirty="0"/>
              <a:t> </a:t>
            </a:r>
            <a:r>
              <a:rPr lang="en-US" b="1" dirty="0" err="1"/>
              <a:t>kvality</a:t>
            </a:r>
            <a:r>
              <a:rPr lang="en-US" b="1" dirty="0"/>
              <a:t> </a:t>
            </a:r>
            <a:r>
              <a:rPr lang="en-US" b="1" dirty="0" err="1"/>
              <a:t>sú</a:t>
            </a:r>
            <a:r>
              <a:rPr lang="en-US" b="1" dirty="0"/>
              <a:t> </a:t>
            </a:r>
            <a:r>
              <a:rPr lang="en-US" b="1" dirty="0" err="1"/>
              <a:t>neoddeliteľnou</a:t>
            </a:r>
            <a:r>
              <a:rPr lang="en-US" b="1" dirty="0"/>
              <a:t> </a:t>
            </a:r>
            <a:r>
              <a:rPr lang="en-US" b="1" dirty="0" err="1"/>
              <a:t>súčasťou</a:t>
            </a:r>
            <a:r>
              <a:rPr lang="en-US" b="1" dirty="0"/>
              <a:t> </a:t>
            </a:r>
            <a:r>
              <a:rPr lang="en-US" b="1" dirty="0" err="1"/>
              <a:t>každého</a:t>
            </a:r>
            <a:r>
              <a:rPr lang="en-US" b="1" dirty="0"/>
              <a:t> IKT </a:t>
            </a:r>
            <a:r>
              <a:rPr lang="en-US" b="1" dirty="0" err="1"/>
              <a:t>projektu</a:t>
            </a:r>
            <a:endParaRPr lang="sk-SK" b="1" dirty="0"/>
          </a:p>
          <a:p>
            <a:pPr marL="184500" eaLnBrk="1" hangingPunct="1">
              <a:lnSpc>
                <a:spcPct val="150000"/>
              </a:lnSpc>
              <a:spcBef>
                <a:spcPct val="20000"/>
              </a:spcBef>
              <a:defRPr/>
            </a:pPr>
            <a:endParaRPr lang="sk-SK" sz="300" b="1" dirty="0"/>
          </a:p>
          <a:p>
            <a:pPr marL="184500" eaLnBrk="1" hangingPunct="1">
              <a:lnSpc>
                <a:spcPct val="150000"/>
              </a:lnSpc>
              <a:spcBef>
                <a:spcPct val="20000"/>
              </a:spcBef>
              <a:defRPr/>
            </a:pPr>
            <a:r>
              <a:rPr lang="en-US" b="1" dirty="0" err="1">
                <a:solidFill>
                  <a:srgbClr val="E30074"/>
                </a:solidFill>
              </a:rPr>
              <a:t>Význam</a:t>
            </a:r>
            <a:r>
              <a:rPr lang="en-US" b="1" dirty="0">
                <a:solidFill>
                  <a:srgbClr val="E30074"/>
                </a:solidFill>
              </a:rPr>
              <a:t> </a:t>
            </a:r>
            <a:r>
              <a:rPr lang="en-US" b="1" dirty="0" err="1">
                <a:solidFill>
                  <a:srgbClr val="E30074"/>
                </a:solidFill>
              </a:rPr>
              <a:t>kvalitného</a:t>
            </a:r>
            <a:r>
              <a:rPr lang="en-US" b="1" dirty="0">
                <a:solidFill>
                  <a:srgbClr val="E30074"/>
                </a:solidFill>
              </a:rPr>
              <a:t> </a:t>
            </a:r>
            <a:r>
              <a:rPr lang="en-US" b="1" dirty="0" err="1">
                <a:solidFill>
                  <a:srgbClr val="E30074"/>
                </a:solidFill>
              </a:rPr>
              <a:t>testovania</a:t>
            </a:r>
            <a:r>
              <a:rPr lang="en-US" b="1" dirty="0">
                <a:solidFill>
                  <a:srgbClr val="E30074"/>
                </a:solidFill>
              </a:rPr>
              <a:t>: </a:t>
            </a:r>
            <a:r>
              <a:rPr lang="en-US" b="1" dirty="0" err="1"/>
              <a:t>Testovanie</a:t>
            </a:r>
            <a:r>
              <a:rPr lang="en-US" b="1" dirty="0"/>
              <a:t> </a:t>
            </a:r>
            <a:r>
              <a:rPr lang="en-US" b="1" dirty="0" err="1"/>
              <a:t>počas</a:t>
            </a:r>
            <a:r>
              <a:rPr lang="en-US" b="1" dirty="0"/>
              <a:t> </a:t>
            </a:r>
            <a:r>
              <a:rPr lang="en-US" b="1" dirty="0" err="1"/>
              <a:t>vývoja</a:t>
            </a:r>
            <a:r>
              <a:rPr lang="en-US" b="1" dirty="0"/>
              <a:t> a po </a:t>
            </a:r>
            <a:r>
              <a:rPr lang="en-US" b="1" dirty="0" err="1"/>
              <a:t>dokončení</a:t>
            </a:r>
            <a:r>
              <a:rPr lang="en-US" b="1" dirty="0"/>
              <a:t> </a:t>
            </a:r>
            <a:r>
              <a:rPr lang="en-US" b="1" dirty="0" err="1"/>
              <a:t>systému</a:t>
            </a:r>
            <a:r>
              <a:rPr lang="en-US" b="1" dirty="0"/>
              <a:t> </a:t>
            </a:r>
            <a:r>
              <a:rPr lang="en-US" b="1" dirty="0" err="1"/>
              <a:t>zabezpečuje</a:t>
            </a:r>
            <a:r>
              <a:rPr lang="en-US" b="1" dirty="0"/>
              <a:t>, </a:t>
            </a:r>
            <a:r>
              <a:rPr lang="en-US" b="1" dirty="0" err="1"/>
              <a:t>že</a:t>
            </a:r>
            <a:r>
              <a:rPr lang="en-US" b="1" dirty="0"/>
              <a:t> </a:t>
            </a:r>
            <a:r>
              <a:rPr lang="en-US" b="1" dirty="0" err="1"/>
              <a:t>produkt</a:t>
            </a:r>
            <a:r>
              <a:rPr lang="en-US" b="1" dirty="0"/>
              <a:t> </a:t>
            </a:r>
            <a:r>
              <a:rPr lang="en-US" b="1" dirty="0" err="1"/>
              <a:t>splní</a:t>
            </a:r>
            <a:r>
              <a:rPr lang="en-US" b="1" dirty="0"/>
              <a:t> </a:t>
            </a:r>
            <a:r>
              <a:rPr lang="en-US" b="1" dirty="0" err="1"/>
              <a:t>požiadavky</a:t>
            </a:r>
            <a:r>
              <a:rPr lang="en-US" b="1" dirty="0"/>
              <a:t> a </a:t>
            </a:r>
            <a:r>
              <a:rPr lang="en-US" b="1" dirty="0" err="1"/>
              <a:t>bude</a:t>
            </a:r>
            <a:r>
              <a:rPr lang="en-US" b="1" dirty="0"/>
              <a:t> </a:t>
            </a:r>
            <a:r>
              <a:rPr lang="en-US" b="1" dirty="0" err="1"/>
              <a:t>fungovať</a:t>
            </a:r>
            <a:r>
              <a:rPr lang="en-US" b="1" dirty="0"/>
              <a:t> </a:t>
            </a:r>
            <a:r>
              <a:rPr lang="en-US" b="1" dirty="0" err="1"/>
              <a:t>podľa</a:t>
            </a:r>
            <a:r>
              <a:rPr lang="en-US" b="1" dirty="0"/>
              <a:t> </a:t>
            </a:r>
            <a:r>
              <a:rPr lang="en-US" b="1" dirty="0" err="1"/>
              <a:t>očakávaní</a:t>
            </a:r>
            <a:r>
              <a:rPr lang="en-US" b="1" dirty="0"/>
              <a:t> bez </a:t>
            </a:r>
            <a:r>
              <a:rPr lang="en-US" b="1" dirty="0" err="1"/>
              <a:t>chýb</a:t>
            </a:r>
            <a:endParaRPr lang="sk-SK" b="1" dirty="0"/>
          </a:p>
          <a:p>
            <a:pPr marL="184500" eaLnBrk="1" hangingPunct="1">
              <a:lnSpc>
                <a:spcPct val="150000"/>
              </a:lnSpc>
              <a:spcBef>
                <a:spcPct val="20000"/>
              </a:spcBef>
              <a:defRPr/>
            </a:pPr>
            <a:endParaRPr lang="sk-SK" sz="300" b="1" dirty="0"/>
          </a:p>
          <a:p>
            <a:pPr marL="184500" eaLnBrk="1" hangingPunct="1">
              <a:lnSpc>
                <a:spcPct val="150000"/>
              </a:lnSpc>
              <a:spcBef>
                <a:spcPct val="20000"/>
              </a:spcBef>
              <a:defRPr/>
            </a:pPr>
            <a:r>
              <a:rPr lang="sk-SK" b="1" dirty="0">
                <a:solidFill>
                  <a:srgbClr val="E30074"/>
                </a:solidFill>
              </a:rPr>
              <a:t>Problémy, ktoré sa môžu vyskytnúť: </a:t>
            </a:r>
            <a:r>
              <a:rPr lang="sk-SK" b="1" dirty="0"/>
              <a:t>Nezabezpečenie kvalitného testovania alebo nedostatočná kontrola kvality môže viesť k chybám v produkte, ktoré sa môžu prejaviť až po nasadení do prevádzky</a:t>
            </a:r>
          </a:p>
        </p:txBody>
      </p:sp>
      <p:sp>
        <p:nvSpPr>
          <p:cNvPr id="2" name="TextBox 1">
            <a:extLst>
              <a:ext uri="{FF2B5EF4-FFF2-40B4-BE49-F238E27FC236}">
                <a16:creationId xmlns:a16="http://schemas.microsoft.com/office/drawing/2014/main" id="{78BDABF5-8F51-701C-41A3-648EFE25590F}"/>
              </a:ext>
            </a:extLst>
          </p:cNvPr>
          <p:cNvSpPr txBox="1"/>
          <p:nvPr/>
        </p:nvSpPr>
        <p:spPr>
          <a:xfrm>
            <a:off x="3695700" y="268118"/>
            <a:ext cx="8239125" cy="1015663"/>
          </a:xfrm>
          <a:prstGeom prst="rect">
            <a:avLst/>
          </a:prstGeom>
          <a:noFill/>
        </p:spPr>
        <p:txBody>
          <a:bodyPr wrap="square" rtlCol="0">
            <a:spAutoFit/>
          </a:bodyPr>
          <a:lstStyle/>
          <a:p>
            <a:pPr algn="r"/>
            <a:r>
              <a:rPr lang="sk-SK" sz="6000" b="1" dirty="0">
                <a:solidFill>
                  <a:srgbClr val="E30074"/>
                </a:solidFill>
                <a:latin typeface="+mj-lt"/>
                <a:ea typeface="+mj-ea"/>
                <a:cs typeface="+mj-cs"/>
              </a:rPr>
              <a:t>Zameranie na kvalitu</a:t>
            </a:r>
          </a:p>
        </p:txBody>
      </p:sp>
    </p:spTree>
    <p:extLst>
      <p:ext uri="{BB962C8B-B14F-4D97-AF65-F5344CB8AC3E}">
        <p14:creationId xmlns:p14="http://schemas.microsoft.com/office/powerpoint/2010/main" val="16933161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97B3F8B8-8EA3-0789-3DC6-468EA4AB078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1074420" y="-938213"/>
            <a:ext cx="5905500" cy="1876425"/>
          </a:xfrm>
          <a:prstGeom prst="rect">
            <a:avLst/>
          </a:prstGeom>
        </p:spPr>
      </p:pic>
      <p:pic>
        <p:nvPicPr>
          <p:cNvPr id="5" name="Graphic 4">
            <a:extLst>
              <a:ext uri="{FF2B5EF4-FFF2-40B4-BE49-F238E27FC236}">
                <a16:creationId xmlns:a16="http://schemas.microsoft.com/office/drawing/2014/main" id="{9A54E75F-DC78-31F0-2F05-03E34691110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58924" y="5512444"/>
            <a:ext cx="8384374" cy="2691112"/>
          </a:xfrm>
          <a:prstGeom prst="rect">
            <a:avLst/>
          </a:prstGeom>
        </p:spPr>
      </p:pic>
      <p:sp>
        <p:nvSpPr>
          <p:cNvPr id="6" name="Rectangle 5">
            <a:extLst>
              <a:ext uri="{FF2B5EF4-FFF2-40B4-BE49-F238E27FC236}">
                <a16:creationId xmlns:a16="http://schemas.microsoft.com/office/drawing/2014/main" id="{3DE966AD-A4F9-6FFF-2E82-329F09C51267}"/>
              </a:ext>
            </a:extLst>
          </p:cNvPr>
          <p:cNvSpPr/>
          <p:nvPr/>
        </p:nvSpPr>
        <p:spPr>
          <a:xfrm>
            <a:off x="9940412" y="6338734"/>
            <a:ext cx="2251587" cy="1622322"/>
          </a:xfrm>
          <a:prstGeom prst="rect">
            <a:avLst/>
          </a:prstGeom>
          <a:solidFill>
            <a:srgbClr val="E30074"/>
          </a:solidFill>
          <a:ln>
            <a:solidFill>
              <a:srgbClr val="E300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78BDABF5-8F51-701C-41A3-648EFE25590F}"/>
              </a:ext>
            </a:extLst>
          </p:cNvPr>
          <p:cNvSpPr txBox="1"/>
          <p:nvPr/>
        </p:nvSpPr>
        <p:spPr>
          <a:xfrm>
            <a:off x="1468872" y="2413337"/>
            <a:ext cx="9254255" cy="1015663"/>
          </a:xfrm>
          <a:prstGeom prst="rect">
            <a:avLst/>
          </a:prstGeom>
          <a:noFill/>
        </p:spPr>
        <p:txBody>
          <a:bodyPr wrap="square" rtlCol="0">
            <a:spAutoFit/>
          </a:bodyPr>
          <a:lstStyle/>
          <a:p>
            <a:pPr algn="r"/>
            <a:r>
              <a:rPr lang="pl-PL" sz="6000" b="1" dirty="0">
                <a:solidFill>
                  <a:srgbClr val="E30074"/>
                </a:solidFill>
                <a:latin typeface="+mj-lt"/>
                <a:ea typeface="+mj-ea"/>
                <a:cs typeface="+mj-cs"/>
              </a:rPr>
              <a:t>Fázy projektu v IKT službách</a:t>
            </a:r>
            <a:endParaRPr lang="sk-SK" sz="6000" b="1" dirty="0">
              <a:solidFill>
                <a:srgbClr val="E30074"/>
              </a:solidFill>
              <a:latin typeface="+mj-lt"/>
              <a:ea typeface="+mj-ea"/>
              <a:cs typeface="+mj-cs"/>
            </a:endParaRPr>
          </a:p>
        </p:txBody>
      </p:sp>
    </p:spTree>
    <p:extLst>
      <p:ext uri="{BB962C8B-B14F-4D97-AF65-F5344CB8AC3E}">
        <p14:creationId xmlns:p14="http://schemas.microsoft.com/office/powerpoint/2010/main" val="33334429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97B3F8B8-8EA3-0789-3DC6-468EA4AB078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1074420" y="-938213"/>
            <a:ext cx="5905500" cy="1876425"/>
          </a:xfrm>
          <a:prstGeom prst="rect">
            <a:avLst/>
          </a:prstGeom>
        </p:spPr>
      </p:pic>
      <p:pic>
        <p:nvPicPr>
          <p:cNvPr id="5" name="Graphic 4">
            <a:extLst>
              <a:ext uri="{FF2B5EF4-FFF2-40B4-BE49-F238E27FC236}">
                <a16:creationId xmlns:a16="http://schemas.microsoft.com/office/drawing/2014/main" id="{9A54E75F-DC78-31F0-2F05-03E34691110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58924" y="5512444"/>
            <a:ext cx="8384374" cy="2691112"/>
          </a:xfrm>
          <a:prstGeom prst="rect">
            <a:avLst/>
          </a:prstGeom>
        </p:spPr>
      </p:pic>
      <p:sp>
        <p:nvSpPr>
          <p:cNvPr id="6" name="Rectangle 5">
            <a:extLst>
              <a:ext uri="{FF2B5EF4-FFF2-40B4-BE49-F238E27FC236}">
                <a16:creationId xmlns:a16="http://schemas.microsoft.com/office/drawing/2014/main" id="{3DE966AD-A4F9-6FFF-2E82-329F09C51267}"/>
              </a:ext>
            </a:extLst>
          </p:cNvPr>
          <p:cNvSpPr/>
          <p:nvPr/>
        </p:nvSpPr>
        <p:spPr>
          <a:xfrm>
            <a:off x="9940412" y="6338734"/>
            <a:ext cx="2251587" cy="1622322"/>
          </a:xfrm>
          <a:prstGeom prst="rect">
            <a:avLst/>
          </a:prstGeom>
          <a:solidFill>
            <a:srgbClr val="E30074"/>
          </a:solidFill>
          <a:ln>
            <a:solidFill>
              <a:srgbClr val="E300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4394263-17C4-107C-501F-C19FC6080FA3}"/>
              </a:ext>
            </a:extLst>
          </p:cNvPr>
          <p:cNvSpPr txBox="1"/>
          <p:nvPr/>
        </p:nvSpPr>
        <p:spPr>
          <a:xfrm>
            <a:off x="850680" y="2023936"/>
            <a:ext cx="10490640" cy="3124060"/>
          </a:xfrm>
          <a:prstGeom prst="rect">
            <a:avLst/>
          </a:prstGeom>
          <a:noFill/>
        </p:spPr>
        <p:txBody>
          <a:bodyPr wrap="square" rtlCol="0">
            <a:spAutoFit/>
          </a:bodyPr>
          <a:lstStyle/>
          <a:p>
            <a:pPr marL="184500" eaLnBrk="1" hangingPunct="1">
              <a:lnSpc>
                <a:spcPct val="150000"/>
              </a:lnSpc>
              <a:spcBef>
                <a:spcPct val="20000"/>
              </a:spcBef>
              <a:defRPr/>
            </a:pPr>
            <a:r>
              <a:rPr lang="en-US" b="1" dirty="0" err="1">
                <a:solidFill>
                  <a:srgbClr val="E30074"/>
                </a:solidFill>
              </a:rPr>
              <a:t>Identifikácia</a:t>
            </a:r>
            <a:r>
              <a:rPr lang="en-US" b="1" dirty="0">
                <a:solidFill>
                  <a:srgbClr val="E30074"/>
                </a:solidFill>
              </a:rPr>
              <a:t> </a:t>
            </a:r>
            <a:r>
              <a:rPr lang="en-US" b="1" dirty="0" err="1">
                <a:solidFill>
                  <a:srgbClr val="E30074"/>
                </a:solidFill>
              </a:rPr>
              <a:t>požiadaviek</a:t>
            </a:r>
            <a:r>
              <a:rPr lang="en-US" b="1" dirty="0">
                <a:solidFill>
                  <a:srgbClr val="E30074"/>
                </a:solidFill>
              </a:rPr>
              <a:t> a </a:t>
            </a:r>
            <a:r>
              <a:rPr lang="en-US" b="1" dirty="0" err="1">
                <a:solidFill>
                  <a:srgbClr val="E30074"/>
                </a:solidFill>
              </a:rPr>
              <a:t>cieľov</a:t>
            </a:r>
            <a:r>
              <a:rPr lang="sk-SK" b="1" dirty="0">
                <a:solidFill>
                  <a:srgbClr val="E30074"/>
                </a:solidFill>
              </a:rPr>
              <a:t>:  </a:t>
            </a:r>
            <a:r>
              <a:rPr lang="sk-SK" b="1" dirty="0"/>
              <a:t>V tejto fáze sa často stretávame s problémom neúplných alebo nekonzistentných požiadaviek, ktoré neskôr vedú k nesúladom v projekte</a:t>
            </a:r>
          </a:p>
          <a:p>
            <a:pPr marL="184500" eaLnBrk="1" hangingPunct="1">
              <a:lnSpc>
                <a:spcPct val="150000"/>
              </a:lnSpc>
              <a:spcBef>
                <a:spcPct val="20000"/>
              </a:spcBef>
              <a:defRPr/>
            </a:pPr>
            <a:r>
              <a:rPr lang="sk-SK" b="1" dirty="0">
                <a:solidFill>
                  <a:srgbClr val="E30074"/>
                </a:solidFill>
              </a:rPr>
              <a:t>Stanovenie rozpočtu a časového rámca:</a:t>
            </a:r>
            <a:r>
              <a:rPr lang="sk-SK" b="1" dirty="0"/>
              <a:t> Tu sa definuje, koľko peňazí a času bude potrebné na splnenie všetkých požiadaviek</a:t>
            </a:r>
          </a:p>
          <a:p>
            <a:pPr marL="184500" eaLnBrk="1" hangingPunct="1">
              <a:lnSpc>
                <a:spcPct val="150000"/>
              </a:lnSpc>
              <a:spcBef>
                <a:spcPct val="20000"/>
              </a:spcBef>
              <a:defRPr/>
            </a:pPr>
            <a:r>
              <a:rPr lang="sk-SK" b="1" dirty="0">
                <a:solidFill>
                  <a:srgbClr val="E30074"/>
                </a:solidFill>
              </a:rPr>
              <a:t>Identifikácia </a:t>
            </a:r>
            <a:r>
              <a:rPr lang="sk-SK" b="1" dirty="0" err="1">
                <a:solidFill>
                  <a:srgbClr val="E30074"/>
                </a:solidFill>
              </a:rPr>
              <a:t>stakeholderov</a:t>
            </a:r>
            <a:r>
              <a:rPr lang="sk-SK" b="1" dirty="0">
                <a:solidFill>
                  <a:srgbClr val="E30074"/>
                </a:solidFill>
              </a:rPr>
              <a:t>: </a:t>
            </a:r>
            <a:r>
              <a:rPr lang="sk-SK" b="1" dirty="0"/>
              <a:t>Tu sa definuje, koľko peňazí a času bude potrebné na splnenie všetkých požiadaviek</a:t>
            </a:r>
          </a:p>
          <a:p>
            <a:pPr marL="184500" eaLnBrk="1" hangingPunct="1">
              <a:lnSpc>
                <a:spcPct val="150000"/>
              </a:lnSpc>
              <a:spcBef>
                <a:spcPct val="20000"/>
              </a:spcBef>
              <a:defRPr/>
            </a:pPr>
            <a:endParaRPr lang="sk-SK" b="1" dirty="0"/>
          </a:p>
        </p:txBody>
      </p:sp>
      <p:sp>
        <p:nvSpPr>
          <p:cNvPr id="2" name="TextBox 1">
            <a:extLst>
              <a:ext uri="{FF2B5EF4-FFF2-40B4-BE49-F238E27FC236}">
                <a16:creationId xmlns:a16="http://schemas.microsoft.com/office/drawing/2014/main" id="{78BDABF5-8F51-701C-41A3-648EFE25590F}"/>
              </a:ext>
            </a:extLst>
          </p:cNvPr>
          <p:cNvSpPr txBox="1"/>
          <p:nvPr/>
        </p:nvSpPr>
        <p:spPr>
          <a:xfrm>
            <a:off x="3695700" y="268118"/>
            <a:ext cx="8239125" cy="1015663"/>
          </a:xfrm>
          <a:prstGeom prst="rect">
            <a:avLst/>
          </a:prstGeom>
          <a:noFill/>
        </p:spPr>
        <p:txBody>
          <a:bodyPr wrap="square" rtlCol="0">
            <a:spAutoFit/>
          </a:bodyPr>
          <a:lstStyle/>
          <a:p>
            <a:pPr algn="r"/>
            <a:r>
              <a:rPr lang="sk-SK" sz="6000" b="1" dirty="0">
                <a:solidFill>
                  <a:srgbClr val="E30074"/>
                </a:solidFill>
                <a:latin typeface="+mj-lt"/>
                <a:ea typeface="+mj-ea"/>
                <a:cs typeface="+mj-cs"/>
              </a:rPr>
              <a:t>Iniciačná fáza</a:t>
            </a:r>
          </a:p>
        </p:txBody>
      </p:sp>
    </p:spTree>
    <p:extLst>
      <p:ext uri="{BB962C8B-B14F-4D97-AF65-F5344CB8AC3E}">
        <p14:creationId xmlns:p14="http://schemas.microsoft.com/office/powerpoint/2010/main" val="8791371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97B3F8B8-8EA3-0789-3DC6-468EA4AB078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1074420" y="-938213"/>
            <a:ext cx="5905500" cy="1876425"/>
          </a:xfrm>
          <a:prstGeom prst="rect">
            <a:avLst/>
          </a:prstGeom>
        </p:spPr>
      </p:pic>
      <p:pic>
        <p:nvPicPr>
          <p:cNvPr id="5" name="Graphic 4">
            <a:extLst>
              <a:ext uri="{FF2B5EF4-FFF2-40B4-BE49-F238E27FC236}">
                <a16:creationId xmlns:a16="http://schemas.microsoft.com/office/drawing/2014/main" id="{9A54E75F-DC78-31F0-2F05-03E34691110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58924" y="5512444"/>
            <a:ext cx="8384374" cy="2691112"/>
          </a:xfrm>
          <a:prstGeom prst="rect">
            <a:avLst/>
          </a:prstGeom>
        </p:spPr>
      </p:pic>
      <p:sp>
        <p:nvSpPr>
          <p:cNvPr id="6" name="Rectangle 5">
            <a:extLst>
              <a:ext uri="{FF2B5EF4-FFF2-40B4-BE49-F238E27FC236}">
                <a16:creationId xmlns:a16="http://schemas.microsoft.com/office/drawing/2014/main" id="{3DE966AD-A4F9-6FFF-2E82-329F09C51267}"/>
              </a:ext>
            </a:extLst>
          </p:cNvPr>
          <p:cNvSpPr/>
          <p:nvPr/>
        </p:nvSpPr>
        <p:spPr>
          <a:xfrm>
            <a:off x="9940412" y="6338734"/>
            <a:ext cx="2251587" cy="1622322"/>
          </a:xfrm>
          <a:prstGeom prst="rect">
            <a:avLst/>
          </a:prstGeom>
          <a:solidFill>
            <a:srgbClr val="E30074"/>
          </a:solidFill>
          <a:ln>
            <a:solidFill>
              <a:srgbClr val="E300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4394263-17C4-107C-501F-C19FC6080FA3}"/>
              </a:ext>
            </a:extLst>
          </p:cNvPr>
          <p:cNvSpPr txBox="1"/>
          <p:nvPr/>
        </p:nvSpPr>
        <p:spPr>
          <a:xfrm>
            <a:off x="850680" y="2023936"/>
            <a:ext cx="10490640" cy="3124060"/>
          </a:xfrm>
          <a:prstGeom prst="rect">
            <a:avLst/>
          </a:prstGeom>
          <a:noFill/>
        </p:spPr>
        <p:txBody>
          <a:bodyPr wrap="square" rtlCol="0">
            <a:spAutoFit/>
          </a:bodyPr>
          <a:lstStyle/>
          <a:p>
            <a:pPr marL="184500" eaLnBrk="1" hangingPunct="1">
              <a:lnSpc>
                <a:spcPct val="150000"/>
              </a:lnSpc>
              <a:spcBef>
                <a:spcPct val="20000"/>
              </a:spcBef>
              <a:defRPr/>
            </a:pPr>
            <a:r>
              <a:rPr lang="en-US" b="1" dirty="0" err="1">
                <a:solidFill>
                  <a:srgbClr val="E30074"/>
                </a:solidFill>
              </a:rPr>
              <a:t>Identifikácia</a:t>
            </a:r>
            <a:r>
              <a:rPr lang="en-US" b="1" dirty="0">
                <a:solidFill>
                  <a:srgbClr val="E30074"/>
                </a:solidFill>
              </a:rPr>
              <a:t> </a:t>
            </a:r>
            <a:r>
              <a:rPr lang="en-US" b="1" dirty="0" err="1">
                <a:solidFill>
                  <a:srgbClr val="E30074"/>
                </a:solidFill>
              </a:rPr>
              <a:t>požiadaviek</a:t>
            </a:r>
            <a:r>
              <a:rPr lang="en-US" b="1" dirty="0">
                <a:solidFill>
                  <a:srgbClr val="E30074"/>
                </a:solidFill>
              </a:rPr>
              <a:t> a </a:t>
            </a:r>
            <a:r>
              <a:rPr lang="en-US" b="1" dirty="0" err="1">
                <a:solidFill>
                  <a:srgbClr val="E30074"/>
                </a:solidFill>
              </a:rPr>
              <a:t>cieľov</a:t>
            </a:r>
            <a:r>
              <a:rPr lang="sk-SK" b="1" dirty="0">
                <a:solidFill>
                  <a:srgbClr val="E30074"/>
                </a:solidFill>
              </a:rPr>
              <a:t>:  </a:t>
            </a:r>
            <a:r>
              <a:rPr lang="sk-SK" b="1" dirty="0"/>
              <a:t>V tejto fáze sa často stretávame s problémom neúplných alebo nekonzistentných požiadaviek, ktoré neskôr vedú k nesúladom v projekte</a:t>
            </a:r>
          </a:p>
          <a:p>
            <a:pPr marL="184500" eaLnBrk="1" hangingPunct="1">
              <a:lnSpc>
                <a:spcPct val="150000"/>
              </a:lnSpc>
              <a:spcBef>
                <a:spcPct val="20000"/>
              </a:spcBef>
              <a:defRPr/>
            </a:pPr>
            <a:r>
              <a:rPr lang="sk-SK" b="1" dirty="0">
                <a:solidFill>
                  <a:srgbClr val="E30074"/>
                </a:solidFill>
              </a:rPr>
              <a:t>Stanovenie rozpočtu a časového rámca:</a:t>
            </a:r>
            <a:r>
              <a:rPr lang="sk-SK" b="1" dirty="0"/>
              <a:t> Tu sa definuje, koľko peňazí a času bude potrebné na splnenie všetkých požiadaviek</a:t>
            </a:r>
          </a:p>
          <a:p>
            <a:pPr marL="184500" eaLnBrk="1" hangingPunct="1">
              <a:lnSpc>
                <a:spcPct val="150000"/>
              </a:lnSpc>
              <a:spcBef>
                <a:spcPct val="20000"/>
              </a:spcBef>
              <a:defRPr/>
            </a:pPr>
            <a:r>
              <a:rPr lang="sk-SK" b="1" dirty="0">
                <a:solidFill>
                  <a:srgbClr val="E30074"/>
                </a:solidFill>
              </a:rPr>
              <a:t>Identifikácia </a:t>
            </a:r>
            <a:r>
              <a:rPr lang="sk-SK" b="1" dirty="0" err="1">
                <a:solidFill>
                  <a:srgbClr val="E30074"/>
                </a:solidFill>
              </a:rPr>
              <a:t>stakeholderov</a:t>
            </a:r>
            <a:r>
              <a:rPr lang="sk-SK" b="1" dirty="0">
                <a:solidFill>
                  <a:srgbClr val="E30074"/>
                </a:solidFill>
              </a:rPr>
              <a:t>: </a:t>
            </a:r>
            <a:r>
              <a:rPr lang="en-US" b="1" dirty="0"/>
              <a:t>V </a:t>
            </a:r>
            <a:r>
              <a:rPr lang="en-US" b="1" dirty="0" err="1"/>
              <a:t>tejto</a:t>
            </a:r>
            <a:r>
              <a:rPr lang="en-US" b="1" dirty="0"/>
              <a:t> </a:t>
            </a:r>
            <a:r>
              <a:rPr lang="en-US" b="1" dirty="0" err="1"/>
              <a:t>fáze</a:t>
            </a:r>
            <a:r>
              <a:rPr lang="en-US" b="1" dirty="0"/>
              <a:t> je </a:t>
            </a:r>
            <a:r>
              <a:rPr lang="en-US" b="1" dirty="0" err="1"/>
              <a:t>dôležité</a:t>
            </a:r>
            <a:r>
              <a:rPr lang="en-US" b="1" dirty="0"/>
              <a:t> </a:t>
            </a:r>
            <a:r>
              <a:rPr lang="en-US" b="1" dirty="0" err="1"/>
              <a:t>identifikovať</a:t>
            </a:r>
            <a:r>
              <a:rPr lang="en-US" b="1" dirty="0"/>
              <a:t> </a:t>
            </a:r>
            <a:r>
              <a:rPr lang="en-US" b="1" dirty="0" err="1"/>
              <a:t>všetky</a:t>
            </a:r>
            <a:r>
              <a:rPr lang="en-US" b="1" dirty="0"/>
              <a:t> </a:t>
            </a:r>
            <a:r>
              <a:rPr lang="en-US" b="1" dirty="0" err="1"/>
              <a:t>zainteresované</a:t>
            </a:r>
            <a:r>
              <a:rPr lang="en-US" b="1" dirty="0"/>
              <a:t> </a:t>
            </a:r>
            <a:r>
              <a:rPr lang="en-US" b="1" dirty="0" err="1"/>
              <a:t>strany</a:t>
            </a:r>
            <a:r>
              <a:rPr lang="en-US" b="1" dirty="0"/>
              <a:t> to </a:t>
            </a:r>
            <a:r>
              <a:rPr lang="en-US" b="1" dirty="0" err="1"/>
              <a:t>znamená</a:t>
            </a:r>
            <a:r>
              <a:rPr lang="en-US" b="1" dirty="0"/>
              <a:t> </a:t>
            </a:r>
            <a:r>
              <a:rPr lang="en-US" b="1" dirty="0" err="1"/>
              <a:t>nielen</a:t>
            </a:r>
            <a:r>
              <a:rPr lang="en-US" b="1" dirty="0"/>
              <a:t> </a:t>
            </a:r>
            <a:r>
              <a:rPr lang="en-US" b="1" dirty="0" err="1"/>
              <a:t>klientov</a:t>
            </a:r>
            <a:r>
              <a:rPr lang="en-US" b="1" dirty="0"/>
              <a:t> a </a:t>
            </a:r>
            <a:r>
              <a:rPr lang="en-US" b="1" dirty="0" err="1"/>
              <a:t>používateľov</a:t>
            </a:r>
            <a:r>
              <a:rPr lang="en-US" b="1" dirty="0"/>
              <a:t>, ale </a:t>
            </a:r>
            <a:r>
              <a:rPr lang="en-US" b="1" dirty="0" err="1"/>
              <a:t>aj</a:t>
            </a:r>
            <a:r>
              <a:rPr lang="en-US" b="1" dirty="0"/>
              <a:t> </a:t>
            </a:r>
            <a:r>
              <a:rPr lang="en-US" b="1" dirty="0" err="1"/>
              <a:t>interných</a:t>
            </a:r>
            <a:r>
              <a:rPr lang="en-US" b="1" dirty="0"/>
              <a:t> </a:t>
            </a:r>
            <a:r>
              <a:rPr lang="en-US" b="1" dirty="0" err="1"/>
              <a:t>zamestnancov</a:t>
            </a:r>
            <a:r>
              <a:rPr lang="en-US" b="1" dirty="0"/>
              <a:t>, </a:t>
            </a:r>
            <a:r>
              <a:rPr lang="en-US" b="1" dirty="0" err="1"/>
              <a:t>manažérov</a:t>
            </a:r>
            <a:r>
              <a:rPr lang="en-US" b="1" dirty="0"/>
              <a:t>, </a:t>
            </a:r>
            <a:r>
              <a:rPr lang="en-US" b="1" dirty="0" err="1"/>
              <a:t>dodávateľov</a:t>
            </a:r>
            <a:r>
              <a:rPr lang="en-US" b="1" dirty="0"/>
              <a:t>, a </a:t>
            </a:r>
            <a:r>
              <a:rPr lang="en-US" b="1" dirty="0" err="1"/>
              <a:t>dokonca</a:t>
            </a:r>
            <a:r>
              <a:rPr lang="en-US" b="1" dirty="0"/>
              <a:t> </a:t>
            </a:r>
            <a:r>
              <a:rPr lang="en-US" b="1" dirty="0" err="1"/>
              <a:t>aj</a:t>
            </a:r>
            <a:r>
              <a:rPr lang="en-US" b="1" dirty="0"/>
              <a:t> </a:t>
            </a:r>
            <a:r>
              <a:rPr lang="en-US" b="1" dirty="0" err="1"/>
              <a:t>regulačné</a:t>
            </a:r>
            <a:r>
              <a:rPr lang="en-US" b="1" dirty="0"/>
              <a:t> </a:t>
            </a:r>
            <a:r>
              <a:rPr lang="en-US" b="1" dirty="0" err="1"/>
              <a:t>orgány</a:t>
            </a:r>
            <a:endParaRPr lang="sk-SK" b="1" dirty="0"/>
          </a:p>
        </p:txBody>
      </p:sp>
      <p:sp>
        <p:nvSpPr>
          <p:cNvPr id="2" name="TextBox 1">
            <a:extLst>
              <a:ext uri="{FF2B5EF4-FFF2-40B4-BE49-F238E27FC236}">
                <a16:creationId xmlns:a16="http://schemas.microsoft.com/office/drawing/2014/main" id="{78BDABF5-8F51-701C-41A3-648EFE25590F}"/>
              </a:ext>
            </a:extLst>
          </p:cNvPr>
          <p:cNvSpPr txBox="1"/>
          <p:nvPr/>
        </p:nvSpPr>
        <p:spPr>
          <a:xfrm>
            <a:off x="3695700" y="268118"/>
            <a:ext cx="8239125" cy="1015663"/>
          </a:xfrm>
          <a:prstGeom prst="rect">
            <a:avLst/>
          </a:prstGeom>
          <a:noFill/>
        </p:spPr>
        <p:txBody>
          <a:bodyPr wrap="square" rtlCol="0">
            <a:spAutoFit/>
          </a:bodyPr>
          <a:lstStyle/>
          <a:p>
            <a:pPr algn="r"/>
            <a:r>
              <a:rPr lang="sk-SK" sz="6000" b="1" dirty="0">
                <a:solidFill>
                  <a:srgbClr val="E30074"/>
                </a:solidFill>
                <a:latin typeface="+mj-lt"/>
                <a:ea typeface="+mj-ea"/>
                <a:cs typeface="+mj-cs"/>
              </a:rPr>
              <a:t>Iniciačná fáza</a:t>
            </a:r>
          </a:p>
        </p:txBody>
      </p:sp>
    </p:spTree>
    <p:extLst>
      <p:ext uri="{BB962C8B-B14F-4D97-AF65-F5344CB8AC3E}">
        <p14:creationId xmlns:p14="http://schemas.microsoft.com/office/powerpoint/2010/main" val="41397137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97B3F8B8-8EA3-0789-3DC6-468EA4AB078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1074420" y="-938213"/>
            <a:ext cx="5905500" cy="1876425"/>
          </a:xfrm>
          <a:prstGeom prst="rect">
            <a:avLst/>
          </a:prstGeom>
        </p:spPr>
      </p:pic>
      <p:pic>
        <p:nvPicPr>
          <p:cNvPr id="5" name="Graphic 4">
            <a:extLst>
              <a:ext uri="{FF2B5EF4-FFF2-40B4-BE49-F238E27FC236}">
                <a16:creationId xmlns:a16="http://schemas.microsoft.com/office/drawing/2014/main" id="{9A54E75F-DC78-31F0-2F05-03E34691110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58924" y="5512444"/>
            <a:ext cx="8384374" cy="2691112"/>
          </a:xfrm>
          <a:prstGeom prst="rect">
            <a:avLst/>
          </a:prstGeom>
        </p:spPr>
      </p:pic>
      <p:sp>
        <p:nvSpPr>
          <p:cNvPr id="6" name="Rectangle 5">
            <a:extLst>
              <a:ext uri="{FF2B5EF4-FFF2-40B4-BE49-F238E27FC236}">
                <a16:creationId xmlns:a16="http://schemas.microsoft.com/office/drawing/2014/main" id="{3DE966AD-A4F9-6FFF-2E82-329F09C51267}"/>
              </a:ext>
            </a:extLst>
          </p:cNvPr>
          <p:cNvSpPr/>
          <p:nvPr/>
        </p:nvSpPr>
        <p:spPr>
          <a:xfrm>
            <a:off x="9940412" y="6338734"/>
            <a:ext cx="2251587" cy="1622322"/>
          </a:xfrm>
          <a:prstGeom prst="rect">
            <a:avLst/>
          </a:prstGeom>
          <a:solidFill>
            <a:srgbClr val="E30074"/>
          </a:solidFill>
          <a:ln>
            <a:solidFill>
              <a:srgbClr val="E300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4394263-17C4-107C-501F-C19FC6080FA3}"/>
              </a:ext>
            </a:extLst>
          </p:cNvPr>
          <p:cNvSpPr txBox="1"/>
          <p:nvPr/>
        </p:nvSpPr>
        <p:spPr>
          <a:xfrm>
            <a:off x="850680" y="2023936"/>
            <a:ext cx="10490640" cy="3068661"/>
          </a:xfrm>
          <a:prstGeom prst="rect">
            <a:avLst/>
          </a:prstGeom>
          <a:noFill/>
        </p:spPr>
        <p:txBody>
          <a:bodyPr wrap="square" rtlCol="0">
            <a:spAutoFit/>
          </a:bodyPr>
          <a:lstStyle/>
          <a:p>
            <a:pPr marL="184500" eaLnBrk="1" hangingPunct="1">
              <a:lnSpc>
                <a:spcPct val="150000"/>
              </a:lnSpc>
              <a:spcBef>
                <a:spcPct val="20000"/>
              </a:spcBef>
              <a:defRPr/>
            </a:pPr>
            <a:r>
              <a:rPr lang="en-US" b="1" dirty="0" err="1">
                <a:solidFill>
                  <a:srgbClr val="E30074"/>
                </a:solidFill>
              </a:rPr>
              <a:t>Podrobný</a:t>
            </a:r>
            <a:r>
              <a:rPr lang="en-US" b="1" dirty="0">
                <a:solidFill>
                  <a:srgbClr val="E30074"/>
                </a:solidFill>
              </a:rPr>
              <a:t> </a:t>
            </a:r>
            <a:r>
              <a:rPr lang="en-US" b="1" dirty="0" err="1">
                <a:solidFill>
                  <a:srgbClr val="E30074"/>
                </a:solidFill>
              </a:rPr>
              <a:t>plán</a:t>
            </a:r>
            <a:r>
              <a:rPr lang="en-US" b="1" dirty="0">
                <a:solidFill>
                  <a:srgbClr val="E30074"/>
                </a:solidFill>
              </a:rPr>
              <a:t> </a:t>
            </a:r>
            <a:r>
              <a:rPr lang="en-US" b="1" dirty="0" err="1">
                <a:solidFill>
                  <a:srgbClr val="E30074"/>
                </a:solidFill>
              </a:rPr>
              <a:t>aktivít</a:t>
            </a:r>
            <a:r>
              <a:rPr lang="en-US" b="1" dirty="0">
                <a:solidFill>
                  <a:srgbClr val="E30074"/>
                </a:solidFill>
              </a:rPr>
              <a:t>:</a:t>
            </a:r>
            <a:r>
              <a:rPr lang="sk-SK" b="1" dirty="0">
                <a:solidFill>
                  <a:srgbClr val="E30074"/>
                </a:solidFill>
              </a:rPr>
              <a:t> </a:t>
            </a:r>
            <a:r>
              <a:rPr lang="sk-SK" b="1" dirty="0"/>
              <a:t>Po získaní všetkých potrebných informácií sa začne </a:t>
            </a:r>
            <a:r>
              <a:rPr lang="sk-SK" b="1" dirty="0" err="1"/>
              <a:t>rozplánovávanie</a:t>
            </a:r>
            <a:r>
              <a:rPr lang="sk-SK" b="1" dirty="0"/>
              <a:t> jednotlivých úloh</a:t>
            </a:r>
          </a:p>
          <a:p>
            <a:pPr marL="184500" eaLnBrk="1" hangingPunct="1">
              <a:lnSpc>
                <a:spcPct val="150000"/>
              </a:lnSpc>
              <a:spcBef>
                <a:spcPct val="20000"/>
              </a:spcBef>
              <a:defRPr/>
            </a:pPr>
            <a:r>
              <a:rPr lang="sk-SK" b="1" dirty="0">
                <a:solidFill>
                  <a:srgbClr val="E30074"/>
                </a:solidFill>
              </a:rPr>
              <a:t>Určenie </a:t>
            </a:r>
            <a:r>
              <a:rPr lang="sk-SK" b="1" dirty="0" err="1">
                <a:solidFill>
                  <a:srgbClr val="E30074"/>
                </a:solidFill>
              </a:rPr>
              <a:t>milníkov</a:t>
            </a:r>
            <a:r>
              <a:rPr lang="sk-SK" b="1" dirty="0">
                <a:solidFill>
                  <a:srgbClr val="E30074"/>
                </a:solidFill>
              </a:rPr>
              <a:t> a kritických bodov:</a:t>
            </a:r>
            <a:r>
              <a:rPr lang="sk-SK" b="1" dirty="0"/>
              <a:t> </a:t>
            </a:r>
            <a:r>
              <a:rPr lang="sk-SK" b="1" dirty="0" err="1"/>
              <a:t>Milníky</a:t>
            </a:r>
            <a:r>
              <a:rPr lang="sk-SK" b="1" dirty="0"/>
              <a:t> sú dôležité body, ktoré ukazujú, ako sa projekt vyvíja, a či je projekt na správnej ceste. Tento krok pomáha predísť skĺznutiu projektu mimo plánu</a:t>
            </a:r>
          </a:p>
          <a:p>
            <a:pPr marL="184500" eaLnBrk="1" hangingPunct="1">
              <a:lnSpc>
                <a:spcPct val="150000"/>
              </a:lnSpc>
              <a:spcBef>
                <a:spcPct val="20000"/>
              </a:spcBef>
              <a:defRPr/>
            </a:pPr>
            <a:r>
              <a:rPr lang="sk-SK" b="1" dirty="0">
                <a:solidFill>
                  <a:srgbClr val="E30074"/>
                </a:solidFill>
              </a:rPr>
              <a:t>Rizikový manažment: </a:t>
            </a:r>
            <a:r>
              <a:rPr lang="en-US" b="1" dirty="0" err="1"/>
              <a:t>Dôležité</a:t>
            </a:r>
            <a:r>
              <a:rPr lang="en-US" b="1" dirty="0"/>
              <a:t> je </a:t>
            </a:r>
            <a:r>
              <a:rPr lang="en-US" b="1" dirty="0" err="1"/>
              <a:t>predvídať</a:t>
            </a:r>
            <a:r>
              <a:rPr lang="en-US" b="1" dirty="0"/>
              <a:t> </a:t>
            </a:r>
            <a:r>
              <a:rPr lang="en-US" b="1" dirty="0" err="1"/>
              <a:t>možné</a:t>
            </a:r>
            <a:r>
              <a:rPr lang="en-US" b="1" dirty="0"/>
              <a:t> </a:t>
            </a:r>
            <a:r>
              <a:rPr lang="en-US" b="1" dirty="0" err="1"/>
              <a:t>riziká</a:t>
            </a:r>
            <a:r>
              <a:rPr lang="en-US" b="1" dirty="0"/>
              <a:t>, </a:t>
            </a:r>
            <a:r>
              <a:rPr lang="en-US" b="1" dirty="0" err="1"/>
              <a:t>ako</a:t>
            </a:r>
            <a:r>
              <a:rPr lang="en-US" b="1" dirty="0"/>
              <a:t> </a:t>
            </a:r>
            <a:r>
              <a:rPr lang="en-US" b="1" dirty="0" err="1"/>
              <a:t>sú</a:t>
            </a:r>
            <a:r>
              <a:rPr lang="en-US" b="1" dirty="0"/>
              <a:t> </a:t>
            </a:r>
            <a:r>
              <a:rPr lang="en-US" b="1" dirty="0" err="1"/>
              <a:t>technické</a:t>
            </a:r>
            <a:r>
              <a:rPr lang="en-US" b="1" dirty="0"/>
              <a:t> </a:t>
            </a:r>
            <a:r>
              <a:rPr lang="en-US" b="1" dirty="0" err="1"/>
              <a:t>problémy</a:t>
            </a:r>
            <a:r>
              <a:rPr lang="en-US" b="1" dirty="0"/>
              <a:t>, </a:t>
            </a:r>
            <a:r>
              <a:rPr lang="en-US" b="1" dirty="0" err="1"/>
              <a:t>zmeny</a:t>
            </a:r>
            <a:r>
              <a:rPr lang="en-US" b="1" dirty="0"/>
              <a:t> v </a:t>
            </a:r>
            <a:r>
              <a:rPr lang="en-US" b="1" dirty="0" err="1"/>
              <a:t>požiadavkách</a:t>
            </a:r>
            <a:r>
              <a:rPr lang="en-US" b="1" dirty="0"/>
              <a:t>, </a:t>
            </a:r>
            <a:r>
              <a:rPr lang="en-US" b="1" dirty="0" err="1"/>
              <a:t>alebo</a:t>
            </a:r>
            <a:r>
              <a:rPr lang="en-US" b="1" dirty="0"/>
              <a:t> </a:t>
            </a:r>
            <a:r>
              <a:rPr lang="en-US" b="1" dirty="0" err="1"/>
              <a:t>problémy</a:t>
            </a:r>
            <a:r>
              <a:rPr lang="en-US" b="1" dirty="0"/>
              <a:t> s </a:t>
            </a:r>
            <a:r>
              <a:rPr lang="en-US" b="1" dirty="0" err="1"/>
              <a:t>dodávateľmi</a:t>
            </a:r>
            <a:r>
              <a:rPr lang="en-US" b="1" dirty="0"/>
              <a:t>. Tieto </a:t>
            </a:r>
            <a:r>
              <a:rPr lang="en-US" b="1" dirty="0" err="1"/>
              <a:t>riziká</a:t>
            </a:r>
            <a:r>
              <a:rPr lang="en-US" b="1" dirty="0"/>
              <a:t> </a:t>
            </a:r>
            <a:r>
              <a:rPr lang="en-US" b="1" dirty="0" err="1"/>
              <a:t>sa</a:t>
            </a:r>
            <a:r>
              <a:rPr lang="en-US" b="1" dirty="0"/>
              <a:t> </a:t>
            </a:r>
            <a:r>
              <a:rPr lang="en-US" b="1" dirty="0" err="1"/>
              <a:t>musia</a:t>
            </a:r>
            <a:r>
              <a:rPr lang="en-US" b="1" dirty="0"/>
              <a:t> </a:t>
            </a:r>
            <a:r>
              <a:rPr lang="en-US" b="1" dirty="0" err="1"/>
              <a:t>monitorovať</a:t>
            </a:r>
            <a:r>
              <a:rPr lang="en-US" b="1" dirty="0"/>
              <a:t> a </a:t>
            </a:r>
            <a:r>
              <a:rPr lang="en-US" b="1" dirty="0" err="1"/>
              <a:t>prijať</a:t>
            </a:r>
            <a:r>
              <a:rPr lang="en-US" b="1" dirty="0"/>
              <a:t> </a:t>
            </a:r>
            <a:r>
              <a:rPr lang="en-US" b="1" dirty="0" err="1"/>
              <a:t>opatrenia</a:t>
            </a:r>
            <a:r>
              <a:rPr lang="en-US" b="1" dirty="0"/>
              <a:t> </a:t>
            </a:r>
            <a:r>
              <a:rPr lang="en-US" b="1" dirty="0" err="1"/>
              <a:t>na</a:t>
            </a:r>
            <a:r>
              <a:rPr lang="en-US" b="1" dirty="0"/>
              <a:t> ich </a:t>
            </a:r>
            <a:r>
              <a:rPr lang="en-US" b="1" dirty="0" err="1"/>
              <a:t>minimalizáciu</a:t>
            </a:r>
            <a:endParaRPr lang="sk-SK" b="1" dirty="0"/>
          </a:p>
        </p:txBody>
      </p:sp>
      <p:sp>
        <p:nvSpPr>
          <p:cNvPr id="2" name="TextBox 1">
            <a:extLst>
              <a:ext uri="{FF2B5EF4-FFF2-40B4-BE49-F238E27FC236}">
                <a16:creationId xmlns:a16="http://schemas.microsoft.com/office/drawing/2014/main" id="{78BDABF5-8F51-701C-41A3-648EFE25590F}"/>
              </a:ext>
            </a:extLst>
          </p:cNvPr>
          <p:cNvSpPr txBox="1"/>
          <p:nvPr/>
        </p:nvSpPr>
        <p:spPr>
          <a:xfrm>
            <a:off x="3695700" y="268118"/>
            <a:ext cx="8239125" cy="1015663"/>
          </a:xfrm>
          <a:prstGeom prst="rect">
            <a:avLst/>
          </a:prstGeom>
          <a:noFill/>
        </p:spPr>
        <p:txBody>
          <a:bodyPr wrap="square" rtlCol="0">
            <a:spAutoFit/>
          </a:bodyPr>
          <a:lstStyle/>
          <a:p>
            <a:pPr algn="r"/>
            <a:r>
              <a:rPr lang="sk-SK" sz="6000" b="1" dirty="0">
                <a:solidFill>
                  <a:srgbClr val="E30074"/>
                </a:solidFill>
                <a:latin typeface="+mj-lt"/>
                <a:ea typeface="+mj-ea"/>
                <a:cs typeface="+mj-cs"/>
              </a:rPr>
              <a:t>Plánovanie</a:t>
            </a:r>
          </a:p>
        </p:txBody>
      </p:sp>
    </p:spTree>
    <p:extLst>
      <p:ext uri="{BB962C8B-B14F-4D97-AF65-F5344CB8AC3E}">
        <p14:creationId xmlns:p14="http://schemas.microsoft.com/office/powerpoint/2010/main" val="16610532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97B3F8B8-8EA3-0789-3DC6-468EA4AB078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1074420" y="-938213"/>
            <a:ext cx="5905500" cy="1876425"/>
          </a:xfrm>
          <a:prstGeom prst="rect">
            <a:avLst/>
          </a:prstGeom>
        </p:spPr>
      </p:pic>
      <p:pic>
        <p:nvPicPr>
          <p:cNvPr id="5" name="Graphic 4">
            <a:extLst>
              <a:ext uri="{FF2B5EF4-FFF2-40B4-BE49-F238E27FC236}">
                <a16:creationId xmlns:a16="http://schemas.microsoft.com/office/drawing/2014/main" id="{9A54E75F-DC78-31F0-2F05-03E34691110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58924" y="5512444"/>
            <a:ext cx="8384374" cy="2691112"/>
          </a:xfrm>
          <a:prstGeom prst="rect">
            <a:avLst/>
          </a:prstGeom>
        </p:spPr>
      </p:pic>
      <p:sp>
        <p:nvSpPr>
          <p:cNvPr id="6" name="Rectangle 5">
            <a:extLst>
              <a:ext uri="{FF2B5EF4-FFF2-40B4-BE49-F238E27FC236}">
                <a16:creationId xmlns:a16="http://schemas.microsoft.com/office/drawing/2014/main" id="{3DE966AD-A4F9-6FFF-2E82-329F09C51267}"/>
              </a:ext>
            </a:extLst>
          </p:cNvPr>
          <p:cNvSpPr/>
          <p:nvPr/>
        </p:nvSpPr>
        <p:spPr>
          <a:xfrm>
            <a:off x="9940412" y="6338734"/>
            <a:ext cx="2251587" cy="1622322"/>
          </a:xfrm>
          <a:prstGeom prst="rect">
            <a:avLst/>
          </a:prstGeom>
          <a:solidFill>
            <a:srgbClr val="E30074"/>
          </a:solidFill>
          <a:ln>
            <a:solidFill>
              <a:srgbClr val="E300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4394263-17C4-107C-501F-C19FC6080FA3}"/>
              </a:ext>
            </a:extLst>
          </p:cNvPr>
          <p:cNvSpPr txBox="1"/>
          <p:nvPr/>
        </p:nvSpPr>
        <p:spPr>
          <a:xfrm>
            <a:off x="850680" y="2110071"/>
            <a:ext cx="10490640" cy="2237664"/>
          </a:xfrm>
          <a:prstGeom prst="rect">
            <a:avLst/>
          </a:prstGeom>
          <a:noFill/>
        </p:spPr>
        <p:txBody>
          <a:bodyPr wrap="square" rtlCol="0">
            <a:spAutoFit/>
          </a:bodyPr>
          <a:lstStyle/>
          <a:p>
            <a:pPr marL="184500" eaLnBrk="1" hangingPunct="1">
              <a:lnSpc>
                <a:spcPct val="150000"/>
              </a:lnSpc>
              <a:spcBef>
                <a:spcPct val="20000"/>
              </a:spcBef>
              <a:defRPr/>
            </a:pPr>
            <a:r>
              <a:rPr lang="en-US" b="1" dirty="0" err="1">
                <a:solidFill>
                  <a:srgbClr val="E30074"/>
                </a:solidFill>
              </a:rPr>
              <a:t>Vývoj</a:t>
            </a:r>
            <a:r>
              <a:rPr lang="en-US" b="1" dirty="0">
                <a:solidFill>
                  <a:srgbClr val="E30074"/>
                </a:solidFill>
              </a:rPr>
              <a:t> a </a:t>
            </a:r>
            <a:r>
              <a:rPr lang="en-US" b="1" dirty="0" err="1">
                <a:solidFill>
                  <a:srgbClr val="E30074"/>
                </a:solidFill>
              </a:rPr>
              <a:t>implementácia</a:t>
            </a:r>
            <a:r>
              <a:rPr lang="en-US" b="1" dirty="0">
                <a:solidFill>
                  <a:srgbClr val="E30074"/>
                </a:solidFill>
              </a:rPr>
              <a:t>:</a:t>
            </a:r>
            <a:r>
              <a:rPr lang="sk-SK" b="1" dirty="0">
                <a:solidFill>
                  <a:srgbClr val="E30074"/>
                </a:solidFill>
              </a:rPr>
              <a:t> </a:t>
            </a:r>
            <a:r>
              <a:rPr lang="sk-SK" b="1" dirty="0"/>
              <a:t>V tejto fáze sa začína skutočná realizácia naplánovaných úloh. Vývojári píšu kód, inžinieri nasadzujú hardware, testujú sa systémy. Projekt začína nadobúdať konkrétnu podobu</a:t>
            </a:r>
          </a:p>
          <a:p>
            <a:pPr marL="184500" eaLnBrk="1" hangingPunct="1">
              <a:lnSpc>
                <a:spcPct val="150000"/>
              </a:lnSpc>
              <a:spcBef>
                <a:spcPct val="20000"/>
              </a:spcBef>
              <a:defRPr/>
            </a:pPr>
            <a:r>
              <a:rPr lang="sk-SK" b="1" dirty="0">
                <a:solidFill>
                  <a:srgbClr val="E30074"/>
                </a:solidFill>
              </a:rPr>
              <a:t>Monitoring a kontrola postupu: </a:t>
            </a:r>
            <a:r>
              <a:rPr lang="sk-SK" b="1" dirty="0"/>
              <a:t>Počas realizácie je nevyhnutné neustále sledovať pokrok a porovnávať ho s plánom. Tento monitoring zaisťuje, že projekt neodbočuje od stanovených cieľov a časových rámcov</a:t>
            </a:r>
          </a:p>
          <a:p>
            <a:pPr marL="184500" eaLnBrk="1" hangingPunct="1">
              <a:lnSpc>
                <a:spcPct val="150000"/>
              </a:lnSpc>
              <a:spcBef>
                <a:spcPct val="20000"/>
              </a:spcBef>
              <a:defRPr/>
            </a:pPr>
            <a:r>
              <a:rPr lang="sk-SK" b="1" dirty="0">
                <a:solidFill>
                  <a:srgbClr val="E30074"/>
                </a:solidFill>
              </a:rPr>
              <a:t>Testovanie: </a:t>
            </a:r>
            <a:r>
              <a:rPr lang="en-US" b="1" dirty="0" err="1"/>
              <a:t>Testovanie</a:t>
            </a:r>
            <a:r>
              <a:rPr lang="en-US" b="1" dirty="0"/>
              <a:t> je </a:t>
            </a:r>
            <a:r>
              <a:rPr lang="en-US" b="1" dirty="0" err="1"/>
              <a:t>nevyhnutné</a:t>
            </a:r>
            <a:r>
              <a:rPr lang="en-US" b="1" dirty="0"/>
              <a:t> </a:t>
            </a:r>
            <a:r>
              <a:rPr lang="en-US" b="1" dirty="0" err="1"/>
              <a:t>na</a:t>
            </a:r>
            <a:r>
              <a:rPr lang="en-US" b="1" dirty="0"/>
              <a:t> </a:t>
            </a:r>
            <a:r>
              <a:rPr lang="en-US" b="1" dirty="0" err="1"/>
              <a:t>overenie</a:t>
            </a:r>
            <a:r>
              <a:rPr lang="en-US" b="1" dirty="0"/>
              <a:t>, </a:t>
            </a:r>
            <a:r>
              <a:rPr lang="en-US" b="1" dirty="0" err="1"/>
              <a:t>že</a:t>
            </a:r>
            <a:r>
              <a:rPr lang="en-US" b="1" dirty="0"/>
              <a:t> </a:t>
            </a:r>
            <a:r>
              <a:rPr lang="en-US" b="1" dirty="0" err="1"/>
              <a:t>všetky</a:t>
            </a:r>
            <a:r>
              <a:rPr lang="en-US" b="1" dirty="0"/>
              <a:t> </a:t>
            </a:r>
            <a:r>
              <a:rPr lang="en-US" b="1" dirty="0" err="1"/>
              <a:t>systémy</a:t>
            </a:r>
            <a:r>
              <a:rPr lang="en-US" b="1" dirty="0"/>
              <a:t> </a:t>
            </a:r>
            <a:r>
              <a:rPr lang="en-US" b="1" dirty="0" err="1"/>
              <a:t>fungujú</a:t>
            </a:r>
            <a:r>
              <a:rPr lang="en-US" b="1" dirty="0"/>
              <a:t> </a:t>
            </a:r>
            <a:r>
              <a:rPr lang="en-US" b="1" dirty="0" err="1"/>
              <a:t>správne</a:t>
            </a:r>
            <a:r>
              <a:rPr lang="en-US" b="1" dirty="0"/>
              <a:t> a </a:t>
            </a:r>
            <a:r>
              <a:rPr lang="en-US" b="1" dirty="0" err="1"/>
              <a:t>spĺňajú</a:t>
            </a:r>
            <a:r>
              <a:rPr lang="en-US" b="1" dirty="0"/>
              <a:t> </a:t>
            </a:r>
            <a:r>
              <a:rPr lang="en-US" b="1" dirty="0" err="1"/>
              <a:t>požiadavky</a:t>
            </a:r>
            <a:endParaRPr lang="sk-SK" b="1" dirty="0"/>
          </a:p>
        </p:txBody>
      </p:sp>
      <p:sp>
        <p:nvSpPr>
          <p:cNvPr id="2" name="TextBox 1">
            <a:extLst>
              <a:ext uri="{FF2B5EF4-FFF2-40B4-BE49-F238E27FC236}">
                <a16:creationId xmlns:a16="http://schemas.microsoft.com/office/drawing/2014/main" id="{78BDABF5-8F51-701C-41A3-648EFE25590F}"/>
              </a:ext>
            </a:extLst>
          </p:cNvPr>
          <p:cNvSpPr txBox="1"/>
          <p:nvPr/>
        </p:nvSpPr>
        <p:spPr>
          <a:xfrm>
            <a:off x="3695700" y="268118"/>
            <a:ext cx="8239125" cy="1015663"/>
          </a:xfrm>
          <a:prstGeom prst="rect">
            <a:avLst/>
          </a:prstGeom>
          <a:noFill/>
        </p:spPr>
        <p:txBody>
          <a:bodyPr wrap="square" rtlCol="0">
            <a:spAutoFit/>
          </a:bodyPr>
          <a:lstStyle/>
          <a:p>
            <a:pPr algn="r"/>
            <a:r>
              <a:rPr lang="sk-SK" sz="6000" b="1" dirty="0">
                <a:solidFill>
                  <a:srgbClr val="E30074"/>
                </a:solidFill>
                <a:latin typeface="+mj-lt"/>
                <a:ea typeface="+mj-ea"/>
                <a:cs typeface="+mj-cs"/>
              </a:rPr>
              <a:t>Realizácia</a:t>
            </a:r>
          </a:p>
        </p:txBody>
      </p:sp>
    </p:spTree>
    <p:extLst>
      <p:ext uri="{BB962C8B-B14F-4D97-AF65-F5344CB8AC3E}">
        <p14:creationId xmlns:p14="http://schemas.microsoft.com/office/powerpoint/2010/main" val="17709689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97B3F8B8-8EA3-0789-3DC6-468EA4AB078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1074420" y="-938213"/>
            <a:ext cx="5905500" cy="1876425"/>
          </a:xfrm>
          <a:prstGeom prst="rect">
            <a:avLst/>
          </a:prstGeom>
        </p:spPr>
      </p:pic>
      <p:pic>
        <p:nvPicPr>
          <p:cNvPr id="5" name="Graphic 4">
            <a:extLst>
              <a:ext uri="{FF2B5EF4-FFF2-40B4-BE49-F238E27FC236}">
                <a16:creationId xmlns:a16="http://schemas.microsoft.com/office/drawing/2014/main" id="{9A54E75F-DC78-31F0-2F05-03E34691110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58924" y="5512444"/>
            <a:ext cx="8384374" cy="2691112"/>
          </a:xfrm>
          <a:prstGeom prst="rect">
            <a:avLst/>
          </a:prstGeom>
        </p:spPr>
      </p:pic>
      <p:sp>
        <p:nvSpPr>
          <p:cNvPr id="6" name="Rectangle 5">
            <a:extLst>
              <a:ext uri="{FF2B5EF4-FFF2-40B4-BE49-F238E27FC236}">
                <a16:creationId xmlns:a16="http://schemas.microsoft.com/office/drawing/2014/main" id="{3DE966AD-A4F9-6FFF-2E82-329F09C51267}"/>
              </a:ext>
            </a:extLst>
          </p:cNvPr>
          <p:cNvSpPr/>
          <p:nvPr/>
        </p:nvSpPr>
        <p:spPr>
          <a:xfrm>
            <a:off x="9940412" y="6338734"/>
            <a:ext cx="2251587" cy="1622322"/>
          </a:xfrm>
          <a:prstGeom prst="rect">
            <a:avLst/>
          </a:prstGeom>
          <a:solidFill>
            <a:srgbClr val="E30074"/>
          </a:solidFill>
          <a:ln>
            <a:solidFill>
              <a:srgbClr val="E300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4394263-17C4-107C-501F-C19FC6080FA3}"/>
              </a:ext>
            </a:extLst>
          </p:cNvPr>
          <p:cNvSpPr txBox="1"/>
          <p:nvPr/>
        </p:nvSpPr>
        <p:spPr>
          <a:xfrm>
            <a:off x="850680" y="2110071"/>
            <a:ext cx="10490640" cy="3594958"/>
          </a:xfrm>
          <a:prstGeom prst="rect">
            <a:avLst/>
          </a:prstGeom>
          <a:noFill/>
        </p:spPr>
        <p:txBody>
          <a:bodyPr wrap="square" rtlCol="0">
            <a:spAutoFit/>
          </a:bodyPr>
          <a:lstStyle/>
          <a:p>
            <a:pPr marL="184500" eaLnBrk="1" hangingPunct="1">
              <a:lnSpc>
                <a:spcPct val="150000"/>
              </a:lnSpc>
              <a:spcBef>
                <a:spcPct val="20000"/>
              </a:spcBef>
              <a:defRPr/>
            </a:pPr>
            <a:r>
              <a:rPr lang="en-US" b="1" dirty="0"/>
              <a:t>A </a:t>
            </a:r>
            <a:r>
              <a:rPr lang="en-US" b="1" dirty="0" err="1"/>
              <a:t>nakoniec</a:t>
            </a:r>
            <a:r>
              <a:rPr lang="en-US" b="1" dirty="0"/>
              <a:t>, </a:t>
            </a:r>
            <a:r>
              <a:rPr lang="en-US" b="1" dirty="0" err="1"/>
              <a:t>keď</a:t>
            </a:r>
            <a:r>
              <a:rPr lang="en-US" b="1" dirty="0"/>
              <a:t> </a:t>
            </a:r>
            <a:r>
              <a:rPr lang="en-US" b="1" dirty="0" err="1"/>
              <a:t>projekt</a:t>
            </a:r>
            <a:r>
              <a:rPr lang="en-US" b="1" dirty="0"/>
              <a:t> </a:t>
            </a:r>
            <a:r>
              <a:rPr lang="en-US" b="1" dirty="0" err="1"/>
              <a:t>dosiahne</a:t>
            </a:r>
            <a:r>
              <a:rPr lang="en-US" b="1" dirty="0"/>
              <a:t> </a:t>
            </a:r>
            <a:r>
              <a:rPr lang="en-US" b="1" dirty="0" err="1"/>
              <a:t>fázu</a:t>
            </a:r>
            <a:r>
              <a:rPr lang="en-US" b="1" dirty="0"/>
              <a:t> </a:t>
            </a:r>
            <a:r>
              <a:rPr lang="en-US" b="1" dirty="0" err="1"/>
              <a:t>uvedenia</a:t>
            </a:r>
            <a:r>
              <a:rPr lang="en-US" b="1" dirty="0"/>
              <a:t> do </a:t>
            </a:r>
            <a:r>
              <a:rPr lang="en-US" b="1" dirty="0" err="1"/>
              <a:t>prevádzky</a:t>
            </a:r>
            <a:r>
              <a:rPr lang="en-US" b="1" dirty="0"/>
              <a:t>, je </a:t>
            </a:r>
            <a:r>
              <a:rPr lang="en-US" b="1" dirty="0" err="1"/>
              <a:t>potrebné</a:t>
            </a:r>
            <a:r>
              <a:rPr lang="en-US" b="1" dirty="0"/>
              <a:t> ho </a:t>
            </a:r>
            <a:r>
              <a:rPr lang="en-US" b="1" dirty="0" err="1"/>
              <a:t>efektívne</a:t>
            </a:r>
            <a:r>
              <a:rPr lang="en-US" b="1" dirty="0"/>
              <a:t> </a:t>
            </a:r>
            <a:r>
              <a:rPr lang="en-US" b="1" dirty="0" err="1"/>
              <a:t>zaviesť</a:t>
            </a:r>
            <a:r>
              <a:rPr lang="en-US" b="1" dirty="0"/>
              <a:t> a </a:t>
            </a:r>
            <a:r>
              <a:rPr lang="en-US" b="1" dirty="0" err="1"/>
              <a:t>monitorovať</a:t>
            </a:r>
            <a:r>
              <a:rPr lang="en-US" b="1" dirty="0"/>
              <a:t> </a:t>
            </a:r>
            <a:r>
              <a:rPr lang="en-US" b="1" dirty="0" err="1"/>
              <a:t>jeho</a:t>
            </a:r>
            <a:r>
              <a:rPr lang="en-US" b="1" dirty="0"/>
              <a:t> </a:t>
            </a:r>
            <a:r>
              <a:rPr lang="en-US" b="1" dirty="0" err="1"/>
              <a:t>výkon</a:t>
            </a:r>
            <a:r>
              <a:rPr lang="en-US" b="1" dirty="0"/>
              <a:t> v </a:t>
            </a:r>
            <a:r>
              <a:rPr lang="en-US" b="1" dirty="0" err="1"/>
              <a:t>reálnom</a:t>
            </a:r>
            <a:r>
              <a:rPr lang="en-US" b="1" dirty="0"/>
              <a:t> </a:t>
            </a:r>
            <a:r>
              <a:rPr lang="en-US" b="1" dirty="0" err="1"/>
              <a:t>prostredí</a:t>
            </a:r>
            <a:endParaRPr lang="sk-SK" b="1" dirty="0"/>
          </a:p>
          <a:p>
            <a:pPr marL="184500" eaLnBrk="1" hangingPunct="1">
              <a:lnSpc>
                <a:spcPct val="150000"/>
              </a:lnSpc>
              <a:spcBef>
                <a:spcPct val="20000"/>
              </a:spcBef>
              <a:defRPr/>
            </a:pPr>
            <a:endParaRPr lang="sk-SK" b="1" dirty="0"/>
          </a:p>
          <a:p>
            <a:pPr marL="184500" eaLnBrk="1" hangingPunct="1">
              <a:lnSpc>
                <a:spcPct val="150000"/>
              </a:lnSpc>
              <a:spcBef>
                <a:spcPct val="20000"/>
              </a:spcBef>
              <a:defRPr/>
            </a:pPr>
            <a:r>
              <a:rPr lang="en-US" b="1" dirty="0" err="1">
                <a:solidFill>
                  <a:srgbClr val="E30074"/>
                </a:solidFill>
              </a:rPr>
              <a:t>Podpora</a:t>
            </a:r>
            <a:r>
              <a:rPr lang="en-US" b="1" dirty="0">
                <a:solidFill>
                  <a:srgbClr val="E30074"/>
                </a:solidFill>
              </a:rPr>
              <a:t> po </a:t>
            </a:r>
            <a:r>
              <a:rPr lang="en-US" b="1" dirty="0" err="1">
                <a:solidFill>
                  <a:srgbClr val="E30074"/>
                </a:solidFill>
              </a:rPr>
              <a:t>implementácii</a:t>
            </a:r>
            <a:r>
              <a:rPr lang="en-US" b="1" dirty="0">
                <a:solidFill>
                  <a:srgbClr val="E30074"/>
                </a:solidFill>
              </a:rPr>
              <a:t>:</a:t>
            </a:r>
            <a:r>
              <a:rPr lang="sk-SK" b="1" dirty="0">
                <a:solidFill>
                  <a:srgbClr val="E30074"/>
                </a:solidFill>
              </a:rPr>
              <a:t> </a:t>
            </a:r>
            <a:r>
              <a:rPr lang="sk-SK" b="1" dirty="0"/>
              <a:t>Po uvedení do prevádzky je nevyhnutné zabezpečiť technickú podporu a údržbu, aby všetky problémy boli rýchlo vyriešené</a:t>
            </a:r>
          </a:p>
          <a:p>
            <a:pPr marL="184500" eaLnBrk="1" hangingPunct="1">
              <a:lnSpc>
                <a:spcPct val="150000"/>
              </a:lnSpc>
              <a:spcBef>
                <a:spcPct val="20000"/>
              </a:spcBef>
              <a:defRPr/>
            </a:pPr>
            <a:r>
              <a:rPr lang="sk-SK" b="1" dirty="0">
                <a:solidFill>
                  <a:srgbClr val="E30074"/>
                </a:solidFill>
              </a:rPr>
              <a:t>Ukončenie a hodnotenie projektu: </a:t>
            </a:r>
            <a:r>
              <a:rPr lang="sk-SK" b="1" dirty="0"/>
              <a:t>Na záver sa projekt hodnotí, aby sa zistilo, čo sa podarilo, čo by sa dalo zlepšiť, a aké lekcie sa môžu použiť na budúce projekty</a:t>
            </a:r>
          </a:p>
          <a:p>
            <a:pPr marL="184500" eaLnBrk="1" hangingPunct="1">
              <a:lnSpc>
                <a:spcPct val="150000"/>
              </a:lnSpc>
              <a:spcBef>
                <a:spcPct val="20000"/>
              </a:spcBef>
              <a:defRPr/>
            </a:pPr>
            <a:endParaRPr lang="sk-SK" b="1" dirty="0"/>
          </a:p>
        </p:txBody>
      </p:sp>
      <p:sp>
        <p:nvSpPr>
          <p:cNvPr id="2" name="TextBox 1">
            <a:extLst>
              <a:ext uri="{FF2B5EF4-FFF2-40B4-BE49-F238E27FC236}">
                <a16:creationId xmlns:a16="http://schemas.microsoft.com/office/drawing/2014/main" id="{78BDABF5-8F51-701C-41A3-648EFE25590F}"/>
              </a:ext>
            </a:extLst>
          </p:cNvPr>
          <p:cNvSpPr txBox="1"/>
          <p:nvPr/>
        </p:nvSpPr>
        <p:spPr>
          <a:xfrm>
            <a:off x="101600" y="512053"/>
            <a:ext cx="11820525" cy="1015663"/>
          </a:xfrm>
          <a:prstGeom prst="rect">
            <a:avLst/>
          </a:prstGeom>
          <a:noFill/>
        </p:spPr>
        <p:txBody>
          <a:bodyPr wrap="square" rtlCol="0">
            <a:spAutoFit/>
          </a:bodyPr>
          <a:lstStyle/>
          <a:p>
            <a:pPr algn="r"/>
            <a:r>
              <a:rPr lang="pl-PL" sz="6000" b="1" dirty="0">
                <a:solidFill>
                  <a:srgbClr val="E30074"/>
                </a:solidFill>
                <a:latin typeface="+mj-lt"/>
                <a:ea typeface="+mj-ea"/>
                <a:cs typeface="+mj-cs"/>
              </a:rPr>
              <a:t>Uvedenie do prevádzky a ”ukončenie”</a:t>
            </a:r>
            <a:endParaRPr lang="sk-SK" sz="6000" b="1" dirty="0">
              <a:solidFill>
                <a:srgbClr val="E30074"/>
              </a:solidFill>
              <a:latin typeface="+mj-lt"/>
              <a:ea typeface="+mj-ea"/>
              <a:cs typeface="+mj-cs"/>
            </a:endParaRPr>
          </a:p>
        </p:txBody>
      </p:sp>
    </p:spTree>
    <p:extLst>
      <p:ext uri="{BB962C8B-B14F-4D97-AF65-F5344CB8AC3E}">
        <p14:creationId xmlns:p14="http://schemas.microsoft.com/office/powerpoint/2010/main" val="6760880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bde4dffc-4b60-4cf6-8b04-a5eeb25f5c4f}" enabled="0" method="" siteId="{bde4dffc-4b60-4cf6-8b04-a5eeb25f5c4f}" removed="1"/>
</clbl:labelList>
</file>

<file path=docProps/app.xml><?xml version="1.0" encoding="utf-8"?>
<Properties xmlns="http://schemas.openxmlformats.org/officeDocument/2006/extended-properties" xmlns:vt="http://schemas.openxmlformats.org/officeDocument/2006/docPropsVTypes">
  <TotalTime>0</TotalTime>
  <Words>1359</Words>
  <Application>Microsoft Office PowerPoint</Application>
  <PresentationFormat>Widescreen</PresentationFormat>
  <Paragraphs>108</Paragraphs>
  <Slides>19</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Wingdings</vt:lpstr>
      <vt:lpstr>Office Theme</vt:lpstr>
      <vt:lpstr>Charakteristika a fázy IKT služieb</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S.R.O</dc:title>
  <dc:creator>Baco, Timotej</dc:creator>
  <cp:lastModifiedBy>Bačo, Timotej</cp:lastModifiedBy>
  <cp:revision>6</cp:revision>
  <dcterms:created xsi:type="dcterms:W3CDTF">2024-09-24T18:44:51Z</dcterms:created>
  <dcterms:modified xsi:type="dcterms:W3CDTF">2025-01-22T08:55:16Z</dcterms:modified>
</cp:coreProperties>
</file>