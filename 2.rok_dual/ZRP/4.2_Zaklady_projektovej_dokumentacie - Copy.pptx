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85" r:id="rId3"/>
    <p:sldId id="286" r:id="rId4"/>
    <p:sldId id="287" r:id="rId5"/>
    <p:sldId id="288" r:id="rId6"/>
    <p:sldId id="289" r:id="rId7"/>
    <p:sldId id="29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00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F1158D-6C3C-4336-AB41-187B6A873B81}" v="11" dt="2025-02-11T22:17:03.7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179" autoAdjust="0"/>
  </p:normalViewPr>
  <p:slideViewPr>
    <p:cSldViewPr snapToGrid="0">
      <p:cViewPr varScale="1">
        <p:scale>
          <a:sx n="76" d="100"/>
          <a:sy n="76" d="100"/>
        </p:scale>
        <p:origin x="94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čo, Timotej" userId="152f2ad6-3c97-47cf-bd89-58c5c0a29e21" providerId="ADAL" clId="{BAF2BBD7-B2EE-47EF-9321-A6278445F242}"/>
    <pc:docChg chg="undo redo custSel addSld delSld modSld">
      <pc:chgData name="Bačo, Timotej" userId="152f2ad6-3c97-47cf-bd89-58c5c0a29e21" providerId="ADAL" clId="{BAF2BBD7-B2EE-47EF-9321-A6278445F242}" dt="2024-12-10T23:41:24.795" v="1306"/>
      <pc:docMkLst>
        <pc:docMk/>
      </pc:docMkLst>
      <pc:sldChg chg="modSp mod">
        <pc:chgData name="Bačo, Timotej" userId="152f2ad6-3c97-47cf-bd89-58c5c0a29e21" providerId="ADAL" clId="{BAF2BBD7-B2EE-47EF-9321-A6278445F242}" dt="2024-12-10T22:23:35.863" v="38" actId="20577"/>
        <pc:sldMkLst>
          <pc:docMk/>
          <pc:sldMk cId="735358950" sldId="257"/>
        </pc:sldMkLst>
        <pc:spChg chg="mod">
          <ac:chgData name="Bačo, Timotej" userId="152f2ad6-3c97-47cf-bd89-58c5c0a29e21" providerId="ADAL" clId="{BAF2BBD7-B2EE-47EF-9321-A6278445F242}" dt="2024-12-10T22:23:24.151" v="33" actId="20577"/>
          <ac:spMkLst>
            <pc:docMk/>
            <pc:sldMk cId="735358950" sldId="257"/>
            <ac:spMk id="2" creationId="{C33FF8F9-4436-ED9C-E30E-680373C64496}"/>
          </ac:spMkLst>
        </pc:spChg>
        <pc:spChg chg="mod">
          <ac:chgData name="Bačo, Timotej" userId="152f2ad6-3c97-47cf-bd89-58c5c0a29e21" providerId="ADAL" clId="{BAF2BBD7-B2EE-47EF-9321-A6278445F242}" dt="2024-12-10T22:23:35.863" v="38" actId="20577"/>
          <ac:spMkLst>
            <pc:docMk/>
            <pc:sldMk cId="735358950" sldId="257"/>
            <ac:spMk id="14" creationId="{C432F7A5-0BD9-EB3C-66C4-098B2124A562}"/>
          </ac:spMkLst>
        </pc:spChg>
      </pc:sldChg>
      <pc:sldChg chg="delSp modSp mod">
        <pc:chgData name="Bačo, Timotej" userId="152f2ad6-3c97-47cf-bd89-58c5c0a29e21" providerId="ADAL" clId="{BAF2BBD7-B2EE-47EF-9321-A6278445F242}" dt="2024-12-10T22:29:14.261" v="88" actId="404"/>
        <pc:sldMkLst>
          <pc:docMk/>
          <pc:sldMk cId="753961250" sldId="285"/>
        </pc:sldMkLst>
        <pc:spChg chg="mod">
          <ac:chgData name="Bačo, Timotej" userId="152f2ad6-3c97-47cf-bd89-58c5c0a29e21" providerId="ADAL" clId="{BAF2BBD7-B2EE-47EF-9321-A6278445F242}" dt="2024-12-10T22:24:25.914" v="41"/>
          <ac:spMkLst>
            <pc:docMk/>
            <pc:sldMk cId="753961250" sldId="285"/>
            <ac:spMk id="2" creationId="{78BDABF5-8F51-701C-41A3-648EFE25590F}"/>
          </ac:spMkLst>
        </pc:spChg>
        <pc:spChg chg="mod">
          <ac:chgData name="Bačo, Timotej" userId="152f2ad6-3c97-47cf-bd89-58c5c0a29e21" providerId="ADAL" clId="{BAF2BBD7-B2EE-47EF-9321-A6278445F242}" dt="2024-12-10T22:29:14.261" v="88" actId="404"/>
          <ac:spMkLst>
            <pc:docMk/>
            <pc:sldMk cId="753961250" sldId="285"/>
            <ac:spMk id="8" creationId="{D4394263-17C4-107C-501F-C19FC6080FA3}"/>
          </ac:spMkLst>
        </pc:spChg>
        <pc:picChg chg="del">
          <ac:chgData name="Bačo, Timotej" userId="152f2ad6-3c97-47cf-bd89-58c5c0a29e21" providerId="ADAL" clId="{BAF2BBD7-B2EE-47EF-9321-A6278445F242}" dt="2024-12-10T22:24:28.116" v="42" actId="478"/>
          <ac:picMkLst>
            <pc:docMk/>
            <pc:sldMk cId="753961250" sldId="285"/>
            <ac:picMk id="7" creationId="{1BA1C4C7-8F34-8A8D-CC9F-329280E70893}"/>
          </ac:picMkLst>
        </pc:picChg>
      </pc:sldChg>
      <pc:sldChg chg="del">
        <pc:chgData name="Bačo, Timotej" userId="152f2ad6-3c97-47cf-bd89-58c5c0a29e21" providerId="ADAL" clId="{BAF2BBD7-B2EE-47EF-9321-A6278445F242}" dt="2024-12-10T22:22:59.055" v="0" actId="47"/>
        <pc:sldMkLst>
          <pc:docMk/>
          <pc:sldMk cId="2214744826" sldId="286"/>
        </pc:sldMkLst>
      </pc:sldChg>
      <pc:sldChg chg="modSp add mod">
        <pc:chgData name="Bačo, Timotej" userId="152f2ad6-3c97-47cf-bd89-58c5c0a29e21" providerId="ADAL" clId="{BAF2BBD7-B2EE-47EF-9321-A6278445F242}" dt="2024-12-10T22:32:47.386" v="158" actId="113"/>
        <pc:sldMkLst>
          <pc:docMk/>
          <pc:sldMk cId="3042452015" sldId="286"/>
        </pc:sldMkLst>
        <pc:spChg chg="mod">
          <ac:chgData name="Bačo, Timotej" userId="152f2ad6-3c97-47cf-bd89-58c5c0a29e21" providerId="ADAL" clId="{BAF2BBD7-B2EE-47EF-9321-A6278445F242}" dt="2024-12-10T22:30:48.278" v="113" actId="1076"/>
          <ac:spMkLst>
            <pc:docMk/>
            <pc:sldMk cId="3042452015" sldId="286"/>
            <ac:spMk id="2" creationId="{78BDABF5-8F51-701C-41A3-648EFE25590F}"/>
          </ac:spMkLst>
        </pc:spChg>
        <pc:spChg chg="mod">
          <ac:chgData name="Bačo, Timotej" userId="152f2ad6-3c97-47cf-bd89-58c5c0a29e21" providerId="ADAL" clId="{BAF2BBD7-B2EE-47EF-9321-A6278445F242}" dt="2024-12-10T22:32:47.386" v="158" actId="113"/>
          <ac:spMkLst>
            <pc:docMk/>
            <pc:sldMk cId="3042452015" sldId="286"/>
            <ac:spMk id="8" creationId="{D4394263-17C4-107C-501F-C19FC6080FA3}"/>
          </ac:spMkLst>
        </pc:spChg>
      </pc:sldChg>
      <pc:sldChg chg="modSp add mod">
        <pc:chgData name="Bačo, Timotej" userId="152f2ad6-3c97-47cf-bd89-58c5c0a29e21" providerId="ADAL" clId="{BAF2BBD7-B2EE-47EF-9321-A6278445F242}" dt="2024-12-10T22:38:28.470" v="211" actId="1076"/>
        <pc:sldMkLst>
          <pc:docMk/>
          <pc:sldMk cId="2053780322" sldId="287"/>
        </pc:sldMkLst>
        <pc:spChg chg="mod">
          <ac:chgData name="Bačo, Timotej" userId="152f2ad6-3c97-47cf-bd89-58c5c0a29e21" providerId="ADAL" clId="{BAF2BBD7-B2EE-47EF-9321-A6278445F242}" dt="2024-12-10T22:35:36.842" v="175" actId="20577"/>
          <ac:spMkLst>
            <pc:docMk/>
            <pc:sldMk cId="2053780322" sldId="287"/>
            <ac:spMk id="2" creationId="{78BDABF5-8F51-701C-41A3-648EFE25590F}"/>
          </ac:spMkLst>
        </pc:spChg>
        <pc:spChg chg="mod">
          <ac:chgData name="Bačo, Timotej" userId="152f2ad6-3c97-47cf-bd89-58c5c0a29e21" providerId="ADAL" clId="{BAF2BBD7-B2EE-47EF-9321-A6278445F242}" dt="2024-12-10T22:38:28.470" v="211" actId="1076"/>
          <ac:spMkLst>
            <pc:docMk/>
            <pc:sldMk cId="2053780322" sldId="287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BAF2BBD7-B2EE-47EF-9321-A6278445F242}" dt="2024-12-10T22:22:59.055" v="0" actId="47"/>
        <pc:sldMkLst>
          <pc:docMk/>
          <pc:sldMk cId="3171756812" sldId="287"/>
        </pc:sldMkLst>
      </pc:sldChg>
      <pc:sldChg chg="modSp add mod">
        <pc:chgData name="Bačo, Timotej" userId="152f2ad6-3c97-47cf-bd89-58c5c0a29e21" providerId="ADAL" clId="{BAF2BBD7-B2EE-47EF-9321-A6278445F242}" dt="2024-12-10T22:46:55.919" v="245" actId="20577"/>
        <pc:sldMkLst>
          <pc:docMk/>
          <pc:sldMk cId="136641168" sldId="288"/>
        </pc:sldMkLst>
        <pc:spChg chg="mod">
          <ac:chgData name="Bačo, Timotej" userId="152f2ad6-3c97-47cf-bd89-58c5c0a29e21" providerId="ADAL" clId="{BAF2BBD7-B2EE-47EF-9321-A6278445F242}" dt="2024-12-10T22:46:55.919" v="245" actId="20577"/>
          <ac:spMkLst>
            <pc:docMk/>
            <pc:sldMk cId="136641168" sldId="288"/>
            <ac:spMk id="2" creationId="{78BDABF5-8F51-701C-41A3-648EFE25590F}"/>
          </ac:spMkLst>
        </pc:spChg>
        <pc:spChg chg="mod">
          <ac:chgData name="Bačo, Timotej" userId="152f2ad6-3c97-47cf-bd89-58c5c0a29e21" providerId="ADAL" clId="{BAF2BBD7-B2EE-47EF-9321-A6278445F242}" dt="2024-12-10T22:46:26.843" v="232" actId="207"/>
          <ac:spMkLst>
            <pc:docMk/>
            <pc:sldMk cId="136641168" sldId="288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BAF2BBD7-B2EE-47EF-9321-A6278445F242}" dt="2024-12-10T22:22:59.055" v="0" actId="47"/>
        <pc:sldMkLst>
          <pc:docMk/>
          <pc:sldMk cId="3357734923" sldId="288"/>
        </pc:sldMkLst>
      </pc:sldChg>
      <pc:sldChg chg="del">
        <pc:chgData name="Bačo, Timotej" userId="152f2ad6-3c97-47cf-bd89-58c5c0a29e21" providerId="ADAL" clId="{BAF2BBD7-B2EE-47EF-9321-A6278445F242}" dt="2024-12-10T22:22:59.055" v="0" actId="47"/>
        <pc:sldMkLst>
          <pc:docMk/>
          <pc:sldMk cId="1248123291" sldId="289"/>
        </pc:sldMkLst>
      </pc:sldChg>
      <pc:sldChg chg="modSp add mod">
        <pc:chgData name="Bačo, Timotej" userId="152f2ad6-3c97-47cf-bd89-58c5c0a29e21" providerId="ADAL" clId="{BAF2BBD7-B2EE-47EF-9321-A6278445F242}" dt="2024-12-10T22:57:04.490" v="438" actId="207"/>
        <pc:sldMkLst>
          <pc:docMk/>
          <pc:sldMk cId="2471116345" sldId="289"/>
        </pc:sldMkLst>
        <pc:spChg chg="mod">
          <ac:chgData name="Bačo, Timotej" userId="152f2ad6-3c97-47cf-bd89-58c5c0a29e21" providerId="ADAL" clId="{BAF2BBD7-B2EE-47EF-9321-A6278445F242}" dt="2024-12-10T22:51:24.247" v="303" actId="20577"/>
          <ac:spMkLst>
            <pc:docMk/>
            <pc:sldMk cId="2471116345" sldId="289"/>
            <ac:spMk id="2" creationId="{78BDABF5-8F51-701C-41A3-648EFE25590F}"/>
          </ac:spMkLst>
        </pc:spChg>
        <pc:spChg chg="mod">
          <ac:chgData name="Bačo, Timotej" userId="152f2ad6-3c97-47cf-bd89-58c5c0a29e21" providerId="ADAL" clId="{BAF2BBD7-B2EE-47EF-9321-A6278445F242}" dt="2024-12-10T22:57:04.490" v="438" actId="207"/>
          <ac:spMkLst>
            <pc:docMk/>
            <pc:sldMk cId="2471116345" sldId="289"/>
            <ac:spMk id="8" creationId="{D4394263-17C4-107C-501F-C19FC6080FA3}"/>
          </ac:spMkLst>
        </pc:spChg>
      </pc:sldChg>
      <pc:sldChg chg="add del">
        <pc:chgData name="Bačo, Timotej" userId="152f2ad6-3c97-47cf-bd89-58c5c0a29e21" providerId="ADAL" clId="{BAF2BBD7-B2EE-47EF-9321-A6278445F242}" dt="2024-12-10T22:39:04.996" v="214" actId="47"/>
        <pc:sldMkLst>
          <pc:docMk/>
          <pc:sldMk cId="3237376469" sldId="289"/>
        </pc:sldMkLst>
      </pc:sldChg>
      <pc:sldChg chg="modSp add mod">
        <pc:chgData name="Bačo, Timotej" userId="152f2ad6-3c97-47cf-bd89-58c5c0a29e21" providerId="ADAL" clId="{BAF2BBD7-B2EE-47EF-9321-A6278445F242}" dt="2024-12-10T22:58:17.258" v="463" actId="15"/>
        <pc:sldMkLst>
          <pc:docMk/>
          <pc:sldMk cId="1328678316" sldId="290"/>
        </pc:sldMkLst>
        <pc:spChg chg="mod">
          <ac:chgData name="Bačo, Timotej" userId="152f2ad6-3c97-47cf-bd89-58c5c0a29e21" providerId="ADAL" clId="{BAF2BBD7-B2EE-47EF-9321-A6278445F242}" dt="2024-12-10T22:58:17.258" v="463" actId="15"/>
          <ac:spMkLst>
            <pc:docMk/>
            <pc:sldMk cId="1328678316" sldId="290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BAF2BBD7-B2EE-47EF-9321-A6278445F242}" dt="2024-12-10T22:22:59.055" v="0" actId="47"/>
        <pc:sldMkLst>
          <pc:docMk/>
          <pc:sldMk cId="3782679327" sldId="290"/>
        </pc:sldMkLst>
      </pc:sldChg>
      <pc:sldChg chg="modSp add mod">
        <pc:chgData name="Bačo, Timotej" userId="152f2ad6-3c97-47cf-bd89-58c5c0a29e21" providerId="ADAL" clId="{BAF2BBD7-B2EE-47EF-9321-A6278445F242}" dt="2024-12-10T23:12:21.253" v="472" actId="113"/>
        <pc:sldMkLst>
          <pc:docMk/>
          <pc:sldMk cId="1083470410" sldId="291"/>
        </pc:sldMkLst>
        <pc:spChg chg="mod">
          <ac:chgData name="Bačo, Timotej" userId="152f2ad6-3c97-47cf-bd89-58c5c0a29e21" providerId="ADAL" clId="{BAF2BBD7-B2EE-47EF-9321-A6278445F242}" dt="2024-12-10T23:12:21.253" v="472" actId="113"/>
          <ac:spMkLst>
            <pc:docMk/>
            <pc:sldMk cId="1083470410" sldId="291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BAF2BBD7-B2EE-47EF-9321-A6278445F242}" dt="2024-12-10T22:22:59.055" v="0" actId="47"/>
        <pc:sldMkLst>
          <pc:docMk/>
          <pc:sldMk cId="3377696104" sldId="291"/>
        </pc:sldMkLst>
      </pc:sldChg>
      <pc:sldChg chg="modSp add mod">
        <pc:chgData name="Bačo, Timotej" userId="152f2ad6-3c97-47cf-bd89-58c5c0a29e21" providerId="ADAL" clId="{BAF2BBD7-B2EE-47EF-9321-A6278445F242}" dt="2024-12-10T23:13:58.574" v="499" actId="1076"/>
        <pc:sldMkLst>
          <pc:docMk/>
          <pc:sldMk cId="685684001" sldId="292"/>
        </pc:sldMkLst>
        <pc:spChg chg="mod">
          <ac:chgData name="Bačo, Timotej" userId="152f2ad6-3c97-47cf-bd89-58c5c0a29e21" providerId="ADAL" clId="{BAF2BBD7-B2EE-47EF-9321-A6278445F242}" dt="2024-12-10T23:12:37.484" v="476"/>
          <ac:spMkLst>
            <pc:docMk/>
            <pc:sldMk cId="685684001" sldId="292"/>
            <ac:spMk id="2" creationId="{78BDABF5-8F51-701C-41A3-648EFE25590F}"/>
          </ac:spMkLst>
        </pc:spChg>
        <pc:spChg chg="mod">
          <ac:chgData name="Bačo, Timotej" userId="152f2ad6-3c97-47cf-bd89-58c5c0a29e21" providerId="ADAL" clId="{BAF2BBD7-B2EE-47EF-9321-A6278445F242}" dt="2024-12-10T23:13:58.574" v="499" actId="1076"/>
          <ac:spMkLst>
            <pc:docMk/>
            <pc:sldMk cId="685684001" sldId="292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BAF2BBD7-B2EE-47EF-9321-A6278445F242}" dt="2024-12-10T22:22:59.055" v="0" actId="47"/>
        <pc:sldMkLst>
          <pc:docMk/>
          <pc:sldMk cId="3574648712" sldId="292"/>
        </pc:sldMkLst>
      </pc:sldChg>
      <pc:sldChg chg="addSp modSp add mod">
        <pc:chgData name="Bačo, Timotej" userId="152f2ad6-3c97-47cf-bd89-58c5c0a29e21" providerId="ADAL" clId="{BAF2BBD7-B2EE-47EF-9321-A6278445F242}" dt="2024-12-10T23:15:45.174" v="520" actId="1076"/>
        <pc:sldMkLst>
          <pc:docMk/>
          <pc:sldMk cId="2863425206" sldId="293"/>
        </pc:sldMkLst>
        <pc:spChg chg="mod">
          <ac:chgData name="Bačo, Timotej" userId="152f2ad6-3c97-47cf-bd89-58c5c0a29e21" providerId="ADAL" clId="{BAF2BBD7-B2EE-47EF-9321-A6278445F242}" dt="2024-12-10T23:14:22.889" v="503"/>
          <ac:spMkLst>
            <pc:docMk/>
            <pc:sldMk cId="2863425206" sldId="293"/>
            <ac:spMk id="2" creationId="{78BDABF5-8F51-701C-41A3-648EFE25590F}"/>
          </ac:spMkLst>
        </pc:spChg>
        <pc:spChg chg="add">
          <ac:chgData name="Bačo, Timotej" userId="152f2ad6-3c97-47cf-bd89-58c5c0a29e21" providerId="ADAL" clId="{BAF2BBD7-B2EE-47EF-9321-A6278445F242}" dt="2024-12-10T23:14:31.598" v="505"/>
          <ac:spMkLst>
            <pc:docMk/>
            <pc:sldMk cId="2863425206" sldId="293"/>
            <ac:spMk id="3" creationId="{8B411425-0879-6F37-26E4-14AA7DCDD00B}"/>
          </ac:spMkLst>
        </pc:spChg>
        <pc:spChg chg="add">
          <ac:chgData name="Bačo, Timotej" userId="152f2ad6-3c97-47cf-bd89-58c5c0a29e21" providerId="ADAL" clId="{BAF2BBD7-B2EE-47EF-9321-A6278445F242}" dt="2024-12-10T23:14:35.844" v="506"/>
          <ac:spMkLst>
            <pc:docMk/>
            <pc:sldMk cId="2863425206" sldId="293"/>
            <ac:spMk id="7" creationId="{65928AE6-8E10-37CB-CFB0-640DAA737352}"/>
          </ac:spMkLst>
        </pc:spChg>
        <pc:spChg chg="mod">
          <ac:chgData name="Bačo, Timotej" userId="152f2ad6-3c97-47cf-bd89-58c5c0a29e21" providerId="ADAL" clId="{BAF2BBD7-B2EE-47EF-9321-A6278445F242}" dt="2024-12-10T23:15:45.174" v="520" actId="1076"/>
          <ac:spMkLst>
            <pc:docMk/>
            <pc:sldMk cId="2863425206" sldId="293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BAF2BBD7-B2EE-47EF-9321-A6278445F242}" dt="2024-12-10T22:22:59.055" v="0" actId="47"/>
        <pc:sldMkLst>
          <pc:docMk/>
          <pc:sldMk cId="3339731830" sldId="293"/>
        </pc:sldMkLst>
      </pc:sldChg>
      <pc:sldChg chg="del">
        <pc:chgData name="Bačo, Timotej" userId="152f2ad6-3c97-47cf-bd89-58c5c0a29e21" providerId="ADAL" clId="{BAF2BBD7-B2EE-47EF-9321-A6278445F242}" dt="2024-12-10T22:22:59.055" v="0" actId="47"/>
        <pc:sldMkLst>
          <pc:docMk/>
          <pc:sldMk cId="1701916525" sldId="294"/>
        </pc:sldMkLst>
      </pc:sldChg>
      <pc:sldChg chg="modSp add mod">
        <pc:chgData name="Bačo, Timotej" userId="152f2ad6-3c97-47cf-bd89-58c5c0a29e21" providerId="ADAL" clId="{BAF2BBD7-B2EE-47EF-9321-A6278445F242}" dt="2024-12-10T23:23:41.876" v="552" actId="207"/>
        <pc:sldMkLst>
          <pc:docMk/>
          <pc:sldMk cId="3206711221" sldId="294"/>
        </pc:sldMkLst>
        <pc:spChg chg="mod">
          <ac:chgData name="Bačo, Timotej" userId="152f2ad6-3c97-47cf-bd89-58c5c0a29e21" providerId="ADAL" clId="{BAF2BBD7-B2EE-47EF-9321-A6278445F242}" dt="2024-12-10T23:21:53.890" v="535" actId="20577"/>
          <ac:spMkLst>
            <pc:docMk/>
            <pc:sldMk cId="3206711221" sldId="294"/>
            <ac:spMk id="2" creationId="{78BDABF5-8F51-701C-41A3-648EFE25590F}"/>
          </ac:spMkLst>
        </pc:spChg>
        <pc:spChg chg="mod">
          <ac:chgData name="Bačo, Timotej" userId="152f2ad6-3c97-47cf-bd89-58c5c0a29e21" providerId="ADAL" clId="{BAF2BBD7-B2EE-47EF-9321-A6278445F242}" dt="2024-12-10T23:23:41.876" v="552" actId="207"/>
          <ac:spMkLst>
            <pc:docMk/>
            <pc:sldMk cId="3206711221" sldId="294"/>
            <ac:spMk id="8" creationId="{D4394263-17C4-107C-501F-C19FC6080FA3}"/>
          </ac:spMkLst>
        </pc:spChg>
      </pc:sldChg>
      <pc:sldChg chg="modSp add mod">
        <pc:chgData name="Bačo, Timotej" userId="152f2ad6-3c97-47cf-bd89-58c5c0a29e21" providerId="ADAL" clId="{BAF2BBD7-B2EE-47EF-9321-A6278445F242}" dt="2024-12-10T23:24:59.456" v="576" actId="255"/>
        <pc:sldMkLst>
          <pc:docMk/>
          <pc:sldMk cId="681113892" sldId="295"/>
        </pc:sldMkLst>
        <pc:spChg chg="mod">
          <ac:chgData name="Bačo, Timotej" userId="152f2ad6-3c97-47cf-bd89-58c5c0a29e21" providerId="ADAL" clId="{BAF2BBD7-B2EE-47EF-9321-A6278445F242}" dt="2024-12-10T23:23:53.740" v="556"/>
          <ac:spMkLst>
            <pc:docMk/>
            <pc:sldMk cId="681113892" sldId="295"/>
            <ac:spMk id="2" creationId="{78BDABF5-8F51-701C-41A3-648EFE25590F}"/>
          </ac:spMkLst>
        </pc:spChg>
        <pc:spChg chg="mod">
          <ac:chgData name="Bačo, Timotej" userId="152f2ad6-3c97-47cf-bd89-58c5c0a29e21" providerId="ADAL" clId="{BAF2BBD7-B2EE-47EF-9321-A6278445F242}" dt="2024-12-10T23:24:59.456" v="576" actId="255"/>
          <ac:spMkLst>
            <pc:docMk/>
            <pc:sldMk cId="681113892" sldId="295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BAF2BBD7-B2EE-47EF-9321-A6278445F242}" dt="2024-12-10T22:22:59.055" v="0" actId="47"/>
        <pc:sldMkLst>
          <pc:docMk/>
          <pc:sldMk cId="1155693747" sldId="295"/>
        </pc:sldMkLst>
      </pc:sldChg>
      <pc:sldChg chg="addSp modSp add mod">
        <pc:chgData name="Bačo, Timotej" userId="152f2ad6-3c97-47cf-bd89-58c5c0a29e21" providerId="ADAL" clId="{BAF2BBD7-B2EE-47EF-9321-A6278445F242}" dt="2024-12-10T23:28:09.018" v="619" actId="207"/>
        <pc:sldMkLst>
          <pc:docMk/>
          <pc:sldMk cId="2516262245" sldId="296"/>
        </pc:sldMkLst>
        <pc:spChg chg="mod">
          <ac:chgData name="Bačo, Timotej" userId="152f2ad6-3c97-47cf-bd89-58c5c0a29e21" providerId="ADAL" clId="{BAF2BBD7-B2EE-47EF-9321-A6278445F242}" dt="2024-12-10T23:25:48.453" v="581"/>
          <ac:spMkLst>
            <pc:docMk/>
            <pc:sldMk cId="2516262245" sldId="296"/>
            <ac:spMk id="2" creationId="{78BDABF5-8F51-701C-41A3-648EFE25590F}"/>
          </ac:spMkLst>
        </pc:spChg>
        <pc:spChg chg="add">
          <ac:chgData name="Bačo, Timotej" userId="152f2ad6-3c97-47cf-bd89-58c5c0a29e21" providerId="ADAL" clId="{BAF2BBD7-B2EE-47EF-9321-A6278445F242}" dt="2024-12-10T23:27:12.198" v="596"/>
          <ac:spMkLst>
            <pc:docMk/>
            <pc:sldMk cId="2516262245" sldId="296"/>
            <ac:spMk id="3" creationId="{7FEE9B59-C45A-14A4-BC1C-999D515B630D}"/>
          </ac:spMkLst>
        </pc:spChg>
        <pc:spChg chg="add mod">
          <ac:chgData name="Bačo, Timotej" userId="152f2ad6-3c97-47cf-bd89-58c5c0a29e21" providerId="ADAL" clId="{BAF2BBD7-B2EE-47EF-9321-A6278445F242}" dt="2024-12-10T23:27:16.310" v="598"/>
          <ac:spMkLst>
            <pc:docMk/>
            <pc:sldMk cId="2516262245" sldId="296"/>
            <ac:spMk id="7" creationId="{B919702A-CCCF-1FF1-84E8-3703BD925D9F}"/>
          </ac:spMkLst>
        </pc:spChg>
        <pc:spChg chg="mod">
          <ac:chgData name="Bačo, Timotej" userId="152f2ad6-3c97-47cf-bd89-58c5c0a29e21" providerId="ADAL" clId="{BAF2BBD7-B2EE-47EF-9321-A6278445F242}" dt="2024-12-10T23:28:09.018" v="619" actId="207"/>
          <ac:spMkLst>
            <pc:docMk/>
            <pc:sldMk cId="2516262245" sldId="296"/>
            <ac:spMk id="8" creationId="{D4394263-17C4-107C-501F-C19FC6080FA3}"/>
          </ac:spMkLst>
        </pc:spChg>
      </pc:sldChg>
      <pc:sldChg chg="modSp add mod">
        <pc:chgData name="Bačo, Timotej" userId="152f2ad6-3c97-47cf-bd89-58c5c0a29e21" providerId="ADAL" clId="{BAF2BBD7-B2EE-47EF-9321-A6278445F242}" dt="2024-12-10T23:30:02.197" v="660" actId="255"/>
        <pc:sldMkLst>
          <pc:docMk/>
          <pc:sldMk cId="3603518251" sldId="297"/>
        </pc:sldMkLst>
        <pc:spChg chg="mod">
          <ac:chgData name="Bačo, Timotej" userId="152f2ad6-3c97-47cf-bd89-58c5c0a29e21" providerId="ADAL" clId="{BAF2BBD7-B2EE-47EF-9321-A6278445F242}" dt="2024-12-10T23:30:02.197" v="660" actId="255"/>
          <ac:spMkLst>
            <pc:docMk/>
            <pc:sldMk cId="3603518251" sldId="297"/>
            <ac:spMk id="8" creationId="{D4394263-17C4-107C-501F-C19FC6080FA3}"/>
          </ac:spMkLst>
        </pc:spChg>
      </pc:sldChg>
      <pc:sldChg chg="modSp add mod">
        <pc:chgData name="Bačo, Timotej" userId="152f2ad6-3c97-47cf-bd89-58c5c0a29e21" providerId="ADAL" clId="{BAF2BBD7-B2EE-47EF-9321-A6278445F242}" dt="2024-12-10T23:33:14.329" v="954" actId="255"/>
        <pc:sldMkLst>
          <pc:docMk/>
          <pc:sldMk cId="71866628" sldId="298"/>
        </pc:sldMkLst>
        <pc:spChg chg="mod">
          <ac:chgData name="Bačo, Timotej" userId="152f2ad6-3c97-47cf-bd89-58c5c0a29e21" providerId="ADAL" clId="{BAF2BBD7-B2EE-47EF-9321-A6278445F242}" dt="2024-12-10T23:30:44.968" v="670"/>
          <ac:spMkLst>
            <pc:docMk/>
            <pc:sldMk cId="71866628" sldId="298"/>
            <ac:spMk id="2" creationId="{78BDABF5-8F51-701C-41A3-648EFE25590F}"/>
          </ac:spMkLst>
        </pc:spChg>
        <pc:spChg chg="mod">
          <ac:chgData name="Bačo, Timotej" userId="152f2ad6-3c97-47cf-bd89-58c5c0a29e21" providerId="ADAL" clId="{BAF2BBD7-B2EE-47EF-9321-A6278445F242}" dt="2024-12-10T23:33:14.329" v="954" actId="255"/>
          <ac:spMkLst>
            <pc:docMk/>
            <pc:sldMk cId="71866628" sldId="298"/>
            <ac:spMk id="8" creationId="{D4394263-17C4-107C-501F-C19FC6080FA3}"/>
          </ac:spMkLst>
        </pc:spChg>
      </pc:sldChg>
      <pc:sldChg chg="modSp add mod">
        <pc:chgData name="Bačo, Timotej" userId="152f2ad6-3c97-47cf-bd89-58c5c0a29e21" providerId="ADAL" clId="{BAF2BBD7-B2EE-47EF-9321-A6278445F242}" dt="2024-12-10T23:34:49.320" v="976" actId="2710"/>
        <pc:sldMkLst>
          <pc:docMk/>
          <pc:sldMk cId="1297862465" sldId="299"/>
        </pc:sldMkLst>
        <pc:spChg chg="mod">
          <ac:chgData name="Bačo, Timotej" userId="152f2ad6-3c97-47cf-bd89-58c5c0a29e21" providerId="ADAL" clId="{BAF2BBD7-B2EE-47EF-9321-A6278445F242}" dt="2024-12-10T23:34:49.320" v="976" actId="2710"/>
          <ac:spMkLst>
            <pc:docMk/>
            <pc:sldMk cId="1297862465" sldId="299"/>
            <ac:spMk id="8" creationId="{D4394263-17C4-107C-501F-C19FC6080FA3}"/>
          </ac:spMkLst>
        </pc:spChg>
      </pc:sldChg>
      <pc:sldChg chg="addSp delSp modSp add mod">
        <pc:chgData name="Bačo, Timotej" userId="152f2ad6-3c97-47cf-bd89-58c5c0a29e21" providerId="ADAL" clId="{BAF2BBD7-B2EE-47EF-9321-A6278445F242}" dt="2024-12-10T23:36:26.465" v="1012" actId="22"/>
        <pc:sldMkLst>
          <pc:docMk/>
          <pc:sldMk cId="1127362874" sldId="300"/>
        </pc:sldMkLst>
        <pc:spChg chg="add del">
          <ac:chgData name="Bačo, Timotej" userId="152f2ad6-3c97-47cf-bd89-58c5c0a29e21" providerId="ADAL" clId="{BAF2BBD7-B2EE-47EF-9321-A6278445F242}" dt="2024-12-10T23:36:26.465" v="1012" actId="22"/>
          <ac:spMkLst>
            <pc:docMk/>
            <pc:sldMk cId="1127362874" sldId="300"/>
            <ac:spMk id="7" creationId="{6997A6E9-CCF6-A6A7-C17A-882A70D355C4}"/>
          </ac:spMkLst>
        </pc:spChg>
        <pc:spChg chg="mod">
          <ac:chgData name="Bačo, Timotej" userId="152f2ad6-3c97-47cf-bd89-58c5c0a29e21" providerId="ADAL" clId="{BAF2BBD7-B2EE-47EF-9321-A6278445F242}" dt="2024-12-10T23:36:19.039" v="1010" actId="113"/>
          <ac:spMkLst>
            <pc:docMk/>
            <pc:sldMk cId="1127362874" sldId="300"/>
            <ac:spMk id="8" creationId="{D4394263-17C4-107C-501F-C19FC6080FA3}"/>
          </ac:spMkLst>
        </pc:spChg>
      </pc:sldChg>
      <pc:sldChg chg="modSp add mod">
        <pc:chgData name="Bačo, Timotej" userId="152f2ad6-3c97-47cf-bd89-58c5c0a29e21" providerId="ADAL" clId="{BAF2BBD7-B2EE-47EF-9321-A6278445F242}" dt="2024-12-10T23:38:23.297" v="1230" actId="20577"/>
        <pc:sldMkLst>
          <pc:docMk/>
          <pc:sldMk cId="2990303381" sldId="301"/>
        </pc:sldMkLst>
        <pc:spChg chg="mod">
          <ac:chgData name="Bačo, Timotej" userId="152f2ad6-3c97-47cf-bd89-58c5c0a29e21" providerId="ADAL" clId="{BAF2BBD7-B2EE-47EF-9321-A6278445F242}" dt="2024-12-10T23:38:23.297" v="1230" actId="20577"/>
          <ac:spMkLst>
            <pc:docMk/>
            <pc:sldMk cId="2990303381" sldId="301"/>
            <ac:spMk id="8" creationId="{D4394263-17C4-107C-501F-C19FC6080FA3}"/>
          </ac:spMkLst>
        </pc:spChg>
      </pc:sldChg>
      <pc:sldChg chg="modSp add mod">
        <pc:chgData name="Bačo, Timotej" userId="152f2ad6-3c97-47cf-bd89-58c5c0a29e21" providerId="ADAL" clId="{BAF2BBD7-B2EE-47EF-9321-A6278445F242}" dt="2024-12-10T23:39:40.967" v="1254" actId="1076"/>
        <pc:sldMkLst>
          <pc:docMk/>
          <pc:sldMk cId="596050417" sldId="302"/>
        </pc:sldMkLst>
        <pc:spChg chg="mod">
          <ac:chgData name="Bačo, Timotej" userId="152f2ad6-3c97-47cf-bd89-58c5c0a29e21" providerId="ADAL" clId="{BAF2BBD7-B2EE-47EF-9321-A6278445F242}" dt="2024-12-10T23:38:47.541" v="1237" actId="20577"/>
          <ac:spMkLst>
            <pc:docMk/>
            <pc:sldMk cId="596050417" sldId="302"/>
            <ac:spMk id="2" creationId="{78BDABF5-8F51-701C-41A3-648EFE25590F}"/>
          </ac:spMkLst>
        </pc:spChg>
        <pc:spChg chg="mod">
          <ac:chgData name="Bačo, Timotej" userId="152f2ad6-3c97-47cf-bd89-58c5c0a29e21" providerId="ADAL" clId="{BAF2BBD7-B2EE-47EF-9321-A6278445F242}" dt="2024-12-10T23:39:40.967" v="1254" actId="1076"/>
          <ac:spMkLst>
            <pc:docMk/>
            <pc:sldMk cId="596050417" sldId="302"/>
            <ac:spMk id="8" creationId="{D4394263-17C4-107C-501F-C19FC6080FA3}"/>
          </ac:spMkLst>
        </pc:spChg>
      </pc:sldChg>
      <pc:sldChg chg="modSp add mod">
        <pc:chgData name="Bačo, Timotej" userId="152f2ad6-3c97-47cf-bd89-58c5c0a29e21" providerId="ADAL" clId="{BAF2BBD7-B2EE-47EF-9321-A6278445F242}" dt="2024-12-10T23:41:24.795" v="1306"/>
        <pc:sldMkLst>
          <pc:docMk/>
          <pc:sldMk cId="3619319581" sldId="303"/>
        </pc:sldMkLst>
        <pc:spChg chg="mod">
          <ac:chgData name="Bačo, Timotej" userId="152f2ad6-3c97-47cf-bd89-58c5c0a29e21" providerId="ADAL" clId="{BAF2BBD7-B2EE-47EF-9321-A6278445F242}" dt="2024-12-10T23:39:53.743" v="1260" actId="20577"/>
          <ac:spMkLst>
            <pc:docMk/>
            <pc:sldMk cId="3619319581" sldId="303"/>
            <ac:spMk id="2" creationId="{78BDABF5-8F51-701C-41A3-648EFE25590F}"/>
          </ac:spMkLst>
        </pc:spChg>
        <pc:spChg chg="mod">
          <ac:chgData name="Bačo, Timotej" userId="152f2ad6-3c97-47cf-bd89-58c5c0a29e21" providerId="ADAL" clId="{BAF2BBD7-B2EE-47EF-9321-A6278445F242}" dt="2024-12-10T23:41:24.795" v="1306"/>
          <ac:spMkLst>
            <pc:docMk/>
            <pc:sldMk cId="3619319581" sldId="303"/>
            <ac:spMk id="8" creationId="{D4394263-17C4-107C-501F-C19FC6080FA3}"/>
          </ac:spMkLst>
        </pc:spChg>
      </pc:sldChg>
    </pc:docChg>
  </pc:docChgLst>
  <pc:docChgLst>
    <pc:chgData name="Bačo, Timotej" userId="152f2ad6-3c97-47cf-bd89-58c5c0a29e21" providerId="ADAL" clId="{EF646661-41ED-4CB7-BEC1-72FEA76E7802}"/>
    <pc:docChg chg="delSld">
      <pc:chgData name="Bačo, Timotej" userId="152f2ad6-3c97-47cf-bd89-58c5c0a29e21" providerId="ADAL" clId="{EF646661-41ED-4CB7-BEC1-72FEA76E7802}" dt="2025-01-14T22:13:54.893" v="0" actId="2696"/>
      <pc:docMkLst>
        <pc:docMk/>
      </pc:docMkLst>
      <pc:sldChg chg="del">
        <pc:chgData name="Bačo, Timotej" userId="152f2ad6-3c97-47cf-bd89-58c5c0a29e21" providerId="ADAL" clId="{EF646661-41ED-4CB7-BEC1-72FEA76E7802}" dt="2025-01-14T22:13:54.893" v="0" actId="2696"/>
        <pc:sldMkLst>
          <pc:docMk/>
          <pc:sldMk cId="1553763709" sldId="306"/>
        </pc:sldMkLst>
      </pc:sldChg>
    </pc:docChg>
  </pc:docChgLst>
  <pc:docChgLst>
    <pc:chgData name="Bačo, Timotej" userId="152f2ad6-3c97-47cf-bd89-58c5c0a29e21" providerId="ADAL" clId="{7E823390-D6B7-4562-B824-4240E0FA3251}"/>
    <pc:docChg chg="undo custSel addSld delSld modSld sldOrd">
      <pc:chgData name="Bačo, Timotej" userId="152f2ad6-3c97-47cf-bd89-58c5c0a29e21" providerId="ADAL" clId="{7E823390-D6B7-4562-B824-4240E0FA3251}" dt="2024-11-26T22:59:05.005" v="535" actId="20577"/>
      <pc:docMkLst>
        <pc:docMk/>
      </pc:docMkLst>
      <pc:sldChg chg="modSp mod">
        <pc:chgData name="Bačo, Timotej" userId="152f2ad6-3c97-47cf-bd89-58c5c0a29e21" providerId="ADAL" clId="{7E823390-D6B7-4562-B824-4240E0FA3251}" dt="2024-11-26T21:39:18.707" v="7" actId="1076"/>
        <pc:sldMkLst>
          <pc:docMk/>
          <pc:sldMk cId="735358950" sldId="257"/>
        </pc:sldMkLst>
        <pc:spChg chg="mod">
          <ac:chgData name="Bačo, Timotej" userId="152f2ad6-3c97-47cf-bd89-58c5c0a29e21" providerId="ADAL" clId="{7E823390-D6B7-4562-B824-4240E0FA3251}" dt="2024-11-26T21:39:18.707" v="7" actId="1076"/>
          <ac:spMkLst>
            <pc:docMk/>
            <pc:sldMk cId="735358950" sldId="257"/>
            <ac:spMk id="2" creationId="{C33FF8F9-4436-ED9C-E30E-680373C64496}"/>
          </ac:spMkLst>
        </pc:spChg>
        <pc:spChg chg="mod">
          <ac:chgData name="Bačo, Timotej" userId="152f2ad6-3c97-47cf-bd89-58c5c0a29e21" providerId="ADAL" clId="{7E823390-D6B7-4562-B824-4240E0FA3251}" dt="2024-11-26T21:38:35.406" v="0" actId="20577"/>
          <ac:spMkLst>
            <pc:docMk/>
            <pc:sldMk cId="735358950" sldId="257"/>
            <ac:spMk id="14" creationId="{C432F7A5-0BD9-EB3C-66C4-098B2124A562}"/>
          </ac:spMkLst>
        </pc:spChg>
      </pc:sldChg>
      <pc:sldChg chg="del">
        <pc:chgData name="Bačo, Timotej" userId="152f2ad6-3c97-47cf-bd89-58c5c0a29e21" providerId="ADAL" clId="{7E823390-D6B7-4562-B824-4240E0FA3251}" dt="2024-11-26T21:38:55.149" v="1" actId="47"/>
        <pc:sldMkLst>
          <pc:docMk/>
          <pc:sldMk cId="3803102635" sldId="284"/>
        </pc:sldMkLst>
      </pc:sldChg>
      <pc:sldChg chg="modSp mod">
        <pc:chgData name="Bačo, Timotej" userId="152f2ad6-3c97-47cf-bd89-58c5c0a29e21" providerId="ADAL" clId="{7E823390-D6B7-4562-B824-4240E0FA3251}" dt="2024-11-26T22:59:05.005" v="535" actId="20577"/>
        <pc:sldMkLst>
          <pc:docMk/>
          <pc:sldMk cId="753961250" sldId="285"/>
        </pc:sldMkLst>
        <pc:spChg chg="mod">
          <ac:chgData name="Bačo, Timotej" userId="152f2ad6-3c97-47cf-bd89-58c5c0a29e21" providerId="ADAL" clId="{7E823390-D6B7-4562-B824-4240E0FA3251}" dt="2024-11-26T22:03:11.809" v="19" actId="20577"/>
          <ac:spMkLst>
            <pc:docMk/>
            <pc:sldMk cId="753961250" sldId="285"/>
            <ac:spMk id="2" creationId="{78BDABF5-8F51-701C-41A3-648EFE25590F}"/>
          </ac:spMkLst>
        </pc:spChg>
        <pc:spChg chg="mod">
          <ac:chgData name="Bačo, Timotej" userId="152f2ad6-3c97-47cf-bd89-58c5c0a29e21" providerId="ADAL" clId="{7E823390-D6B7-4562-B824-4240E0FA3251}" dt="2024-11-26T22:59:05.005" v="535" actId="20577"/>
          <ac:spMkLst>
            <pc:docMk/>
            <pc:sldMk cId="753961250" sldId="285"/>
            <ac:spMk id="8" creationId="{D4394263-17C4-107C-501F-C19FC6080FA3}"/>
          </ac:spMkLst>
        </pc:spChg>
      </pc:sldChg>
      <pc:sldChg chg="add del">
        <pc:chgData name="Bačo, Timotej" userId="152f2ad6-3c97-47cf-bd89-58c5c0a29e21" providerId="ADAL" clId="{7E823390-D6B7-4562-B824-4240E0FA3251}" dt="2024-11-26T22:18:00.883" v="313" actId="47"/>
        <pc:sldMkLst>
          <pc:docMk/>
          <pc:sldMk cId="266597667" sldId="286"/>
        </pc:sldMkLst>
      </pc:sldChg>
      <pc:sldChg chg="del">
        <pc:chgData name="Bačo, Timotej" userId="152f2ad6-3c97-47cf-bd89-58c5c0a29e21" providerId="ADAL" clId="{7E823390-D6B7-4562-B824-4240E0FA3251}" dt="2024-11-26T21:38:55.149" v="1" actId="47"/>
        <pc:sldMkLst>
          <pc:docMk/>
          <pc:sldMk cId="1862867549" sldId="286"/>
        </pc:sldMkLst>
      </pc:sldChg>
      <pc:sldChg chg="del">
        <pc:chgData name="Bačo, Timotej" userId="152f2ad6-3c97-47cf-bd89-58c5c0a29e21" providerId="ADAL" clId="{7E823390-D6B7-4562-B824-4240E0FA3251}" dt="2024-11-26T21:38:55.149" v="1" actId="47"/>
        <pc:sldMkLst>
          <pc:docMk/>
          <pc:sldMk cId="453152893" sldId="287"/>
        </pc:sldMkLst>
      </pc:sldChg>
      <pc:sldChg chg="modSp add mod ord">
        <pc:chgData name="Bačo, Timotej" userId="152f2ad6-3c97-47cf-bd89-58c5c0a29e21" providerId="ADAL" clId="{7E823390-D6B7-4562-B824-4240E0FA3251}" dt="2024-11-26T22:18:26.960" v="317" actId="20577"/>
        <pc:sldMkLst>
          <pc:docMk/>
          <pc:sldMk cId="2570018597" sldId="287"/>
        </pc:sldMkLst>
        <pc:spChg chg="mod">
          <ac:chgData name="Bačo, Timotej" userId="152f2ad6-3c97-47cf-bd89-58c5c0a29e21" providerId="ADAL" clId="{7E823390-D6B7-4562-B824-4240E0FA3251}" dt="2024-11-26T22:18:26.960" v="317" actId="20577"/>
          <ac:spMkLst>
            <pc:docMk/>
            <pc:sldMk cId="2570018597" sldId="287"/>
            <ac:spMk id="2" creationId="{78BDABF5-8F51-701C-41A3-648EFE25590F}"/>
          </ac:spMkLst>
        </pc:spChg>
        <pc:spChg chg="mod">
          <ac:chgData name="Bačo, Timotej" userId="152f2ad6-3c97-47cf-bd89-58c5c0a29e21" providerId="ADAL" clId="{7E823390-D6B7-4562-B824-4240E0FA3251}" dt="2024-11-26T22:17:46.638" v="310" actId="1076"/>
          <ac:spMkLst>
            <pc:docMk/>
            <pc:sldMk cId="2570018597" sldId="287"/>
            <ac:spMk id="8" creationId="{D4394263-17C4-107C-501F-C19FC6080FA3}"/>
          </ac:spMkLst>
        </pc:spChg>
      </pc:sldChg>
      <pc:sldChg chg="modSp add mod">
        <pc:chgData name="Bačo, Timotej" userId="152f2ad6-3c97-47cf-bd89-58c5c0a29e21" providerId="ADAL" clId="{7E823390-D6B7-4562-B824-4240E0FA3251}" dt="2024-11-26T22:24:54.633" v="340" actId="207"/>
        <pc:sldMkLst>
          <pc:docMk/>
          <pc:sldMk cId="154797142" sldId="288"/>
        </pc:sldMkLst>
        <pc:spChg chg="mod">
          <ac:chgData name="Bačo, Timotej" userId="152f2ad6-3c97-47cf-bd89-58c5c0a29e21" providerId="ADAL" clId="{7E823390-D6B7-4562-B824-4240E0FA3251}" dt="2024-11-26T22:18:39.580" v="324" actId="20577"/>
          <ac:spMkLst>
            <pc:docMk/>
            <pc:sldMk cId="154797142" sldId="288"/>
            <ac:spMk id="2" creationId="{78BDABF5-8F51-701C-41A3-648EFE25590F}"/>
          </ac:spMkLst>
        </pc:spChg>
        <pc:spChg chg="mod">
          <ac:chgData name="Bačo, Timotej" userId="152f2ad6-3c97-47cf-bd89-58c5c0a29e21" providerId="ADAL" clId="{7E823390-D6B7-4562-B824-4240E0FA3251}" dt="2024-11-26T22:24:54.633" v="340" actId="207"/>
          <ac:spMkLst>
            <pc:docMk/>
            <pc:sldMk cId="154797142" sldId="288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7E823390-D6B7-4562-B824-4240E0FA3251}" dt="2024-11-26T21:38:55.149" v="1" actId="47"/>
        <pc:sldMkLst>
          <pc:docMk/>
          <pc:sldMk cId="2930399444" sldId="288"/>
        </pc:sldMkLst>
      </pc:sldChg>
      <pc:sldChg chg="addSp modSp add mod">
        <pc:chgData name="Bačo, Timotej" userId="152f2ad6-3c97-47cf-bd89-58c5c0a29e21" providerId="ADAL" clId="{7E823390-D6B7-4562-B824-4240E0FA3251}" dt="2024-11-26T22:27:34.155" v="396" actId="2710"/>
        <pc:sldMkLst>
          <pc:docMk/>
          <pc:sldMk cId="3160165077" sldId="289"/>
        </pc:sldMkLst>
        <pc:spChg chg="mod">
          <ac:chgData name="Bačo, Timotej" userId="152f2ad6-3c97-47cf-bd89-58c5c0a29e21" providerId="ADAL" clId="{7E823390-D6B7-4562-B824-4240E0FA3251}" dt="2024-11-26T22:25:30.554" v="362" actId="20577"/>
          <ac:spMkLst>
            <pc:docMk/>
            <pc:sldMk cId="3160165077" sldId="289"/>
            <ac:spMk id="2" creationId="{78BDABF5-8F51-701C-41A3-648EFE25590F}"/>
          </ac:spMkLst>
        </pc:spChg>
        <pc:spChg chg="add mod">
          <ac:chgData name="Bačo, Timotej" userId="152f2ad6-3c97-47cf-bd89-58c5c0a29e21" providerId="ADAL" clId="{7E823390-D6B7-4562-B824-4240E0FA3251}" dt="2024-11-26T22:27:34.155" v="396" actId="2710"/>
          <ac:spMkLst>
            <pc:docMk/>
            <pc:sldMk cId="3160165077" sldId="289"/>
            <ac:spMk id="3" creationId="{29AF2141-EAE3-0407-E40C-57042DAEF0A5}"/>
          </ac:spMkLst>
        </pc:spChg>
        <pc:spChg chg="mod">
          <ac:chgData name="Bačo, Timotej" userId="152f2ad6-3c97-47cf-bd89-58c5c0a29e21" providerId="ADAL" clId="{7E823390-D6B7-4562-B824-4240E0FA3251}" dt="2024-11-26T22:26:42.599" v="378" actId="14100"/>
          <ac:spMkLst>
            <pc:docMk/>
            <pc:sldMk cId="3160165077" sldId="289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7E823390-D6B7-4562-B824-4240E0FA3251}" dt="2024-11-26T21:38:55.149" v="1" actId="47"/>
        <pc:sldMkLst>
          <pc:docMk/>
          <pc:sldMk cId="3966143971" sldId="289"/>
        </pc:sldMkLst>
      </pc:sldChg>
      <pc:sldChg chg="del">
        <pc:chgData name="Bačo, Timotej" userId="152f2ad6-3c97-47cf-bd89-58c5c0a29e21" providerId="ADAL" clId="{7E823390-D6B7-4562-B824-4240E0FA3251}" dt="2024-11-26T21:38:55.149" v="1" actId="47"/>
        <pc:sldMkLst>
          <pc:docMk/>
          <pc:sldMk cId="851579691" sldId="290"/>
        </pc:sldMkLst>
      </pc:sldChg>
      <pc:sldChg chg="addSp modSp add mod">
        <pc:chgData name="Bačo, Timotej" userId="152f2ad6-3c97-47cf-bd89-58c5c0a29e21" providerId="ADAL" clId="{7E823390-D6B7-4562-B824-4240E0FA3251}" dt="2024-11-26T22:29:25.155" v="417" actId="2710"/>
        <pc:sldMkLst>
          <pc:docMk/>
          <pc:sldMk cId="4091674933" sldId="290"/>
        </pc:sldMkLst>
        <pc:spChg chg="mod">
          <ac:chgData name="Bačo, Timotej" userId="152f2ad6-3c97-47cf-bd89-58c5c0a29e21" providerId="ADAL" clId="{7E823390-D6B7-4562-B824-4240E0FA3251}" dt="2024-11-26T22:29:25.155" v="417" actId="2710"/>
          <ac:spMkLst>
            <pc:docMk/>
            <pc:sldMk cId="4091674933" sldId="290"/>
            <ac:spMk id="3" creationId="{29AF2141-EAE3-0407-E40C-57042DAEF0A5}"/>
          </ac:spMkLst>
        </pc:spChg>
        <pc:spChg chg="add">
          <ac:chgData name="Bačo, Timotej" userId="152f2ad6-3c97-47cf-bd89-58c5c0a29e21" providerId="ADAL" clId="{7E823390-D6B7-4562-B824-4240E0FA3251}" dt="2024-11-26T22:28:13.408" v="398"/>
          <ac:spMkLst>
            <pc:docMk/>
            <pc:sldMk cId="4091674933" sldId="290"/>
            <ac:spMk id="7" creationId="{F91D9D7A-5AE3-65C6-68D8-D46133A099C2}"/>
          </ac:spMkLst>
        </pc:spChg>
        <pc:spChg chg="mod">
          <ac:chgData name="Bačo, Timotej" userId="152f2ad6-3c97-47cf-bd89-58c5c0a29e21" providerId="ADAL" clId="{7E823390-D6B7-4562-B824-4240E0FA3251}" dt="2024-11-26T22:28:50.872" v="409" actId="14100"/>
          <ac:spMkLst>
            <pc:docMk/>
            <pc:sldMk cId="4091674933" sldId="290"/>
            <ac:spMk id="8" creationId="{D4394263-17C4-107C-501F-C19FC6080FA3}"/>
          </ac:spMkLst>
        </pc:spChg>
        <pc:spChg chg="add">
          <ac:chgData name="Bačo, Timotej" userId="152f2ad6-3c97-47cf-bd89-58c5c0a29e21" providerId="ADAL" clId="{7E823390-D6B7-4562-B824-4240E0FA3251}" dt="2024-11-26T22:28:17.406" v="400"/>
          <ac:spMkLst>
            <pc:docMk/>
            <pc:sldMk cId="4091674933" sldId="290"/>
            <ac:spMk id="9" creationId="{6FAB846C-4024-809A-2C4E-465944750D74}"/>
          </ac:spMkLst>
        </pc:spChg>
      </pc:sldChg>
      <pc:sldChg chg="modSp add mod">
        <pc:chgData name="Bačo, Timotej" userId="152f2ad6-3c97-47cf-bd89-58c5c0a29e21" providerId="ADAL" clId="{7E823390-D6B7-4562-B824-4240E0FA3251}" dt="2024-11-26T22:30:51.793" v="435" actId="2710"/>
        <pc:sldMkLst>
          <pc:docMk/>
          <pc:sldMk cId="639066803" sldId="291"/>
        </pc:sldMkLst>
        <pc:spChg chg="mod">
          <ac:chgData name="Bačo, Timotej" userId="152f2ad6-3c97-47cf-bd89-58c5c0a29e21" providerId="ADAL" clId="{7E823390-D6B7-4562-B824-4240E0FA3251}" dt="2024-11-26T22:30:51.793" v="435" actId="2710"/>
          <ac:spMkLst>
            <pc:docMk/>
            <pc:sldMk cId="639066803" sldId="291"/>
            <ac:spMk id="3" creationId="{29AF2141-EAE3-0407-E40C-57042DAEF0A5}"/>
          </ac:spMkLst>
        </pc:spChg>
        <pc:spChg chg="mod">
          <ac:chgData name="Bačo, Timotej" userId="152f2ad6-3c97-47cf-bd89-58c5c0a29e21" providerId="ADAL" clId="{7E823390-D6B7-4562-B824-4240E0FA3251}" dt="2024-11-26T22:30:06.792" v="426" actId="2710"/>
          <ac:spMkLst>
            <pc:docMk/>
            <pc:sldMk cId="639066803" sldId="291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7E823390-D6B7-4562-B824-4240E0FA3251}" dt="2024-11-26T21:38:55.149" v="1" actId="47"/>
        <pc:sldMkLst>
          <pc:docMk/>
          <pc:sldMk cId="1393832053" sldId="291"/>
        </pc:sldMkLst>
      </pc:sldChg>
      <pc:sldChg chg="del">
        <pc:chgData name="Bačo, Timotej" userId="152f2ad6-3c97-47cf-bd89-58c5c0a29e21" providerId="ADAL" clId="{7E823390-D6B7-4562-B824-4240E0FA3251}" dt="2024-11-26T21:38:55.149" v="1" actId="47"/>
        <pc:sldMkLst>
          <pc:docMk/>
          <pc:sldMk cId="2642518623" sldId="292"/>
        </pc:sldMkLst>
      </pc:sldChg>
      <pc:sldChg chg="delSp modSp add mod">
        <pc:chgData name="Bačo, Timotej" userId="152f2ad6-3c97-47cf-bd89-58c5c0a29e21" providerId="ADAL" clId="{7E823390-D6B7-4562-B824-4240E0FA3251}" dt="2024-11-26T22:32:33.736" v="445" actId="1076"/>
        <pc:sldMkLst>
          <pc:docMk/>
          <pc:sldMk cId="4181113872" sldId="292"/>
        </pc:sldMkLst>
        <pc:spChg chg="del">
          <ac:chgData name="Bačo, Timotej" userId="152f2ad6-3c97-47cf-bd89-58c5c0a29e21" providerId="ADAL" clId="{7E823390-D6B7-4562-B824-4240E0FA3251}" dt="2024-11-26T22:32:29.542" v="444" actId="478"/>
          <ac:spMkLst>
            <pc:docMk/>
            <pc:sldMk cId="4181113872" sldId="292"/>
            <ac:spMk id="3" creationId="{29AF2141-EAE3-0407-E40C-57042DAEF0A5}"/>
          </ac:spMkLst>
        </pc:spChg>
        <pc:spChg chg="mod">
          <ac:chgData name="Bačo, Timotej" userId="152f2ad6-3c97-47cf-bd89-58c5c0a29e21" providerId="ADAL" clId="{7E823390-D6B7-4562-B824-4240E0FA3251}" dt="2024-11-26T22:32:33.736" v="445" actId="1076"/>
          <ac:spMkLst>
            <pc:docMk/>
            <pc:sldMk cId="4181113872" sldId="292"/>
            <ac:spMk id="8" creationId="{D4394263-17C4-107C-501F-C19FC6080FA3}"/>
          </ac:spMkLst>
        </pc:spChg>
      </pc:sldChg>
      <pc:sldChg chg="addSp delSp modSp add mod">
        <pc:chgData name="Bačo, Timotej" userId="152f2ad6-3c97-47cf-bd89-58c5c0a29e21" providerId="ADAL" clId="{7E823390-D6B7-4562-B824-4240E0FA3251}" dt="2024-11-26T22:36:58.959" v="478" actId="1076"/>
        <pc:sldMkLst>
          <pc:docMk/>
          <pc:sldMk cId="477289951" sldId="293"/>
        </pc:sldMkLst>
        <pc:spChg chg="mod">
          <ac:chgData name="Bačo, Timotej" userId="152f2ad6-3c97-47cf-bd89-58c5c0a29e21" providerId="ADAL" clId="{7E823390-D6B7-4562-B824-4240E0FA3251}" dt="2024-11-26T22:34:56.422" v="456" actId="20577"/>
          <ac:spMkLst>
            <pc:docMk/>
            <pc:sldMk cId="477289951" sldId="293"/>
            <ac:spMk id="2" creationId="{78BDABF5-8F51-701C-41A3-648EFE25590F}"/>
          </ac:spMkLst>
        </pc:spChg>
        <pc:spChg chg="add">
          <ac:chgData name="Bačo, Timotej" userId="152f2ad6-3c97-47cf-bd89-58c5c0a29e21" providerId="ADAL" clId="{7E823390-D6B7-4562-B824-4240E0FA3251}" dt="2024-11-26T22:35:46.562" v="459"/>
          <ac:spMkLst>
            <pc:docMk/>
            <pc:sldMk cId="477289951" sldId="293"/>
            <ac:spMk id="3" creationId="{F2B3CDB9-96F9-3343-E909-5CAEA40BFA65}"/>
          </ac:spMkLst>
        </pc:spChg>
        <pc:spChg chg="add">
          <ac:chgData name="Bačo, Timotej" userId="152f2ad6-3c97-47cf-bd89-58c5c0a29e21" providerId="ADAL" clId="{7E823390-D6B7-4562-B824-4240E0FA3251}" dt="2024-11-26T22:35:50.779" v="461"/>
          <ac:spMkLst>
            <pc:docMk/>
            <pc:sldMk cId="477289951" sldId="293"/>
            <ac:spMk id="7" creationId="{E29931FE-80F4-545C-4715-BD4E4E2F2F76}"/>
          </ac:spMkLst>
        </pc:spChg>
        <pc:spChg chg="add del mod">
          <ac:chgData name="Bačo, Timotej" userId="152f2ad6-3c97-47cf-bd89-58c5c0a29e21" providerId="ADAL" clId="{7E823390-D6B7-4562-B824-4240E0FA3251}" dt="2024-11-26T22:36:58.959" v="478" actId="1076"/>
          <ac:spMkLst>
            <pc:docMk/>
            <pc:sldMk cId="477289951" sldId="293"/>
            <ac:spMk id="8" creationId="{D4394263-17C4-107C-501F-C19FC6080FA3}"/>
          </ac:spMkLst>
        </pc:spChg>
        <pc:spChg chg="add del">
          <ac:chgData name="Bačo, Timotej" userId="152f2ad6-3c97-47cf-bd89-58c5c0a29e21" providerId="ADAL" clId="{7E823390-D6B7-4562-B824-4240E0FA3251}" dt="2024-11-26T22:36:05.982" v="464" actId="478"/>
          <ac:spMkLst>
            <pc:docMk/>
            <pc:sldMk cId="477289951" sldId="293"/>
            <ac:spMk id="9" creationId="{F965E73F-2C1D-B3FA-CD98-5DE41166FEC3}"/>
          </ac:spMkLst>
        </pc:spChg>
        <pc:spChg chg="add">
          <ac:chgData name="Bačo, Timotej" userId="152f2ad6-3c97-47cf-bd89-58c5c0a29e21" providerId="ADAL" clId="{7E823390-D6B7-4562-B824-4240E0FA3251}" dt="2024-11-26T22:36:10.224" v="466"/>
          <ac:spMkLst>
            <pc:docMk/>
            <pc:sldMk cId="477289951" sldId="293"/>
            <ac:spMk id="10" creationId="{8C8F9F07-6014-D3D7-3F05-7521EF48A349}"/>
          </ac:spMkLst>
        </pc:spChg>
      </pc:sldChg>
      <pc:sldChg chg="del">
        <pc:chgData name="Bačo, Timotej" userId="152f2ad6-3c97-47cf-bd89-58c5c0a29e21" providerId="ADAL" clId="{7E823390-D6B7-4562-B824-4240E0FA3251}" dt="2024-11-26T21:38:55.149" v="1" actId="47"/>
        <pc:sldMkLst>
          <pc:docMk/>
          <pc:sldMk cId="843394964" sldId="293"/>
        </pc:sldMkLst>
      </pc:sldChg>
      <pc:sldChg chg="modSp add mod">
        <pc:chgData name="Bačo, Timotej" userId="152f2ad6-3c97-47cf-bd89-58c5c0a29e21" providerId="ADAL" clId="{7E823390-D6B7-4562-B824-4240E0FA3251}" dt="2024-11-26T22:44:10.766" v="533" actId="20577"/>
        <pc:sldMkLst>
          <pc:docMk/>
          <pc:sldMk cId="367173898" sldId="294"/>
        </pc:sldMkLst>
        <pc:spChg chg="mod">
          <ac:chgData name="Bačo, Timotej" userId="152f2ad6-3c97-47cf-bd89-58c5c0a29e21" providerId="ADAL" clId="{7E823390-D6B7-4562-B824-4240E0FA3251}" dt="2024-11-26T22:42:17.611" v="499" actId="20577"/>
          <ac:spMkLst>
            <pc:docMk/>
            <pc:sldMk cId="367173898" sldId="294"/>
            <ac:spMk id="2" creationId="{78BDABF5-8F51-701C-41A3-648EFE25590F}"/>
          </ac:spMkLst>
        </pc:spChg>
        <pc:spChg chg="mod">
          <ac:chgData name="Bačo, Timotej" userId="152f2ad6-3c97-47cf-bd89-58c5c0a29e21" providerId="ADAL" clId="{7E823390-D6B7-4562-B824-4240E0FA3251}" dt="2024-11-26T22:44:10.766" v="533" actId="20577"/>
          <ac:spMkLst>
            <pc:docMk/>
            <pc:sldMk cId="367173898" sldId="294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7E823390-D6B7-4562-B824-4240E0FA3251}" dt="2024-11-26T21:38:55.149" v="1" actId="47"/>
        <pc:sldMkLst>
          <pc:docMk/>
          <pc:sldMk cId="2026423682" sldId="294"/>
        </pc:sldMkLst>
      </pc:sldChg>
      <pc:sldChg chg="del">
        <pc:chgData name="Bačo, Timotej" userId="152f2ad6-3c97-47cf-bd89-58c5c0a29e21" providerId="ADAL" clId="{7E823390-D6B7-4562-B824-4240E0FA3251}" dt="2024-11-26T21:38:55.149" v="1" actId="47"/>
        <pc:sldMkLst>
          <pc:docMk/>
          <pc:sldMk cId="3490928273" sldId="295"/>
        </pc:sldMkLst>
      </pc:sldChg>
      <pc:sldChg chg="del">
        <pc:chgData name="Bačo, Timotej" userId="152f2ad6-3c97-47cf-bd89-58c5c0a29e21" providerId="ADAL" clId="{7E823390-D6B7-4562-B824-4240E0FA3251}" dt="2024-11-26T21:38:55.149" v="1" actId="47"/>
        <pc:sldMkLst>
          <pc:docMk/>
          <pc:sldMk cId="2846120629" sldId="296"/>
        </pc:sldMkLst>
      </pc:sldChg>
      <pc:sldChg chg="del">
        <pc:chgData name="Bačo, Timotej" userId="152f2ad6-3c97-47cf-bd89-58c5c0a29e21" providerId="ADAL" clId="{7E823390-D6B7-4562-B824-4240E0FA3251}" dt="2024-11-26T21:38:55.149" v="1" actId="47"/>
        <pc:sldMkLst>
          <pc:docMk/>
          <pc:sldMk cId="2798318434" sldId="297"/>
        </pc:sldMkLst>
      </pc:sldChg>
    </pc:docChg>
  </pc:docChgLst>
  <pc:docChgLst>
    <pc:chgData name="Bačo, Timotej" userId="152f2ad6-3c97-47cf-bd89-58c5c0a29e21" providerId="ADAL" clId="{A116A470-1CA7-474F-BCA0-673CF10BD9E4}"/>
    <pc:docChg chg="undo redo custSel addSld delSld modSld">
      <pc:chgData name="Bačo, Timotej" userId="152f2ad6-3c97-47cf-bd89-58c5c0a29e21" providerId="ADAL" clId="{A116A470-1CA7-474F-BCA0-673CF10BD9E4}" dt="2024-12-03T21:58:16.194" v="570" actId="1076"/>
      <pc:docMkLst>
        <pc:docMk/>
      </pc:docMkLst>
      <pc:sldChg chg="modSp mod">
        <pc:chgData name="Bačo, Timotej" userId="152f2ad6-3c97-47cf-bd89-58c5c0a29e21" providerId="ADAL" clId="{A116A470-1CA7-474F-BCA0-673CF10BD9E4}" dt="2024-12-03T21:03:25.622" v="7" actId="20577"/>
        <pc:sldMkLst>
          <pc:docMk/>
          <pc:sldMk cId="735358950" sldId="257"/>
        </pc:sldMkLst>
        <pc:spChg chg="mod">
          <ac:chgData name="Bačo, Timotej" userId="152f2ad6-3c97-47cf-bd89-58c5c0a29e21" providerId="ADAL" clId="{A116A470-1CA7-474F-BCA0-673CF10BD9E4}" dt="2024-12-03T21:03:25.622" v="7" actId="20577"/>
          <ac:spMkLst>
            <pc:docMk/>
            <pc:sldMk cId="735358950" sldId="257"/>
            <ac:spMk id="2" creationId="{C33FF8F9-4436-ED9C-E30E-680373C64496}"/>
          </ac:spMkLst>
        </pc:spChg>
      </pc:sldChg>
      <pc:sldChg chg="addSp modSp mod">
        <pc:chgData name="Bačo, Timotej" userId="152f2ad6-3c97-47cf-bd89-58c5c0a29e21" providerId="ADAL" clId="{A116A470-1CA7-474F-BCA0-673CF10BD9E4}" dt="2024-12-03T21:16:16.361" v="88" actId="1076"/>
        <pc:sldMkLst>
          <pc:docMk/>
          <pc:sldMk cId="753961250" sldId="285"/>
        </pc:sldMkLst>
        <pc:spChg chg="mod">
          <ac:chgData name="Bačo, Timotej" userId="152f2ad6-3c97-47cf-bd89-58c5c0a29e21" providerId="ADAL" clId="{A116A470-1CA7-474F-BCA0-673CF10BD9E4}" dt="2024-12-03T21:03:49.157" v="14" actId="20577"/>
          <ac:spMkLst>
            <pc:docMk/>
            <pc:sldMk cId="753961250" sldId="285"/>
            <ac:spMk id="2" creationId="{78BDABF5-8F51-701C-41A3-648EFE25590F}"/>
          </ac:spMkLst>
        </pc:spChg>
        <pc:spChg chg="mod">
          <ac:chgData name="Bačo, Timotej" userId="152f2ad6-3c97-47cf-bd89-58c5c0a29e21" providerId="ADAL" clId="{A116A470-1CA7-474F-BCA0-673CF10BD9E4}" dt="2024-12-03T21:16:16.361" v="88" actId="1076"/>
          <ac:spMkLst>
            <pc:docMk/>
            <pc:sldMk cId="753961250" sldId="285"/>
            <ac:spMk id="8" creationId="{D4394263-17C4-107C-501F-C19FC6080FA3}"/>
          </ac:spMkLst>
        </pc:spChg>
        <pc:picChg chg="add mod">
          <ac:chgData name="Bačo, Timotej" userId="152f2ad6-3c97-47cf-bd89-58c5c0a29e21" providerId="ADAL" clId="{A116A470-1CA7-474F-BCA0-673CF10BD9E4}" dt="2024-12-03T21:16:10.408" v="87" actId="1076"/>
          <ac:picMkLst>
            <pc:docMk/>
            <pc:sldMk cId="753961250" sldId="285"/>
            <ac:picMk id="7" creationId="{1BA1C4C7-8F34-8A8D-CC9F-329280E70893}"/>
          </ac:picMkLst>
        </pc:picChg>
      </pc:sldChg>
      <pc:sldChg chg="addSp delSp modSp add mod">
        <pc:chgData name="Bačo, Timotej" userId="152f2ad6-3c97-47cf-bd89-58c5c0a29e21" providerId="ADAL" clId="{A116A470-1CA7-474F-BCA0-673CF10BD9E4}" dt="2024-12-03T21:24:01.659" v="168"/>
        <pc:sldMkLst>
          <pc:docMk/>
          <pc:sldMk cId="2214744826" sldId="286"/>
        </pc:sldMkLst>
        <pc:spChg chg="mod">
          <ac:chgData name="Bačo, Timotej" userId="152f2ad6-3c97-47cf-bd89-58c5c0a29e21" providerId="ADAL" clId="{A116A470-1CA7-474F-BCA0-673CF10BD9E4}" dt="2024-12-03T21:16:54.336" v="94"/>
          <ac:spMkLst>
            <pc:docMk/>
            <pc:sldMk cId="2214744826" sldId="286"/>
            <ac:spMk id="2" creationId="{78BDABF5-8F51-701C-41A3-648EFE25590F}"/>
          </ac:spMkLst>
        </pc:spChg>
        <pc:spChg chg="add">
          <ac:chgData name="Bačo, Timotej" userId="152f2ad6-3c97-47cf-bd89-58c5c0a29e21" providerId="ADAL" clId="{A116A470-1CA7-474F-BCA0-673CF10BD9E4}" dt="2024-12-03T21:17:08.040" v="97"/>
          <ac:spMkLst>
            <pc:docMk/>
            <pc:sldMk cId="2214744826" sldId="286"/>
            <ac:spMk id="3" creationId="{AC299096-7B49-9FFB-7A34-B2BB46B83D9D}"/>
          </ac:spMkLst>
        </pc:spChg>
        <pc:spChg chg="del mod">
          <ac:chgData name="Bačo, Timotej" userId="152f2ad6-3c97-47cf-bd89-58c5c0a29e21" providerId="ADAL" clId="{A116A470-1CA7-474F-BCA0-673CF10BD9E4}" dt="2024-12-03T21:17:22.694" v="101" actId="478"/>
          <ac:spMkLst>
            <pc:docMk/>
            <pc:sldMk cId="2214744826" sldId="286"/>
            <ac:spMk id="8" creationId="{D4394263-17C4-107C-501F-C19FC6080FA3}"/>
          </ac:spMkLst>
        </pc:spChg>
        <pc:spChg chg="add mod">
          <ac:chgData name="Bačo, Timotej" userId="152f2ad6-3c97-47cf-bd89-58c5c0a29e21" providerId="ADAL" clId="{A116A470-1CA7-474F-BCA0-673CF10BD9E4}" dt="2024-12-03T21:17:13.349" v="99"/>
          <ac:spMkLst>
            <pc:docMk/>
            <pc:sldMk cId="2214744826" sldId="286"/>
            <ac:spMk id="9" creationId="{630217F2-092D-FEA9-0D7A-DC0FF0772490}"/>
          </ac:spMkLst>
        </pc:spChg>
        <pc:spChg chg="add del">
          <ac:chgData name="Bačo, Timotej" userId="152f2ad6-3c97-47cf-bd89-58c5c0a29e21" providerId="ADAL" clId="{A116A470-1CA7-474F-BCA0-673CF10BD9E4}" dt="2024-12-03T21:17:22.694" v="101" actId="478"/>
          <ac:spMkLst>
            <pc:docMk/>
            <pc:sldMk cId="2214744826" sldId="286"/>
            <ac:spMk id="10" creationId="{98DB87F7-F2E1-5622-66F8-8AC2763D97C5}"/>
          </ac:spMkLst>
        </pc:spChg>
        <pc:spChg chg="add mod">
          <ac:chgData name="Bačo, Timotej" userId="152f2ad6-3c97-47cf-bd89-58c5c0a29e21" providerId="ADAL" clId="{A116A470-1CA7-474F-BCA0-673CF10BD9E4}" dt="2024-12-03T21:24:01.659" v="168"/>
          <ac:spMkLst>
            <pc:docMk/>
            <pc:sldMk cId="2214744826" sldId="286"/>
            <ac:spMk id="11" creationId="{04C3D501-DD14-FCF4-2287-EA5D5C25DE80}"/>
          </ac:spMkLst>
        </pc:spChg>
        <pc:picChg chg="del">
          <ac:chgData name="Bačo, Timotej" userId="152f2ad6-3c97-47cf-bd89-58c5c0a29e21" providerId="ADAL" clId="{A116A470-1CA7-474F-BCA0-673CF10BD9E4}" dt="2024-12-03T21:16:56.175" v="95" actId="478"/>
          <ac:picMkLst>
            <pc:docMk/>
            <pc:sldMk cId="2214744826" sldId="286"/>
            <ac:picMk id="7" creationId="{1BA1C4C7-8F34-8A8D-CC9F-329280E70893}"/>
          </ac:picMkLst>
        </pc:picChg>
        <pc:picChg chg="add mod ord">
          <ac:chgData name="Bačo, Timotej" userId="152f2ad6-3c97-47cf-bd89-58c5c0a29e21" providerId="ADAL" clId="{A116A470-1CA7-474F-BCA0-673CF10BD9E4}" dt="2024-12-03T21:19:19.612" v="122" actId="171"/>
          <ac:picMkLst>
            <pc:docMk/>
            <pc:sldMk cId="2214744826" sldId="286"/>
            <ac:picMk id="13" creationId="{386E318B-C590-21F1-C69E-AD5A3F85053C}"/>
          </ac:picMkLst>
        </pc:picChg>
      </pc:sldChg>
      <pc:sldChg chg="del">
        <pc:chgData name="Bačo, Timotej" userId="152f2ad6-3c97-47cf-bd89-58c5c0a29e21" providerId="ADAL" clId="{A116A470-1CA7-474F-BCA0-673CF10BD9E4}" dt="2024-12-03T21:02:36.786" v="0" actId="47"/>
        <pc:sldMkLst>
          <pc:docMk/>
          <pc:sldMk cId="2570018597" sldId="287"/>
        </pc:sldMkLst>
      </pc:sldChg>
      <pc:sldChg chg="modSp add mod">
        <pc:chgData name="Bačo, Timotej" userId="152f2ad6-3c97-47cf-bd89-58c5c0a29e21" providerId="ADAL" clId="{A116A470-1CA7-474F-BCA0-673CF10BD9E4}" dt="2024-12-03T21:26:04.855" v="201" actId="1076"/>
        <pc:sldMkLst>
          <pc:docMk/>
          <pc:sldMk cId="3171756812" sldId="287"/>
        </pc:sldMkLst>
        <pc:spChg chg="mod">
          <ac:chgData name="Bačo, Timotej" userId="152f2ad6-3c97-47cf-bd89-58c5c0a29e21" providerId="ADAL" clId="{A116A470-1CA7-474F-BCA0-673CF10BD9E4}" dt="2024-12-03T21:20:28.211" v="131" actId="20577"/>
          <ac:spMkLst>
            <pc:docMk/>
            <pc:sldMk cId="3171756812" sldId="287"/>
            <ac:spMk id="2" creationId="{78BDABF5-8F51-701C-41A3-648EFE25590F}"/>
          </ac:spMkLst>
        </pc:spChg>
        <pc:spChg chg="mod">
          <ac:chgData name="Bačo, Timotej" userId="152f2ad6-3c97-47cf-bd89-58c5c0a29e21" providerId="ADAL" clId="{A116A470-1CA7-474F-BCA0-673CF10BD9E4}" dt="2024-12-03T21:25:56.221" v="199" actId="1076"/>
          <ac:spMkLst>
            <pc:docMk/>
            <pc:sldMk cId="3171756812" sldId="287"/>
            <ac:spMk id="11" creationId="{04C3D501-DD14-FCF4-2287-EA5D5C25DE80}"/>
          </ac:spMkLst>
        </pc:spChg>
        <pc:picChg chg="mod">
          <ac:chgData name="Bačo, Timotej" userId="152f2ad6-3c97-47cf-bd89-58c5c0a29e21" providerId="ADAL" clId="{A116A470-1CA7-474F-BCA0-673CF10BD9E4}" dt="2024-12-03T21:26:04.855" v="201" actId="1076"/>
          <ac:picMkLst>
            <pc:docMk/>
            <pc:sldMk cId="3171756812" sldId="287"/>
            <ac:picMk id="13" creationId="{386E318B-C590-21F1-C69E-AD5A3F85053C}"/>
          </ac:picMkLst>
        </pc:picChg>
      </pc:sldChg>
      <pc:sldChg chg="del">
        <pc:chgData name="Bačo, Timotej" userId="152f2ad6-3c97-47cf-bd89-58c5c0a29e21" providerId="ADAL" clId="{A116A470-1CA7-474F-BCA0-673CF10BD9E4}" dt="2024-12-03T21:02:36.786" v="0" actId="47"/>
        <pc:sldMkLst>
          <pc:docMk/>
          <pc:sldMk cId="154797142" sldId="288"/>
        </pc:sldMkLst>
      </pc:sldChg>
      <pc:sldChg chg="delSp modSp add mod">
        <pc:chgData name="Bačo, Timotej" userId="152f2ad6-3c97-47cf-bd89-58c5c0a29e21" providerId="ADAL" clId="{A116A470-1CA7-474F-BCA0-673CF10BD9E4}" dt="2024-12-03T21:32:10.249" v="257" actId="207"/>
        <pc:sldMkLst>
          <pc:docMk/>
          <pc:sldMk cId="3357734923" sldId="288"/>
        </pc:sldMkLst>
        <pc:spChg chg="mod">
          <ac:chgData name="Bačo, Timotej" userId="152f2ad6-3c97-47cf-bd89-58c5c0a29e21" providerId="ADAL" clId="{A116A470-1CA7-474F-BCA0-673CF10BD9E4}" dt="2024-12-03T21:26:56.226" v="210" actId="20577"/>
          <ac:spMkLst>
            <pc:docMk/>
            <pc:sldMk cId="3357734923" sldId="288"/>
            <ac:spMk id="2" creationId="{78BDABF5-8F51-701C-41A3-648EFE25590F}"/>
          </ac:spMkLst>
        </pc:spChg>
        <pc:spChg chg="mod">
          <ac:chgData name="Bačo, Timotej" userId="152f2ad6-3c97-47cf-bd89-58c5c0a29e21" providerId="ADAL" clId="{A116A470-1CA7-474F-BCA0-673CF10BD9E4}" dt="2024-12-03T21:32:10.249" v="257" actId="207"/>
          <ac:spMkLst>
            <pc:docMk/>
            <pc:sldMk cId="3357734923" sldId="288"/>
            <ac:spMk id="11" creationId="{04C3D501-DD14-FCF4-2287-EA5D5C25DE80}"/>
          </ac:spMkLst>
        </pc:spChg>
        <pc:picChg chg="del">
          <ac:chgData name="Bačo, Timotej" userId="152f2ad6-3c97-47cf-bd89-58c5c0a29e21" providerId="ADAL" clId="{A116A470-1CA7-474F-BCA0-673CF10BD9E4}" dt="2024-12-03T21:26:59.593" v="211" actId="478"/>
          <ac:picMkLst>
            <pc:docMk/>
            <pc:sldMk cId="3357734923" sldId="288"/>
            <ac:picMk id="13" creationId="{386E318B-C590-21F1-C69E-AD5A3F85053C}"/>
          </ac:picMkLst>
        </pc:picChg>
      </pc:sldChg>
      <pc:sldChg chg="addSp modSp add mod">
        <pc:chgData name="Bačo, Timotej" userId="152f2ad6-3c97-47cf-bd89-58c5c0a29e21" providerId="ADAL" clId="{A116A470-1CA7-474F-BCA0-673CF10BD9E4}" dt="2024-12-03T21:36:26.063" v="294" actId="1076"/>
        <pc:sldMkLst>
          <pc:docMk/>
          <pc:sldMk cId="1248123291" sldId="289"/>
        </pc:sldMkLst>
        <pc:spChg chg="mod">
          <ac:chgData name="Bačo, Timotej" userId="152f2ad6-3c97-47cf-bd89-58c5c0a29e21" providerId="ADAL" clId="{A116A470-1CA7-474F-BCA0-673CF10BD9E4}" dt="2024-12-03T21:32:57.384" v="274" actId="14100"/>
          <ac:spMkLst>
            <pc:docMk/>
            <pc:sldMk cId="1248123291" sldId="289"/>
            <ac:spMk id="2" creationId="{78BDABF5-8F51-701C-41A3-648EFE25590F}"/>
          </ac:spMkLst>
        </pc:spChg>
        <pc:spChg chg="mod">
          <ac:chgData name="Bačo, Timotej" userId="152f2ad6-3c97-47cf-bd89-58c5c0a29e21" providerId="ADAL" clId="{A116A470-1CA7-474F-BCA0-673CF10BD9E4}" dt="2024-12-03T21:36:26.063" v="294" actId="1076"/>
          <ac:spMkLst>
            <pc:docMk/>
            <pc:sldMk cId="1248123291" sldId="289"/>
            <ac:spMk id="11" creationId="{04C3D501-DD14-FCF4-2287-EA5D5C25DE80}"/>
          </ac:spMkLst>
        </pc:spChg>
        <pc:picChg chg="add mod">
          <ac:chgData name="Bačo, Timotej" userId="152f2ad6-3c97-47cf-bd89-58c5c0a29e21" providerId="ADAL" clId="{A116A470-1CA7-474F-BCA0-673CF10BD9E4}" dt="2024-12-03T21:36:03.929" v="290" actId="1076"/>
          <ac:picMkLst>
            <pc:docMk/>
            <pc:sldMk cId="1248123291" sldId="289"/>
            <ac:picMk id="7" creationId="{0731156E-4A65-FD1C-636C-62A622D8A64A}"/>
          </ac:picMkLst>
        </pc:picChg>
      </pc:sldChg>
      <pc:sldChg chg="del">
        <pc:chgData name="Bačo, Timotej" userId="152f2ad6-3c97-47cf-bd89-58c5c0a29e21" providerId="ADAL" clId="{A116A470-1CA7-474F-BCA0-673CF10BD9E4}" dt="2024-12-03T21:02:36.786" v="0" actId="47"/>
        <pc:sldMkLst>
          <pc:docMk/>
          <pc:sldMk cId="3160165077" sldId="289"/>
        </pc:sldMkLst>
      </pc:sldChg>
      <pc:sldChg chg="addSp delSp modSp add mod">
        <pc:chgData name="Bačo, Timotej" userId="152f2ad6-3c97-47cf-bd89-58c5c0a29e21" providerId="ADAL" clId="{A116A470-1CA7-474F-BCA0-673CF10BD9E4}" dt="2024-12-03T21:41:06.528" v="422"/>
        <pc:sldMkLst>
          <pc:docMk/>
          <pc:sldMk cId="3782679327" sldId="290"/>
        </pc:sldMkLst>
        <pc:spChg chg="mod">
          <ac:chgData name="Bačo, Timotej" userId="152f2ad6-3c97-47cf-bd89-58c5c0a29e21" providerId="ADAL" clId="{A116A470-1CA7-474F-BCA0-673CF10BD9E4}" dt="2024-12-03T21:37:29.110" v="304" actId="20577"/>
          <ac:spMkLst>
            <pc:docMk/>
            <pc:sldMk cId="3782679327" sldId="290"/>
            <ac:spMk id="2" creationId="{78BDABF5-8F51-701C-41A3-648EFE25590F}"/>
          </ac:spMkLst>
        </pc:spChg>
        <pc:spChg chg="add mod">
          <ac:chgData name="Bačo, Timotej" userId="152f2ad6-3c97-47cf-bd89-58c5c0a29e21" providerId="ADAL" clId="{A116A470-1CA7-474F-BCA0-673CF10BD9E4}" dt="2024-12-03T21:40:10.342" v="413" actId="20577"/>
          <ac:spMkLst>
            <pc:docMk/>
            <pc:sldMk cId="3782679327" sldId="290"/>
            <ac:spMk id="3" creationId="{78A30524-13D9-C03F-72DE-6C2939824941}"/>
          </ac:spMkLst>
        </pc:spChg>
        <pc:spChg chg="add mod">
          <ac:chgData name="Bačo, Timotej" userId="152f2ad6-3c97-47cf-bd89-58c5c0a29e21" providerId="ADAL" clId="{A116A470-1CA7-474F-BCA0-673CF10BD9E4}" dt="2024-12-03T21:41:06.528" v="422"/>
          <ac:spMkLst>
            <pc:docMk/>
            <pc:sldMk cId="3782679327" sldId="290"/>
            <ac:spMk id="8" creationId="{F84EA4C1-2791-AC4D-99A8-E1BFAAAA28BE}"/>
          </ac:spMkLst>
        </pc:spChg>
        <pc:spChg chg="mod">
          <ac:chgData name="Bačo, Timotej" userId="152f2ad6-3c97-47cf-bd89-58c5c0a29e21" providerId="ADAL" clId="{A116A470-1CA7-474F-BCA0-673CF10BD9E4}" dt="2024-12-03T21:39:13.340" v="335" actId="1076"/>
          <ac:spMkLst>
            <pc:docMk/>
            <pc:sldMk cId="3782679327" sldId="290"/>
            <ac:spMk id="11" creationId="{04C3D501-DD14-FCF4-2287-EA5D5C25DE80}"/>
          </ac:spMkLst>
        </pc:spChg>
        <pc:picChg chg="del ord">
          <ac:chgData name="Bačo, Timotej" userId="152f2ad6-3c97-47cf-bd89-58c5c0a29e21" providerId="ADAL" clId="{A116A470-1CA7-474F-BCA0-673CF10BD9E4}" dt="2024-12-03T21:38:53.755" v="331" actId="478"/>
          <ac:picMkLst>
            <pc:docMk/>
            <pc:sldMk cId="3782679327" sldId="290"/>
            <ac:picMk id="7" creationId="{0731156E-4A65-FD1C-636C-62A622D8A64A}"/>
          </ac:picMkLst>
        </pc:picChg>
      </pc:sldChg>
      <pc:sldChg chg="del">
        <pc:chgData name="Bačo, Timotej" userId="152f2ad6-3c97-47cf-bd89-58c5c0a29e21" providerId="ADAL" clId="{A116A470-1CA7-474F-BCA0-673CF10BD9E4}" dt="2024-12-03T21:02:36.786" v="0" actId="47"/>
        <pc:sldMkLst>
          <pc:docMk/>
          <pc:sldMk cId="4091674933" sldId="290"/>
        </pc:sldMkLst>
      </pc:sldChg>
      <pc:sldChg chg="del">
        <pc:chgData name="Bačo, Timotej" userId="152f2ad6-3c97-47cf-bd89-58c5c0a29e21" providerId="ADAL" clId="{A116A470-1CA7-474F-BCA0-673CF10BD9E4}" dt="2024-12-03T21:02:36.786" v="0" actId="47"/>
        <pc:sldMkLst>
          <pc:docMk/>
          <pc:sldMk cId="639066803" sldId="291"/>
        </pc:sldMkLst>
      </pc:sldChg>
      <pc:sldChg chg="delSp modSp add mod">
        <pc:chgData name="Bačo, Timotej" userId="152f2ad6-3c97-47cf-bd89-58c5c0a29e21" providerId="ADAL" clId="{A116A470-1CA7-474F-BCA0-673CF10BD9E4}" dt="2024-12-03T21:42:16.718" v="433" actId="1076"/>
        <pc:sldMkLst>
          <pc:docMk/>
          <pc:sldMk cId="3377696104" sldId="291"/>
        </pc:sldMkLst>
        <pc:spChg chg="mod">
          <ac:chgData name="Bačo, Timotej" userId="152f2ad6-3c97-47cf-bd89-58c5c0a29e21" providerId="ADAL" clId="{A116A470-1CA7-474F-BCA0-673CF10BD9E4}" dt="2024-12-03T21:42:16.718" v="433" actId="1076"/>
          <ac:spMkLst>
            <pc:docMk/>
            <pc:sldMk cId="3377696104" sldId="291"/>
            <ac:spMk id="3" creationId="{78A30524-13D9-C03F-72DE-6C2939824941}"/>
          </ac:spMkLst>
        </pc:spChg>
        <pc:spChg chg="del">
          <ac:chgData name="Bačo, Timotej" userId="152f2ad6-3c97-47cf-bd89-58c5c0a29e21" providerId="ADAL" clId="{A116A470-1CA7-474F-BCA0-673CF10BD9E4}" dt="2024-12-03T21:42:07.169" v="432" actId="478"/>
          <ac:spMkLst>
            <pc:docMk/>
            <pc:sldMk cId="3377696104" sldId="291"/>
            <ac:spMk id="8" creationId="{F84EA4C1-2791-AC4D-99A8-E1BFAAAA28BE}"/>
          </ac:spMkLst>
        </pc:spChg>
        <pc:spChg chg="mod">
          <ac:chgData name="Bačo, Timotej" userId="152f2ad6-3c97-47cf-bd89-58c5c0a29e21" providerId="ADAL" clId="{A116A470-1CA7-474F-BCA0-673CF10BD9E4}" dt="2024-12-03T21:42:16.718" v="433" actId="1076"/>
          <ac:spMkLst>
            <pc:docMk/>
            <pc:sldMk cId="3377696104" sldId="291"/>
            <ac:spMk id="11" creationId="{04C3D501-DD14-FCF4-2287-EA5D5C25DE80}"/>
          </ac:spMkLst>
        </pc:spChg>
      </pc:sldChg>
      <pc:sldChg chg="addSp delSp modSp add mod">
        <pc:chgData name="Bačo, Timotej" userId="152f2ad6-3c97-47cf-bd89-58c5c0a29e21" providerId="ADAL" clId="{A116A470-1CA7-474F-BCA0-673CF10BD9E4}" dt="2024-12-03T21:45:58.326" v="464"/>
        <pc:sldMkLst>
          <pc:docMk/>
          <pc:sldMk cId="3574648712" sldId="292"/>
        </pc:sldMkLst>
        <pc:spChg chg="mod">
          <ac:chgData name="Bačo, Timotej" userId="152f2ad6-3c97-47cf-bd89-58c5c0a29e21" providerId="ADAL" clId="{A116A470-1CA7-474F-BCA0-673CF10BD9E4}" dt="2024-12-03T21:43:02.675" v="440" actId="20577"/>
          <ac:spMkLst>
            <pc:docMk/>
            <pc:sldMk cId="3574648712" sldId="292"/>
            <ac:spMk id="2" creationId="{78BDABF5-8F51-701C-41A3-648EFE25590F}"/>
          </ac:spMkLst>
        </pc:spChg>
        <pc:spChg chg="del">
          <ac:chgData name="Bačo, Timotej" userId="152f2ad6-3c97-47cf-bd89-58c5c0a29e21" providerId="ADAL" clId="{A116A470-1CA7-474F-BCA0-673CF10BD9E4}" dt="2024-12-03T21:43:07.226" v="441" actId="478"/>
          <ac:spMkLst>
            <pc:docMk/>
            <pc:sldMk cId="3574648712" sldId="292"/>
            <ac:spMk id="3" creationId="{78A30524-13D9-C03F-72DE-6C2939824941}"/>
          </ac:spMkLst>
        </pc:spChg>
        <pc:spChg chg="add mod">
          <ac:chgData name="Bačo, Timotej" userId="152f2ad6-3c97-47cf-bd89-58c5c0a29e21" providerId="ADAL" clId="{A116A470-1CA7-474F-BCA0-673CF10BD9E4}" dt="2024-12-03T21:45:05.369" v="459" actId="1076"/>
          <ac:spMkLst>
            <pc:docMk/>
            <pc:sldMk cId="3574648712" sldId="292"/>
            <ac:spMk id="7" creationId="{1A6FFB68-5095-3B61-81D5-63010AC1C694}"/>
          </ac:spMkLst>
        </pc:spChg>
        <pc:spChg chg="add mod">
          <ac:chgData name="Bačo, Timotej" userId="152f2ad6-3c97-47cf-bd89-58c5c0a29e21" providerId="ADAL" clId="{A116A470-1CA7-474F-BCA0-673CF10BD9E4}" dt="2024-12-03T21:45:14.896" v="460" actId="1076"/>
          <ac:spMkLst>
            <pc:docMk/>
            <pc:sldMk cId="3574648712" sldId="292"/>
            <ac:spMk id="8" creationId="{D4D59F51-B8DC-2095-EF20-6336F2C81274}"/>
          </ac:spMkLst>
        </pc:spChg>
        <pc:spChg chg="add mod">
          <ac:chgData name="Bačo, Timotej" userId="152f2ad6-3c97-47cf-bd89-58c5c0a29e21" providerId="ADAL" clId="{A116A470-1CA7-474F-BCA0-673CF10BD9E4}" dt="2024-12-03T21:45:58.326" v="464"/>
          <ac:spMkLst>
            <pc:docMk/>
            <pc:sldMk cId="3574648712" sldId="292"/>
            <ac:spMk id="9" creationId="{6A9CA35E-2100-8358-D173-0BB75BF3C496}"/>
          </ac:spMkLst>
        </pc:spChg>
        <pc:spChg chg="mod">
          <ac:chgData name="Bačo, Timotej" userId="152f2ad6-3c97-47cf-bd89-58c5c0a29e21" providerId="ADAL" clId="{A116A470-1CA7-474F-BCA0-673CF10BD9E4}" dt="2024-12-03T21:45:00.221" v="458" actId="1076"/>
          <ac:spMkLst>
            <pc:docMk/>
            <pc:sldMk cId="3574648712" sldId="292"/>
            <ac:spMk id="11" creationId="{04C3D501-DD14-FCF4-2287-EA5D5C25DE80}"/>
          </ac:spMkLst>
        </pc:spChg>
      </pc:sldChg>
      <pc:sldChg chg="del">
        <pc:chgData name="Bačo, Timotej" userId="152f2ad6-3c97-47cf-bd89-58c5c0a29e21" providerId="ADAL" clId="{A116A470-1CA7-474F-BCA0-673CF10BD9E4}" dt="2024-12-03T21:02:36.786" v="0" actId="47"/>
        <pc:sldMkLst>
          <pc:docMk/>
          <pc:sldMk cId="4181113872" sldId="292"/>
        </pc:sldMkLst>
      </pc:sldChg>
      <pc:sldChg chg="del">
        <pc:chgData name="Bačo, Timotej" userId="152f2ad6-3c97-47cf-bd89-58c5c0a29e21" providerId="ADAL" clId="{A116A470-1CA7-474F-BCA0-673CF10BD9E4}" dt="2024-12-03T21:02:36.786" v="0" actId="47"/>
        <pc:sldMkLst>
          <pc:docMk/>
          <pc:sldMk cId="477289951" sldId="293"/>
        </pc:sldMkLst>
      </pc:sldChg>
      <pc:sldChg chg="addSp modSp add mod">
        <pc:chgData name="Bačo, Timotej" userId="152f2ad6-3c97-47cf-bd89-58c5c0a29e21" providerId="ADAL" clId="{A116A470-1CA7-474F-BCA0-673CF10BD9E4}" dt="2024-12-03T21:49:31.453" v="499" actId="15"/>
        <pc:sldMkLst>
          <pc:docMk/>
          <pc:sldMk cId="3339731830" sldId="293"/>
        </pc:sldMkLst>
        <pc:spChg chg="mod">
          <ac:chgData name="Bačo, Timotej" userId="152f2ad6-3c97-47cf-bd89-58c5c0a29e21" providerId="ADAL" clId="{A116A470-1CA7-474F-BCA0-673CF10BD9E4}" dt="2024-12-03T21:46:17.962" v="473" actId="20577"/>
          <ac:spMkLst>
            <pc:docMk/>
            <pc:sldMk cId="3339731830" sldId="293"/>
            <ac:spMk id="2" creationId="{78BDABF5-8F51-701C-41A3-648EFE25590F}"/>
          </ac:spMkLst>
        </pc:spChg>
        <pc:spChg chg="add mod">
          <ac:chgData name="Bačo, Timotej" userId="152f2ad6-3c97-47cf-bd89-58c5c0a29e21" providerId="ADAL" clId="{A116A470-1CA7-474F-BCA0-673CF10BD9E4}" dt="2024-12-03T21:49:31.453" v="499" actId="15"/>
          <ac:spMkLst>
            <pc:docMk/>
            <pc:sldMk cId="3339731830" sldId="293"/>
            <ac:spMk id="3" creationId="{0BCEE513-7A26-ECD7-CA39-2343EC39A938}"/>
          </ac:spMkLst>
        </pc:spChg>
        <pc:spChg chg="mod">
          <ac:chgData name="Bačo, Timotej" userId="152f2ad6-3c97-47cf-bd89-58c5c0a29e21" providerId="ADAL" clId="{A116A470-1CA7-474F-BCA0-673CF10BD9E4}" dt="2024-12-03T21:48:43.199" v="491" actId="1076"/>
          <ac:spMkLst>
            <pc:docMk/>
            <pc:sldMk cId="3339731830" sldId="293"/>
            <ac:spMk id="7" creationId="{1A6FFB68-5095-3B61-81D5-63010AC1C694}"/>
          </ac:spMkLst>
        </pc:spChg>
        <pc:spChg chg="mod">
          <ac:chgData name="Bačo, Timotej" userId="152f2ad6-3c97-47cf-bd89-58c5c0a29e21" providerId="ADAL" clId="{A116A470-1CA7-474F-BCA0-673CF10BD9E4}" dt="2024-12-03T21:48:50.137" v="492" actId="1076"/>
          <ac:spMkLst>
            <pc:docMk/>
            <pc:sldMk cId="3339731830" sldId="293"/>
            <ac:spMk id="8" creationId="{D4D59F51-B8DC-2095-EF20-6336F2C81274}"/>
          </ac:spMkLst>
        </pc:spChg>
        <pc:spChg chg="mod">
          <ac:chgData name="Bačo, Timotej" userId="152f2ad6-3c97-47cf-bd89-58c5c0a29e21" providerId="ADAL" clId="{A116A470-1CA7-474F-BCA0-673CF10BD9E4}" dt="2024-12-03T21:48:57.343" v="493" actId="1076"/>
          <ac:spMkLst>
            <pc:docMk/>
            <pc:sldMk cId="3339731830" sldId="293"/>
            <ac:spMk id="9" creationId="{6A9CA35E-2100-8358-D173-0BB75BF3C496}"/>
          </ac:spMkLst>
        </pc:spChg>
        <pc:spChg chg="mod">
          <ac:chgData name="Bačo, Timotej" userId="152f2ad6-3c97-47cf-bd89-58c5c0a29e21" providerId="ADAL" clId="{A116A470-1CA7-474F-BCA0-673CF10BD9E4}" dt="2024-12-03T21:48:34.515" v="490" actId="1076"/>
          <ac:spMkLst>
            <pc:docMk/>
            <pc:sldMk cId="3339731830" sldId="293"/>
            <ac:spMk id="11" creationId="{04C3D501-DD14-FCF4-2287-EA5D5C25DE80}"/>
          </ac:spMkLst>
        </pc:spChg>
      </pc:sldChg>
      <pc:sldChg chg="del">
        <pc:chgData name="Bačo, Timotej" userId="152f2ad6-3c97-47cf-bd89-58c5c0a29e21" providerId="ADAL" clId="{A116A470-1CA7-474F-BCA0-673CF10BD9E4}" dt="2024-12-03T21:02:36.786" v="0" actId="47"/>
        <pc:sldMkLst>
          <pc:docMk/>
          <pc:sldMk cId="367173898" sldId="294"/>
        </pc:sldMkLst>
      </pc:sldChg>
      <pc:sldChg chg="addSp delSp modSp add mod">
        <pc:chgData name="Bačo, Timotej" userId="152f2ad6-3c97-47cf-bd89-58c5c0a29e21" providerId="ADAL" clId="{A116A470-1CA7-474F-BCA0-673CF10BD9E4}" dt="2024-12-03T21:56:39.977" v="548" actId="478"/>
        <pc:sldMkLst>
          <pc:docMk/>
          <pc:sldMk cId="1701916525" sldId="294"/>
        </pc:sldMkLst>
        <pc:spChg chg="mod">
          <ac:chgData name="Bačo, Timotej" userId="152f2ad6-3c97-47cf-bd89-58c5c0a29e21" providerId="ADAL" clId="{A116A470-1CA7-474F-BCA0-673CF10BD9E4}" dt="2024-12-03T21:50:02.592" v="505"/>
          <ac:spMkLst>
            <pc:docMk/>
            <pc:sldMk cId="1701916525" sldId="294"/>
            <ac:spMk id="2" creationId="{78BDABF5-8F51-701C-41A3-648EFE25590F}"/>
          </ac:spMkLst>
        </pc:spChg>
        <pc:spChg chg="del">
          <ac:chgData name="Bačo, Timotej" userId="152f2ad6-3c97-47cf-bd89-58c5c0a29e21" providerId="ADAL" clId="{A116A470-1CA7-474F-BCA0-673CF10BD9E4}" dt="2024-12-03T21:50:28.160" v="512" actId="478"/>
          <ac:spMkLst>
            <pc:docMk/>
            <pc:sldMk cId="1701916525" sldId="294"/>
            <ac:spMk id="3" creationId="{0BCEE513-7A26-ECD7-CA39-2343EC39A938}"/>
          </ac:spMkLst>
        </pc:spChg>
        <pc:spChg chg="del">
          <ac:chgData name="Bačo, Timotej" userId="152f2ad6-3c97-47cf-bd89-58c5c0a29e21" providerId="ADAL" clId="{A116A470-1CA7-474F-BCA0-673CF10BD9E4}" dt="2024-12-03T21:50:17.522" v="509" actId="478"/>
          <ac:spMkLst>
            <pc:docMk/>
            <pc:sldMk cId="1701916525" sldId="294"/>
            <ac:spMk id="7" creationId="{1A6FFB68-5095-3B61-81D5-63010AC1C694}"/>
          </ac:spMkLst>
        </pc:spChg>
        <pc:spChg chg="del">
          <ac:chgData name="Bačo, Timotej" userId="152f2ad6-3c97-47cf-bd89-58c5c0a29e21" providerId="ADAL" clId="{A116A470-1CA7-474F-BCA0-673CF10BD9E4}" dt="2024-12-03T21:50:20.819" v="510" actId="478"/>
          <ac:spMkLst>
            <pc:docMk/>
            <pc:sldMk cId="1701916525" sldId="294"/>
            <ac:spMk id="8" creationId="{D4D59F51-B8DC-2095-EF20-6336F2C81274}"/>
          </ac:spMkLst>
        </pc:spChg>
        <pc:spChg chg="del">
          <ac:chgData name="Bačo, Timotej" userId="152f2ad6-3c97-47cf-bd89-58c5c0a29e21" providerId="ADAL" clId="{A116A470-1CA7-474F-BCA0-673CF10BD9E4}" dt="2024-12-03T21:50:24.716" v="511" actId="478"/>
          <ac:spMkLst>
            <pc:docMk/>
            <pc:sldMk cId="1701916525" sldId="294"/>
            <ac:spMk id="9" creationId="{6A9CA35E-2100-8358-D173-0BB75BF3C496}"/>
          </ac:spMkLst>
        </pc:spChg>
        <pc:spChg chg="add mod">
          <ac:chgData name="Bačo, Timotej" userId="152f2ad6-3c97-47cf-bd89-58c5c0a29e21" providerId="ADAL" clId="{A116A470-1CA7-474F-BCA0-673CF10BD9E4}" dt="2024-12-03T21:52:09.221" v="529" actId="1076"/>
          <ac:spMkLst>
            <pc:docMk/>
            <pc:sldMk cId="1701916525" sldId="294"/>
            <ac:spMk id="10" creationId="{DD1681EE-13E4-0309-33F5-51C5D7EEBA92}"/>
          </ac:spMkLst>
        </pc:spChg>
        <pc:spChg chg="mod">
          <ac:chgData name="Bačo, Timotej" userId="152f2ad6-3c97-47cf-bd89-58c5c0a29e21" providerId="ADAL" clId="{A116A470-1CA7-474F-BCA0-673CF10BD9E4}" dt="2024-12-03T21:52:09.221" v="529" actId="1076"/>
          <ac:spMkLst>
            <pc:docMk/>
            <pc:sldMk cId="1701916525" sldId="294"/>
            <ac:spMk id="11" creationId="{04C3D501-DD14-FCF4-2287-EA5D5C25DE80}"/>
          </ac:spMkLst>
        </pc:spChg>
        <pc:spChg chg="add mod">
          <ac:chgData name="Bačo, Timotej" userId="152f2ad6-3c97-47cf-bd89-58c5c0a29e21" providerId="ADAL" clId="{A116A470-1CA7-474F-BCA0-673CF10BD9E4}" dt="2024-12-03T21:52:16.169" v="530" actId="1076"/>
          <ac:spMkLst>
            <pc:docMk/>
            <pc:sldMk cId="1701916525" sldId="294"/>
            <ac:spMk id="12" creationId="{36909CC5-243A-0480-BA8E-DFC6253E2D36}"/>
          </ac:spMkLst>
        </pc:spChg>
        <pc:graphicFrameChg chg="add del modGraphic">
          <ac:chgData name="Bačo, Timotej" userId="152f2ad6-3c97-47cf-bd89-58c5c0a29e21" providerId="ADAL" clId="{A116A470-1CA7-474F-BCA0-673CF10BD9E4}" dt="2024-12-03T21:56:39.977" v="548" actId="478"/>
          <ac:graphicFrameMkLst>
            <pc:docMk/>
            <pc:sldMk cId="1701916525" sldId="294"/>
            <ac:graphicFrameMk id="14" creationId="{91E99754-9DD1-7EF5-2008-E9277E238A12}"/>
          </ac:graphicFrameMkLst>
        </pc:graphicFrameChg>
      </pc:sldChg>
      <pc:sldChg chg="delSp modSp add mod">
        <pc:chgData name="Bačo, Timotej" userId="152f2ad6-3c97-47cf-bd89-58c5c0a29e21" providerId="ADAL" clId="{A116A470-1CA7-474F-BCA0-673CF10BD9E4}" dt="2024-12-03T21:58:16.194" v="570" actId="1076"/>
        <pc:sldMkLst>
          <pc:docMk/>
          <pc:sldMk cId="1155693747" sldId="295"/>
        </pc:sldMkLst>
        <pc:spChg chg="mod">
          <ac:chgData name="Bačo, Timotej" userId="152f2ad6-3c97-47cf-bd89-58c5c0a29e21" providerId="ADAL" clId="{A116A470-1CA7-474F-BCA0-673CF10BD9E4}" dt="2024-12-03T21:56:45.538" v="549"/>
          <ac:spMkLst>
            <pc:docMk/>
            <pc:sldMk cId="1155693747" sldId="295"/>
            <ac:spMk id="2" creationId="{78BDABF5-8F51-701C-41A3-648EFE25590F}"/>
          </ac:spMkLst>
        </pc:spChg>
        <pc:spChg chg="mod">
          <ac:chgData name="Bačo, Timotej" userId="152f2ad6-3c97-47cf-bd89-58c5c0a29e21" providerId="ADAL" clId="{A116A470-1CA7-474F-BCA0-673CF10BD9E4}" dt="2024-12-03T21:58:16.194" v="570" actId="1076"/>
          <ac:spMkLst>
            <pc:docMk/>
            <pc:sldMk cId="1155693747" sldId="295"/>
            <ac:spMk id="6" creationId="{3DE966AD-A4F9-6FFF-2E82-329F09C51267}"/>
          </ac:spMkLst>
        </pc:spChg>
        <pc:spChg chg="del">
          <ac:chgData name="Bačo, Timotej" userId="152f2ad6-3c97-47cf-bd89-58c5c0a29e21" providerId="ADAL" clId="{A116A470-1CA7-474F-BCA0-673CF10BD9E4}" dt="2024-12-03T21:56:54.145" v="550" actId="478"/>
          <ac:spMkLst>
            <pc:docMk/>
            <pc:sldMk cId="1155693747" sldId="295"/>
            <ac:spMk id="10" creationId="{DD1681EE-13E4-0309-33F5-51C5D7EEBA92}"/>
          </ac:spMkLst>
        </pc:spChg>
        <pc:spChg chg="mod">
          <ac:chgData name="Bačo, Timotej" userId="152f2ad6-3c97-47cf-bd89-58c5c0a29e21" providerId="ADAL" clId="{A116A470-1CA7-474F-BCA0-673CF10BD9E4}" dt="2024-12-03T21:58:06.962" v="568" actId="1076"/>
          <ac:spMkLst>
            <pc:docMk/>
            <pc:sldMk cId="1155693747" sldId="295"/>
            <ac:spMk id="11" creationId="{04C3D501-DD14-FCF4-2287-EA5D5C25DE80}"/>
          </ac:spMkLst>
        </pc:spChg>
        <pc:spChg chg="del">
          <ac:chgData name="Bačo, Timotej" userId="152f2ad6-3c97-47cf-bd89-58c5c0a29e21" providerId="ADAL" clId="{A116A470-1CA7-474F-BCA0-673CF10BD9E4}" dt="2024-12-03T21:56:57.534" v="551" actId="478"/>
          <ac:spMkLst>
            <pc:docMk/>
            <pc:sldMk cId="1155693747" sldId="295"/>
            <ac:spMk id="12" creationId="{36909CC5-243A-0480-BA8E-DFC6253E2D36}"/>
          </ac:spMkLst>
        </pc:spChg>
        <pc:picChg chg="mod">
          <ac:chgData name="Bačo, Timotej" userId="152f2ad6-3c97-47cf-bd89-58c5c0a29e21" providerId="ADAL" clId="{A116A470-1CA7-474F-BCA0-673CF10BD9E4}" dt="2024-12-03T21:58:13.362" v="569" actId="1076"/>
          <ac:picMkLst>
            <pc:docMk/>
            <pc:sldMk cId="1155693747" sldId="295"/>
            <ac:picMk id="5" creationId="{9A54E75F-DC78-31F0-2F05-03E34691110F}"/>
          </ac:picMkLst>
        </pc:picChg>
      </pc:sldChg>
    </pc:docChg>
  </pc:docChgLst>
  <pc:docChgLst>
    <pc:chgData name="Bačo, Timotej" userId="152f2ad6-3c97-47cf-bd89-58c5c0a29e21" providerId="ADAL" clId="{AF204D27-6E4B-4BD3-A92F-5061AC1A5BBB}"/>
    <pc:docChg chg="undo redo custSel addSld delSld modSld sldOrd">
      <pc:chgData name="Bačo, Timotej" userId="152f2ad6-3c97-47cf-bd89-58c5c0a29e21" providerId="ADAL" clId="{AF204D27-6E4B-4BD3-A92F-5061AC1A5BBB}" dt="2025-01-22T08:55:07.673" v="1760" actId="20577"/>
      <pc:docMkLst>
        <pc:docMk/>
      </pc:docMkLst>
      <pc:sldChg chg="modSp mod">
        <pc:chgData name="Bačo, Timotej" userId="152f2ad6-3c97-47cf-bd89-58c5c0a29e21" providerId="ADAL" clId="{AF204D27-6E4B-4BD3-A92F-5061AC1A5BBB}" dt="2025-01-22T00:52:05.381" v="1758" actId="20577"/>
        <pc:sldMkLst>
          <pc:docMk/>
          <pc:sldMk cId="735358950" sldId="257"/>
        </pc:sldMkLst>
        <pc:spChg chg="mod">
          <ac:chgData name="Bačo, Timotej" userId="152f2ad6-3c97-47cf-bd89-58c5c0a29e21" providerId="ADAL" clId="{AF204D27-6E4B-4BD3-A92F-5061AC1A5BBB}" dt="2025-01-21T22:02:20.891" v="35" actId="1076"/>
          <ac:spMkLst>
            <pc:docMk/>
            <pc:sldMk cId="735358950" sldId="257"/>
            <ac:spMk id="2" creationId="{C33FF8F9-4436-ED9C-E30E-680373C64496}"/>
          </ac:spMkLst>
        </pc:spChg>
        <pc:spChg chg="mod">
          <ac:chgData name="Bačo, Timotej" userId="152f2ad6-3c97-47cf-bd89-58c5c0a29e21" providerId="ADAL" clId="{AF204D27-6E4B-4BD3-A92F-5061AC1A5BBB}" dt="2025-01-22T00:52:05.381" v="1758" actId="20577"/>
          <ac:spMkLst>
            <pc:docMk/>
            <pc:sldMk cId="735358950" sldId="257"/>
            <ac:spMk id="14" creationId="{C432F7A5-0BD9-EB3C-66C4-098B2124A562}"/>
          </ac:spMkLst>
        </pc:spChg>
      </pc:sldChg>
      <pc:sldChg chg="addSp delSp modSp mod">
        <pc:chgData name="Bačo, Timotej" userId="152f2ad6-3c97-47cf-bd89-58c5c0a29e21" providerId="ADAL" clId="{AF204D27-6E4B-4BD3-A92F-5061AC1A5BBB}" dt="2025-01-21T22:13:46.388" v="255" actId="1076"/>
        <pc:sldMkLst>
          <pc:docMk/>
          <pc:sldMk cId="753961250" sldId="285"/>
        </pc:sldMkLst>
        <pc:spChg chg="mod">
          <ac:chgData name="Bačo, Timotej" userId="152f2ad6-3c97-47cf-bd89-58c5c0a29e21" providerId="ADAL" clId="{AF204D27-6E4B-4BD3-A92F-5061AC1A5BBB}" dt="2025-01-21T22:03:57.365" v="47" actId="20577"/>
          <ac:spMkLst>
            <pc:docMk/>
            <pc:sldMk cId="753961250" sldId="285"/>
            <ac:spMk id="2" creationId="{78BDABF5-8F51-701C-41A3-648EFE25590F}"/>
          </ac:spMkLst>
        </pc:spChg>
        <pc:spChg chg="add del mod">
          <ac:chgData name="Bačo, Timotej" userId="152f2ad6-3c97-47cf-bd89-58c5c0a29e21" providerId="ADAL" clId="{AF204D27-6E4B-4BD3-A92F-5061AC1A5BBB}" dt="2025-01-21T22:13:46.388" v="255" actId="1076"/>
          <ac:spMkLst>
            <pc:docMk/>
            <pc:sldMk cId="753961250" sldId="285"/>
            <ac:spMk id="8" creationId="{D4394263-17C4-107C-501F-C19FC6080FA3}"/>
          </ac:spMkLst>
        </pc:spChg>
      </pc:sldChg>
      <pc:sldChg chg="modSp add mod">
        <pc:chgData name="Bačo, Timotej" userId="152f2ad6-3c97-47cf-bd89-58c5c0a29e21" providerId="ADAL" clId="{AF204D27-6E4B-4BD3-A92F-5061AC1A5BBB}" dt="2025-01-21T22:16:04.715" v="386" actId="1076"/>
        <pc:sldMkLst>
          <pc:docMk/>
          <pc:sldMk cId="699511224" sldId="286"/>
        </pc:sldMkLst>
        <pc:spChg chg="mod">
          <ac:chgData name="Bačo, Timotej" userId="152f2ad6-3c97-47cf-bd89-58c5c0a29e21" providerId="ADAL" clId="{AF204D27-6E4B-4BD3-A92F-5061AC1A5BBB}" dt="2025-01-21T22:16:04.715" v="386" actId="1076"/>
          <ac:spMkLst>
            <pc:docMk/>
            <pc:sldMk cId="699511224" sldId="286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AF204D27-6E4B-4BD3-A92F-5061AC1A5BBB}" dt="2025-01-21T22:02:55.241" v="36" actId="47"/>
        <pc:sldMkLst>
          <pc:docMk/>
          <pc:sldMk cId="848617595" sldId="286"/>
        </pc:sldMkLst>
      </pc:sldChg>
      <pc:sldChg chg="addSp delSp modSp add mod">
        <pc:chgData name="Bačo, Timotej" userId="152f2ad6-3c97-47cf-bd89-58c5c0a29e21" providerId="ADAL" clId="{AF204D27-6E4B-4BD3-A92F-5061AC1A5BBB}" dt="2025-01-21T22:21:53.114" v="746" actId="1076"/>
        <pc:sldMkLst>
          <pc:docMk/>
          <pc:sldMk cId="2710427614" sldId="287"/>
        </pc:sldMkLst>
        <pc:spChg chg="mod">
          <ac:chgData name="Bačo, Timotej" userId="152f2ad6-3c97-47cf-bd89-58c5c0a29e21" providerId="ADAL" clId="{AF204D27-6E4B-4BD3-A92F-5061AC1A5BBB}" dt="2025-01-21T22:16:38.045" v="396" actId="20577"/>
          <ac:spMkLst>
            <pc:docMk/>
            <pc:sldMk cId="2710427614" sldId="287"/>
            <ac:spMk id="2" creationId="{78BDABF5-8F51-701C-41A3-648EFE25590F}"/>
          </ac:spMkLst>
        </pc:spChg>
        <pc:spChg chg="add del mod">
          <ac:chgData name="Bačo, Timotej" userId="152f2ad6-3c97-47cf-bd89-58c5c0a29e21" providerId="ADAL" clId="{AF204D27-6E4B-4BD3-A92F-5061AC1A5BBB}" dt="2025-01-21T22:21:53.114" v="746" actId="1076"/>
          <ac:spMkLst>
            <pc:docMk/>
            <pc:sldMk cId="2710427614" sldId="287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AF204D27-6E4B-4BD3-A92F-5061AC1A5BBB}" dt="2025-01-21T22:02:55.241" v="36" actId="47"/>
        <pc:sldMkLst>
          <pc:docMk/>
          <pc:sldMk cId="3231958278" sldId="287"/>
        </pc:sldMkLst>
      </pc:sldChg>
      <pc:sldChg chg="del">
        <pc:chgData name="Bačo, Timotej" userId="152f2ad6-3c97-47cf-bd89-58c5c0a29e21" providerId="ADAL" clId="{AF204D27-6E4B-4BD3-A92F-5061AC1A5BBB}" dt="2025-01-21T22:02:55.241" v="36" actId="47"/>
        <pc:sldMkLst>
          <pc:docMk/>
          <pc:sldMk cId="1629191528" sldId="288"/>
        </pc:sldMkLst>
      </pc:sldChg>
      <pc:sldChg chg="add del">
        <pc:chgData name="Bačo, Timotej" userId="152f2ad6-3c97-47cf-bd89-58c5c0a29e21" providerId="ADAL" clId="{AF204D27-6E4B-4BD3-A92F-5061AC1A5BBB}" dt="2025-01-21T22:21:58.786" v="748" actId="47"/>
        <pc:sldMkLst>
          <pc:docMk/>
          <pc:sldMk cId="3223061323" sldId="288"/>
        </pc:sldMkLst>
      </pc:sldChg>
      <pc:sldChg chg="modSp add mod">
        <pc:chgData name="Bačo, Timotej" userId="152f2ad6-3c97-47cf-bd89-58c5c0a29e21" providerId="ADAL" clId="{AF204D27-6E4B-4BD3-A92F-5061AC1A5BBB}" dt="2025-01-21T22:23:47.736" v="790" actId="1076"/>
        <pc:sldMkLst>
          <pc:docMk/>
          <pc:sldMk cId="3709705390" sldId="288"/>
        </pc:sldMkLst>
        <pc:spChg chg="mod">
          <ac:chgData name="Bačo, Timotej" userId="152f2ad6-3c97-47cf-bd89-58c5c0a29e21" providerId="ADAL" clId="{AF204D27-6E4B-4BD3-A92F-5061AC1A5BBB}" dt="2025-01-21T22:23:47.736" v="790" actId="1076"/>
          <ac:spMkLst>
            <pc:docMk/>
            <pc:sldMk cId="3709705390" sldId="288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AF204D27-6E4B-4BD3-A92F-5061AC1A5BBB}" dt="2025-01-21T22:02:55.241" v="36" actId="47"/>
        <pc:sldMkLst>
          <pc:docMk/>
          <pc:sldMk cId="3603357267" sldId="289"/>
        </pc:sldMkLst>
      </pc:sldChg>
      <pc:sldChg chg="modSp add mod ord">
        <pc:chgData name="Bačo, Timotej" userId="152f2ad6-3c97-47cf-bd89-58c5c0a29e21" providerId="ADAL" clId="{AF204D27-6E4B-4BD3-A92F-5061AC1A5BBB}" dt="2025-01-21T22:26:30.716" v="836" actId="207"/>
        <pc:sldMkLst>
          <pc:docMk/>
          <pc:sldMk cId="4186254318" sldId="289"/>
        </pc:sldMkLst>
        <pc:spChg chg="mod">
          <ac:chgData name="Bačo, Timotej" userId="152f2ad6-3c97-47cf-bd89-58c5c0a29e21" providerId="ADAL" clId="{AF204D27-6E4B-4BD3-A92F-5061AC1A5BBB}" dt="2025-01-21T22:25:16.174" v="813" actId="313"/>
          <ac:spMkLst>
            <pc:docMk/>
            <pc:sldMk cId="4186254318" sldId="289"/>
            <ac:spMk id="2" creationId="{78BDABF5-8F51-701C-41A3-648EFE25590F}"/>
          </ac:spMkLst>
        </pc:spChg>
        <pc:spChg chg="mod">
          <ac:chgData name="Bačo, Timotej" userId="152f2ad6-3c97-47cf-bd89-58c5c0a29e21" providerId="ADAL" clId="{AF204D27-6E4B-4BD3-A92F-5061AC1A5BBB}" dt="2025-01-21T22:26:30.716" v="836" actId="207"/>
          <ac:spMkLst>
            <pc:docMk/>
            <pc:sldMk cId="4186254318" sldId="289"/>
            <ac:spMk id="8" creationId="{D4394263-17C4-107C-501F-C19FC6080FA3}"/>
          </ac:spMkLst>
        </pc:spChg>
      </pc:sldChg>
      <pc:sldChg chg="modSp add mod">
        <pc:chgData name="Bačo, Timotej" userId="152f2ad6-3c97-47cf-bd89-58c5c0a29e21" providerId="ADAL" clId="{AF204D27-6E4B-4BD3-A92F-5061AC1A5BBB}" dt="2025-01-22T08:55:07.673" v="1760" actId="20577"/>
        <pc:sldMkLst>
          <pc:docMk/>
          <pc:sldMk cId="3506951589" sldId="290"/>
        </pc:sldMkLst>
        <pc:spChg chg="mod">
          <ac:chgData name="Bačo, Timotej" userId="152f2ad6-3c97-47cf-bd89-58c5c0a29e21" providerId="ADAL" clId="{AF204D27-6E4B-4BD3-A92F-5061AC1A5BBB}" dt="2025-01-21T23:17:00.851" v="840"/>
          <ac:spMkLst>
            <pc:docMk/>
            <pc:sldMk cId="3506951589" sldId="290"/>
            <ac:spMk id="2" creationId="{78BDABF5-8F51-701C-41A3-648EFE25590F}"/>
          </ac:spMkLst>
        </pc:spChg>
        <pc:spChg chg="mod">
          <ac:chgData name="Bačo, Timotej" userId="152f2ad6-3c97-47cf-bd89-58c5c0a29e21" providerId="ADAL" clId="{AF204D27-6E4B-4BD3-A92F-5061AC1A5BBB}" dt="2025-01-22T08:55:07.673" v="1760" actId="20577"/>
          <ac:spMkLst>
            <pc:docMk/>
            <pc:sldMk cId="3506951589" sldId="290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AF204D27-6E4B-4BD3-A92F-5061AC1A5BBB}" dt="2025-01-21T22:02:55.241" v="36" actId="47"/>
        <pc:sldMkLst>
          <pc:docMk/>
          <pc:sldMk cId="3749664259" sldId="290"/>
        </pc:sldMkLst>
      </pc:sldChg>
      <pc:sldChg chg="addSp delSp modSp add mod">
        <pc:chgData name="Bačo, Timotej" userId="152f2ad6-3c97-47cf-bd89-58c5c0a29e21" providerId="ADAL" clId="{AF204D27-6E4B-4BD3-A92F-5061AC1A5BBB}" dt="2025-01-21T23:39:56.652" v="1379" actId="478"/>
        <pc:sldMkLst>
          <pc:docMk/>
          <pc:sldMk cId="172686648" sldId="291"/>
        </pc:sldMkLst>
        <pc:spChg chg="mod">
          <ac:chgData name="Bačo, Timotej" userId="152f2ad6-3c97-47cf-bd89-58c5c0a29e21" providerId="ADAL" clId="{AF204D27-6E4B-4BD3-A92F-5061AC1A5BBB}" dt="2025-01-21T23:20:30.332" v="1090"/>
          <ac:spMkLst>
            <pc:docMk/>
            <pc:sldMk cId="172686648" sldId="291"/>
            <ac:spMk id="2" creationId="{78BDABF5-8F51-701C-41A3-648EFE25590F}"/>
          </ac:spMkLst>
        </pc:spChg>
        <pc:spChg chg="add del mod">
          <ac:chgData name="Bačo, Timotej" userId="152f2ad6-3c97-47cf-bd89-58c5c0a29e21" providerId="ADAL" clId="{AF204D27-6E4B-4BD3-A92F-5061AC1A5BBB}" dt="2025-01-21T23:39:56.652" v="1379" actId="478"/>
          <ac:spMkLst>
            <pc:docMk/>
            <pc:sldMk cId="172686648" sldId="291"/>
            <ac:spMk id="7" creationId="{D5A7DAD2-88BE-6DDB-2759-F3DD18595918}"/>
          </ac:spMkLst>
        </pc:spChg>
        <pc:spChg chg="mod">
          <ac:chgData name="Bačo, Timotej" userId="152f2ad6-3c97-47cf-bd89-58c5c0a29e21" providerId="ADAL" clId="{AF204D27-6E4B-4BD3-A92F-5061AC1A5BBB}" dt="2025-01-21T23:34:27.639" v="1376" actId="207"/>
          <ac:spMkLst>
            <pc:docMk/>
            <pc:sldMk cId="172686648" sldId="291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AF204D27-6E4B-4BD3-A92F-5061AC1A5BBB}" dt="2025-01-21T22:02:55.241" v="36" actId="47"/>
        <pc:sldMkLst>
          <pc:docMk/>
          <pc:sldMk cId="3801761629" sldId="291"/>
        </pc:sldMkLst>
      </pc:sldChg>
      <pc:sldChg chg="modSp add mod">
        <pc:chgData name="Bačo, Timotej" userId="152f2ad6-3c97-47cf-bd89-58c5c0a29e21" providerId="ADAL" clId="{AF204D27-6E4B-4BD3-A92F-5061AC1A5BBB}" dt="2025-01-21T23:44:18.706" v="1405" actId="20577"/>
        <pc:sldMkLst>
          <pc:docMk/>
          <pc:sldMk cId="240414483" sldId="292"/>
        </pc:sldMkLst>
        <pc:spChg chg="mod">
          <ac:chgData name="Bačo, Timotej" userId="152f2ad6-3c97-47cf-bd89-58c5c0a29e21" providerId="ADAL" clId="{AF204D27-6E4B-4BD3-A92F-5061AC1A5BBB}" dt="2025-01-21T23:40:07.672" v="1383"/>
          <ac:spMkLst>
            <pc:docMk/>
            <pc:sldMk cId="240414483" sldId="292"/>
            <ac:spMk id="2" creationId="{78BDABF5-8F51-701C-41A3-648EFE25590F}"/>
          </ac:spMkLst>
        </pc:spChg>
        <pc:spChg chg="mod">
          <ac:chgData name="Bačo, Timotej" userId="152f2ad6-3c97-47cf-bd89-58c5c0a29e21" providerId="ADAL" clId="{AF204D27-6E4B-4BD3-A92F-5061AC1A5BBB}" dt="2025-01-21T23:44:18.706" v="1405" actId="20577"/>
          <ac:spMkLst>
            <pc:docMk/>
            <pc:sldMk cId="240414483" sldId="292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AF204D27-6E4B-4BD3-A92F-5061AC1A5BBB}" dt="2025-01-21T22:02:55.241" v="36" actId="47"/>
        <pc:sldMkLst>
          <pc:docMk/>
          <pc:sldMk cId="3124489853" sldId="292"/>
        </pc:sldMkLst>
      </pc:sldChg>
      <pc:sldChg chg="modSp add mod">
        <pc:chgData name="Bačo, Timotej" userId="152f2ad6-3c97-47cf-bd89-58c5c0a29e21" providerId="ADAL" clId="{AF204D27-6E4B-4BD3-A92F-5061AC1A5BBB}" dt="2025-01-21T23:53:57.202" v="1435" actId="207"/>
        <pc:sldMkLst>
          <pc:docMk/>
          <pc:sldMk cId="761063501" sldId="293"/>
        </pc:sldMkLst>
        <pc:spChg chg="mod">
          <ac:chgData name="Bačo, Timotej" userId="152f2ad6-3c97-47cf-bd89-58c5c0a29e21" providerId="ADAL" clId="{AF204D27-6E4B-4BD3-A92F-5061AC1A5BBB}" dt="2025-01-21T23:51:49.319" v="1409"/>
          <ac:spMkLst>
            <pc:docMk/>
            <pc:sldMk cId="761063501" sldId="293"/>
            <ac:spMk id="2" creationId="{78BDABF5-8F51-701C-41A3-648EFE25590F}"/>
          </ac:spMkLst>
        </pc:spChg>
        <pc:spChg chg="mod">
          <ac:chgData name="Bačo, Timotej" userId="152f2ad6-3c97-47cf-bd89-58c5c0a29e21" providerId="ADAL" clId="{AF204D27-6E4B-4BD3-A92F-5061AC1A5BBB}" dt="2025-01-21T23:53:57.202" v="1435" actId="207"/>
          <ac:spMkLst>
            <pc:docMk/>
            <pc:sldMk cId="761063501" sldId="293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AF204D27-6E4B-4BD3-A92F-5061AC1A5BBB}" dt="2025-01-21T22:02:55.241" v="36" actId="47"/>
        <pc:sldMkLst>
          <pc:docMk/>
          <pc:sldMk cId="2344383918" sldId="293"/>
        </pc:sldMkLst>
      </pc:sldChg>
      <pc:sldChg chg="modSp add mod">
        <pc:chgData name="Bačo, Timotej" userId="152f2ad6-3c97-47cf-bd89-58c5c0a29e21" providerId="ADAL" clId="{AF204D27-6E4B-4BD3-A92F-5061AC1A5BBB}" dt="2025-01-21T23:58:19.876" v="1472" actId="1076"/>
        <pc:sldMkLst>
          <pc:docMk/>
          <pc:sldMk cId="909615137" sldId="294"/>
        </pc:sldMkLst>
        <pc:spChg chg="mod">
          <ac:chgData name="Bačo, Timotej" userId="152f2ad6-3c97-47cf-bd89-58c5c0a29e21" providerId="ADAL" clId="{AF204D27-6E4B-4BD3-A92F-5061AC1A5BBB}" dt="2025-01-21T23:55:00.768" v="1439"/>
          <ac:spMkLst>
            <pc:docMk/>
            <pc:sldMk cId="909615137" sldId="294"/>
            <ac:spMk id="2" creationId="{78BDABF5-8F51-701C-41A3-648EFE25590F}"/>
          </ac:spMkLst>
        </pc:spChg>
        <pc:spChg chg="mod">
          <ac:chgData name="Bačo, Timotej" userId="152f2ad6-3c97-47cf-bd89-58c5c0a29e21" providerId="ADAL" clId="{AF204D27-6E4B-4BD3-A92F-5061AC1A5BBB}" dt="2025-01-21T23:58:19.876" v="1472" actId="1076"/>
          <ac:spMkLst>
            <pc:docMk/>
            <pc:sldMk cId="909615137" sldId="294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AF204D27-6E4B-4BD3-A92F-5061AC1A5BBB}" dt="2025-01-21T22:02:55.241" v="36" actId="47"/>
        <pc:sldMkLst>
          <pc:docMk/>
          <pc:sldMk cId="1622711489" sldId="294"/>
        </pc:sldMkLst>
      </pc:sldChg>
      <pc:sldChg chg="modSp add mod">
        <pc:chgData name="Bačo, Timotej" userId="152f2ad6-3c97-47cf-bd89-58c5c0a29e21" providerId="ADAL" clId="{AF204D27-6E4B-4BD3-A92F-5061AC1A5BBB}" dt="2025-01-22T00:00:24.445" v="1490" actId="1076"/>
        <pc:sldMkLst>
          <pc:docMk/>
          <pc:sldMk cId="2126660983" sldId="295"/>
        </pc:sldMkLst>
        <pc:spChg chg="mod">
          <ac:chgData name="Bačo, Timotej" userId="152f2ad6-3c97-47cf-bd89-58c5c0a29e21" providerId="ADAL" clId="{AF204D27-6E4B-4BD3-A92F-5061AC1A5BBB}" dt="2025-01-21T23:58:34.212" v="1476"/>
          <ac:spMkLst>
            <pc:docMk/>
            <pc:sldMk cId="2126660983" sldId="295"/>
            <ac:spMk id="2" creationId="{78BDABF5-8F51-701C-41A3-648EFE25590F}"/>
          </ac:spMkLst>
        </pc:spChg>
        <pc:spChg chg="mod">
          <ac:chgData name="Bačo, Timotej" userId="152f2ad6-3c97-47cf-bd89-58c5c0a29e21" providerId="ADAL" clId="{AF204D27-6E4B-4BD3-A92F-5061AC1A5BBB}" dt="2025-01-22T00:00:24.445" v="1490" actId="1076"/>
          <ac:spMkLst>
            <pc:docMk/>
            <pc:sldMk cId="2126660983" sldId="295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AF204D27-6E4B-4BD3-A92F-5061AC1A5BBB}" dt="2025-01-21T22:02:55.241" v="36" actId="47"/>
        <pc:sldMkLst>
          <pc:docMk/>
          <pc:sldMk cId="3503197433" sldId="295"/>
        </pc:sldMkLst>
      </pc:sldChg>
      <pc:sldChg chg="del">
        <pc:chgData name="Bačo, Timotej" userId="152f2ad6-3c97-47cf-bd89-58c5c0a29e21" providerId="ADAL" clId="{AF204D27-6E4B-4BD3-A92F-5061AC1A5BBB}" dt="2025-01-21T22:02:55.241" v="36" actId="47"/>
        <pc:sldMkLst>
          <pc:docMk/>
          <pc:sldMk cId="335568109" sldId="296"/>
        </pc:sldMkLst>
      </pc:sldChg>
      <pc:sldChg chg="addSp delSp modSp add mod">
        <pc:chgData name="Bačo, Timotej" userId="152f2ad6-3c97-47cf-bd89-58c5c0a29e21" providerId="ADAL" clId="{AF204D27-6E4B-4BD3-A92F-5061AC1A5BBB}" dt="2025-01-22T00:04:27.200" v="1524" actId="22"/>
        <pc:sldMkLst>
          <pc:docMk/>
          <pc:sldMk cId="1693316144" sldId="296"/>
        </pc:sldMkLst>
        <pc:spChg chg="mod">
          <ac:chgData name="Bačo, Timotej" userId="152f2ad6-3c97-47cf-bd89-58c5c0a29e21" providerId="ADAL" clId="{AF204D27-6E4B-4BD3-A92F-5061AC1A5BBB}" dt="2025-01-22T00:00:43.660" v="1496"/>
          <ac:spMkLst>
            <pc:docMk/>
            <pc:sldMk cId="1693316144" sldId="296"/>
            <ac:spMk id="2" creationId="{78BDABF5-8F51-701C-41A3-648EFE25590F}"/>
          </ac:spMkLst>
        </pc:spChg>
        <pc:spChg chg="add del">
          <ac:chgData name="Bačo, Timotej" userId="152f2ad6-3c97-47cf-bd89-58c5c0a29e21" providerId="ADAL" clId="{AF204D27-6E4B-4BD3-A92F-5061AC1A5BBB}" dt="2025-01-22T00:04:27.200" v="1524" actId="22"/>
          <ac:spMkLst>
            <pc:docMk/>
            <pc:sldMk cId="1693316144" sldId="296"/>
            <ac:spMk id="7" creationId="{37D2ADCA-DFE1-9581-C254-78380FFD4406}"/>
          </ac:spMkLst>
        </pc:spChg>
        <pc:spChg chg="mod">
          <ac:chgData name="Bačo, Timotej" userId="152f2ad6-3c97-47cf-bd89-58c5c0a29e21" providerId="ADAL" clId="{AF204D27-6E4B-4BD3-A92F-5061AC1A5BBB}" dt="2025-01-22T00:02:55.148" v="1522" actId="1076"/>
          <ac:spMkLst>
            <pc:docMk/>
            <pc:sldMk cId="1693316144" sldId="296"/>
            <ac:spMk id="8" creationId="{D4394263-17C4-107C-501F-C19FC6080FA3}"/>
          </ac:spMkLst>
        </pc:spChg>
      </pc:sldChg>
      <pc:sldChg chg="addSp delSp modSp add mod">
        <pc:chgData name="Bačo, Timotej" userId="152f2ad6-3c97-47cf-bd89-58c5c0a29e21" providerId="ADAL" clId="{AF204D27-6E4B-4BD3-A92F-5061AC1A5BBB}" dt="2025-01-22T00:15:34.317" v="1538" actId="478"/>
        <pc:sldMkLst>
          <pc:docMk/>
          <pc:sldMk cId="3333442964" sldId="297"/>
        </pc:sldMkLst>
        <pc:spChg chg="mod">
          <ac:chgData name="Bačo, Timotej" userId="152f2ad6-3c97-47cf-bd89-58c5c0a29e21" providerId="ADAL" clId="{AF204D27-6E4B-4BD3-A92F-5061AC1A5BBB}" dt="2025-01-22T00:05:42.072" v="1531" actId="1076"/>
          <ac:spMkLst>
            <pc:docMk/>
            <pc:sldMk cId="3333442964" sldId="297"/>
            <ac:spMk id="2" creationId="{78BDABF5-8F51-701C-41A3-648EFE25590F}"/>
          </ac:spMkLst>
        </pc:spChg>
        <pc:spChg chg="add del mod">
          <ac:chgData name="Bačo, Timotej" userId="152f2ad6-3c97-47cf-bd89-58c5c0a29e21" providerId="ADAL" clId="{AF204D27-6E4B-4BD3-A92F-5061AC1A5BBB}" dt="2025-01-22T00:15:34.317" v="1538" actId="478"/>
          <ac:spMkLst>
            <pc:docMk/>
            <pc:sldMk cId="3333442964" sldId="297"/>
            <ac:spMk id="7" creationId="{17239910-EE58-E189-9122-4C4E91A22304}"/>
          </ac:spMkLst>
        </pc:spChg>
        <pc:spChg chg="del">
          <ac:chgData name="Bačo, Timotej" userId="152f2ad6-3c97-47cf-bd89-58c5c0a29e21" providerId="ADAL" clId="{AF204D27-6E4B-4BD3-A92F-5061AC1A5BBB}" dt="2025-01-22T00:05:34.777" v="1530" actId="478"/>
          <ac:spMkLst>
            <pc:docMk/>
            <pc:sldMk cId="3333442964" sldId="297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AF204D27-6E4B-4BD3-A92F-5061AC1A5BBB}" dt="2025-01-21T22:02:55.241" v="36" actId="47"/>
        <pc:sldMkLst>
          <pc:docMk/>
          <pc:sldMk cId="3990932492" sldId="297"/>
        </pc:sldMkLst>
      </pc:sldChg>
      <pc:sldChg chg="modSp add mod ord">
        <pc:chgData name="Bačo, Timotej" userId="152f2ad6-3c97-47cf-bd89-58c5c0a29e21" providerId="ADAL" clId="{AF204D27-6E4B-4BD3-A92F-5061AC1A5BBB}" dt="2025-01-22T00:23:44.491" v="1659" actId="207"/>
        <pc:sldMkLst>
          <pc:docMk/>
          <pc:sldMk cId="879137185" sldId="298"/>
        </pc:sldMkLst>
        <pc:spChg chg="mod">
          <ac:chgData name="Bačo, Timotej" userId="152f2ad6-3c97-47cf-bd89-58c5c0a29e21" providerId="ADAL" clId="{AF204D27-6E4B-4BD3-A92F-5061AC1A5BBB}" dt="2025-01-22T00:15:57.815" v="1544"/>
          <ac:spMkLst>
            <pc:docMk/>
            <pc:sldMk cId="879137185" sldId="298"/>
            <ac:spMk id="2" creationId="{78BDABF5-8F51-701C-41A3-648EFE25590F}"/>
          </ac:spMkLst>
        </pc:spChg>
        <pc:spChg chg="mod">
          <ac:chgData name="Bačo, Timotej" userId="152f2ad6-3c97-47cf-bd89-58c5c0a29e21" providerId="ADAL" clId="{AF204D27-6E4B-4BD3-A92F-5061AC1A5BBB}" dt="2025-01-22T00:23:44.491" v="1659" actId="207"/>
          <ac:spMkLst>
            <pc:docMk/>
            <pc:sldMk cId="879137185" sldId="298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AF204D27-6E4B-4BD3-A92F-5061AC1A5BBB}" dt="2025-01-21T22:02:55.241" v="36" actId="47"/>
        <pc:sldMkLst>
          <pc:docMk/>
          <pc:sldMk cId="3146673664" sldId="298"/>
        </pc:sldMkLst>
      </pc:sldChg>
      <pc:sldChg chg="del">
        <pc:chgData name="Bačo, Timotej" userId="152f2ad6-3c97-47cf-bd89-58c5c0a29e21" providerId="ADAL" clId="{AF204D27-6E4B-4BD3-A92F-5061AC1A5BBB}" dt="2025-01-21T22:02:55.241" v="36" actId="47"/>
        <pc:sldMkLst>
          <pc:docMk/>
          <pc:sldMk cId="805726419" sldId="299"/>
        </pc:sldMkLst>
      </pc:sldChg>
      <pc:sldChg chg="modSp add mod">
        <pc:chgData name="Bačo, Timotej" userId="152f2ad6-3c97-47cf-bd89-58c5c0a29e21" providerId="ADAL" clId="{AF204D27-6E4B-4BD3-A92F-5061AC1A5BBB}" dt="2025-01-22T00:25:41.765" v="1664" actId="20577"/>
        <pc:sldMkLst>
          <pc:docMk/>
          <pc:sldMk cId="4139713703" sldId="299"/>
        </pc:sldMkLst>
        <pc:spChg chg="mod">
          <ac:chgData name="Bačo, Timotej" userId="152f2ad6-3c97-47cf-bd89-58c5c0a29e21" providerId="ADAL" clId="{AF204D27-6E4B-4BD3-A92F-5061AC1A5BBB}" dt="2025-01-22T00:25:41.765" v="1664" actId="20577"/>
          <ac:spMkLst>
            <pc:docMk/>
            <pc:sldMk cId="4139713703" sldId="299"/>
            <ac:spMk id="8" creationId="{D4394263-17C4-107C-501F-C19FC6080FA3}"/>
          </ac:spMkLst>
        </pc:spChg>
      </pc:sldChg>
      <pc:sldChg chg="modSp add mod">
        <pc:chgData name="Bačo, Timotej" userId="152f2ad6-3c97-47cf-bd89-58c5c0a29e21" providerId="ADAL" clId="{AF204D27-6E4B-4BD3-A92F-5061AC1A5BBB}" dt="2025-01-22T00:30:00.294" v="1693"/>
        <pc:sldMkLst>
          <pc:docMk/>
          <pc:sldMk cId="1661053251" sldId="300"/>
        </pc:sldMkLst>
        <pc:spChg chg="mod">
          <ac:chgData name="Bačo, Timotej" userId="152f2ad6-3c97-47cf-bd89-58c5c0a29e21" providerId="ADAL" clId="{AF204D27-6E4B-4BD3-A92F-5061AC1A5BBB}" dt="2025-01-22T00:27:49.507" v="1668"/>
          <ac:spMkLst>
            <pc:docMk/>
            <pc:sldMk cId="1661053251" sldId="300"/>
            <ac:spMk id="2" creationId="{78BDABF5-8F51-701C-41A3-648EFE25590F}"/>
          </ac:spMkLst>
        </pc:spChg>
        <pc:spChg chg="mod">
          <ac:chgData name="Bačo, Timotej" userId="152f2ad6-3c97-47cf-bd89-58c5c0a29e21" providerId="ADAL" clId="{AF204D27-6E4B-4BD3-A92F-5061AC1A5BBB}" dt="2025-01-22T00:30:00.294" v="1693"/>
          <ac:spMkLst>
            <pc:docMk/>
            <pc:sldMk cId="1661053251" sldId="300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AF204D27-6E4B-4BD3-A92F-5061AC1A5BBB}" dt="2025-01-21T22:02:55.241" v="36" actId="47"/>
        <pc:sldMkLst>
          <pc:docMk/>
          <pc:sldMk cId="3557201136" sldId="300"/>
        </pc:sldMkLst>
      </pc:sldChg>
      <pc:sldChg chg="del">
        <pc:chgData name="Bačo, Timotej" userId="152f2ad6-3c97-47cf-bd89-58c5c0a29e21" providerId="ADAL" clId="{AF204D27-6E4B-4BD3-A92F-5061AC1A5BBB}" dt="2025-01-21T22:02:55.241" v="36" actId="47"/>
        <pc:sldMkLst>
          <pc:docMk/>
          <pc:sldMk cId="491924935" sldId="301"/>
        </pc:sldMkLst>
      </pc:sldChg>
      <pc:sldChg chg="modSp add mod">
        <pc:chgData name="Bačo, Timotej" userId="152f2ad6-3c97-47cf-bd89-58c5c0a29e21" providerId="ADAL" clId="{AF204D27-6E4B-4BD3-A92F-5061AC1A5BBB}" dt="2025-01-22T00:32:28.720" v="1723" actId="1076"/>
        <pc:sldMkLst>
          <pc:docMk/>
          <pc:sldMk cId="1770968998" sldId="301"/>
        </pc:sldMkLst>
        <pc:spChg chg="mod">
          <ac:chgData name="Bačo, Timotej" userId="152f2ad6-3c97-47cf-bd89-58c5c0a29e21" providerId="ADAL" clId="{AF204D27-6E4B-4BD3-A92F-5061AC1A5BBB}" dt="2025-01-22T00:30:41.211" v="1697"/>
          <ac:spMkLst>
            <pc:docMk/>
            <pc:sldMk cId="1770968998" sldId="301"/>
            <ac:spMk id="2" creationId="{78BDABF5-8F51-701C-41A3-648EFE25590F}"/>
          </ac:spMkLst>
        </pc:spChg>
        <pc:spChg chg="mod">
          <ac:chgData name="Bačo, Timotej" userId="152f2ad6-3c97-47cf-bd89-58c5c0a29e21" providerId="ADAL" clId="{AF204D27-6E4B-4BD3-A92F-5061AC1A5BBB}" dt="2025-01-22T00:32:28.720" v="1723" actId="1076"/>
          <ac:spMkLst>
            <pc:docMk/>
            <pc:sldMk cId="1770968998" sldId="301"/>
            <ac:spMk id="8" creationId="{D4394263-17C4-107C-501F-C19FC6080FA3}"/>
          </ac:spMkLst>
        </pc:spChg>
      </pc:sldChg>
      <pc:sldChg chg="modSp add mod">
        <pc:chgData name="Bačo, Timotej" userId="152f2ad6-3c97-47cf-bd89-58c5c0a29e21" providerId="ADAL" clId="{AF204D27-6E4B-4BD3-A92F-5061AC1A5BBB}" dt="2025-01-22T00:35:24.655" v="1757" actId="113"/>
        <pc:sldMkLst>
          <pc:docMk/>
          <pc:sldMk cId="676088023" sldId="302"/>
        </pc:sldMkLst>
        <pc:spChg chg="mod">
          <ac:chgData name="Bačo, Timotej" userId="152f2ad6-3c97-47cf-bd89-58c5c0a29e21" providerId="ADAL" clId="{AF204D27-6E4B-4BD3-A92F-5061AC1A5BBB}" dt="2025-01-22T00:33:24.559" v="1738" actId="1076"/>
          <ac:spMkLst>
            <pc:docMk/>
            <pc:sldMk cId="676088023" sldId="302"/>
            <ac:spMk id="2" creationId="{78BDABF5-8F51-701C-41A3-648EFE25590F}"/>
          </ac:spMkLst>
        </pc:spChg>
        <pc:spChg chg="mod">
          <ac:chgData name="Bačo, Timotej" userId="152f2ad6-3c97-47cf-bd89-58c5c0a29e21" providerId="ADAL" clId="{AF204D27-6E4B-4BD3-A92F-5061AC1A5BBB}" dt="2025-01-22T00:35:24.655" v="1757" actId="113"/>
          <ac:spMkLst>
            <pc:docMk/>
            <pc:sldMk cId="676088023" sldId="302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AF204D27-6E4B-4BD3-A92F-5061AC1A5BBB}" dt="2025-01-21T22:02:55.241" v="36" actId="47"/>
        <pc:sldMkLst>
          <pc:docMk/>
          <pc:sldMk cId="3801146477" sldId="302"/>
        </pc:sldMkLst>
      </pc:sldChg>
      <pc:sldChg chg="del">
        <pc:chgData name="Bačo, Timotej" userId="152f2ad6-3c97-47cf-bd89-58c5c0a29e21" providerId="ADAL" clId="{AF204D27-6E4B-4BD3-A92F-5061AC1A5BBB}" dt="2025-01-21T22:02:55.241" v="36" actId="47"/>
        <pc:sldMkLst>
          <pc:docMk/>
          <pc:sldMk cId="4244549082" sldId="303"/>
        </pc:sldMkLst>
      </pc:sldChg>
      <pc:sldChg chg="del">
        <pc:chgData name="Bačo, Timotej" userId="152f2ad6-3c97-47cf-bd89-58c5c0a29e21" providerId="ADAL" clId="{AF204D27-6E4B-4BD3-A92F-5061AC1A5BBB}" dt="2025-01-21T22:02:55.241" v="36" actId="47"/>
        <pc:sldMkLst>
          <pc:docMk/>
          <pc:sldMk cId="2901782189" sldId="304"/>
        </pc:sldMkLst>
      </pc:sldChg>
      <pc:sldChg chg="del">
        <pc:chgData name="Bačo, Timotej" userId="152f2ad6-3c97-47cf-bd89-58c5c0a29e21" providerId="ADAL" clId="{AF204D27-6E4B-4BD3-A92F-5061AC1A5BBB}" dt="2025-01-21T22:02:55.241" v="36" actId="47"/>
        <pc:sldMkLst>
          <pc:docMk/>
          <pc:sldMk cId="1692516186" sldId="305"/>
        </pc:sldMkLst>
      </pc:sldChg>
    </pc:docChg>
  </pc:docChgLst>
  <pc:docChgLst>
    <pc:chgData name="Bačo, Timotej" userId="152f2ad6-3c97-47cf-bd89-58c5c0a29e21" providerId="ADAL" clId="{EFF1158D-6C3C-4336-AB41-187B6A873B81}"/>
    <pc:docChg chg="undo redo custSel addSld delSld modSld">
      <pc:chgData name="Bačo, Timotej" userId="152f2ad6-3c97-47cf-bd89-58c5c0a29e21" providerId="ADAL" clId="{EFF1158D-6C3C-4336-AB41-187B6A873B81}" dt="2025-02-25T21:00:29.381" v="607" actId="1076"/>
      <pc:docMkLst>
        <pc:docMk/>
      </pc:docMkLst>
      <pc:sldChg chg="modSp mod">
        <pc:chgData name="Bačo, Timotej" userId="152f2ad6-3c97-47cf-bd89-58c5c0a29e21" providerId="ADAL" clId="{EFF1158D-6C3C-4336-AB41-187B6A873B81}" dt="2025-02-25T21:00:29.381" v="607" actId="1076"/>
        <pc:sldMkLst>
          <pc:docMk/>
          <pc:sldMk cId="735358950" sldId="257"/>
        </pc:sldMkLst>
        <pc:spChg chg="mod">
          <ac:chgData name="Bačo, Timotej" userId="152f2ad6-3c97-47cf-bd89-58c5c0a29e21" providerId="ADAL" clId="{EFF1158D-6C3C-4336-AB41-187B6A873B81}" dt="2025-02-11T21:28:26.293" v="32" actId="20577"/>
          <ac:spMkLst>
            <pc:docMk/>
            <pc:sldMk cId="735358950" sldId="257"/>
            <ac:spMk id="2" creationId="{C33FF8F9-4436-ED9C-E30E-680373C64496}"/>
          </ac:spMkLst>
        </pc:spChg>
        <pc:picChg chg="mod">
          <ac:chgData name="Bačo, Timotej" userId="152f2ad6-3c97-47cf-bd89-58c5c0a29e21" providerId="ADAL" clId="{EFF1158D-6C3C-4336-AB41-187B6A873B81}" dt="2025-02-25T21:00:29.381" v="607" actId="1076"/>
          <ac:picMkLst>
            <pc:docMk/>
            <pc:sldMk cId="735358950" sldId="257"/>
            <ac:picMk id="21" creationId="{F976BE20-777C-CED1-C957-CA4D62C6012A}"/>
          </ac:picMkLst>
        </pc:picChg>
      </pc:sldChg>
      <pc:sldChg chg="addSp delSp modSp mod">
        <pc:chgData name="Bačo, Timotej" userId="152f2ad6-3c97-47cf-bd89-58c5c0a29e21" providerId="ADAL" clId="{EFF1158D-6C3C-4336-AB41-187B6A873B81}" dt="2025-02-11T21:43:03.184" v="80" actId="1076"/>
        <pc:sldMkLst>
          <pc:docMk/>
          <pc:sldMk cId="753961250" sldId="285"/>
        </pc:sldMkLst>
        <pc:spChg chg="mod">
          <ac:chgData name="Bačo, Timotej" userId="152f2ad6-3c97-47cf-bd89-58c5c0a29e21" providerId="ADAL" clId="{EFF1158D-6C3C-4336-AB41-187B6A873B81}" dt="2025-02-11T21:35:26.527" v="43" actId="14100"/>
          <ac:spMkLst>
            <pc:docMk/>
            <pc:sldMk cId="753961250" sldId="285"/>
            <ac:spMk id="2" creationId="{78BDABF5-8F51-701C-41A3-648EFE25590F}"/>
          </ac:spMkLst>
        </pc:spChg>
        <pc:spChg chg="add">
          <ac:chgData name="Bačo, Timotej" userId="152f2ad6-3c97-47cf-bd89-58c5c0a29e21" providerId="ADAL" clId="{EFF1158D-6C3C-4336-AB41-187B6A873B81}" dt="2025-02-11T21:40:24.543" v="47"/>
          <ac:spMkLst>
            <pc:docMk/>
            <pc:sldMk cId="753961250" sldId="285"/>
            <ac:spMk id="3" creationId="{1E3BFA50-E628-4D41-2842-1C15BEA02038}"/>
          </ac:spMkLst>
        </pc:spChg>
        <pc:spChg chg="add mod">
          <ac:chgData name="Bačo, Timotej" userId="152f2ad6-3c97-47cf-bd89-58c5c0a29e21" providerId="ADAL" clId="{EFF1158D-6C3C-4336-AB41-187B6A873B81}" dt="2025-02-11T21:40:30.096" v="49"/>
          <ac:spMkLst>
            <pc:docMk/>
            <pc:sldMk cId="753961250" sldId="285"/>
            <ac:spMk id="7" creationId="{3964A497-3DB5-A62C-AF9D-4568426229D1}"/>
          </ac:spMkLst>
        </pc:spChg>
        <pc:spChg chg="mod">
          <ac:chgData name="Bačo, Timotej" userId="152f2ad6-3c97-47cf-bd89-58c5c0a29e21" providerId="ADAL" clId="{EFF1158D-6C3C-4336-AB41-187B6A873B81}" dt="2025-02-11T21:43:03.184" v="80" actId="1076"/>
          <ac:spMkLst>
            <pc:docMk/>
            <pc:sldMk cId="753961250" sldId="285"/>
            <ac:spMk id="8" creationId="{D4394263-17C4-107C-501F-C19FC6080FA3}"/>
          </ac:spMkLst>
        </pc:spChg>
        <pc:spChg chg="add del mod">
          <ac:chgData name="Bačo, Timotej" userId="152f2ad6-3c97-47cf-bd89-58c5c0a29e21" providerId="ADAL" clId="{EFF1158D-6C3C-4336-AB41-187B6A873B81}" dt="2025-02-11T21:41:09.905" v="60"/>
          <ac:spMkLst>
            <pc:docMk/>
            <pc:sldMk cId="753961250" sldId="285"/>
            <ac:spMk id="9" creationId="{FB9FC9E7-AF8C-9B5E-04C3-0711D648905C}"/>
          </ac:spMkLst>
        </pc:spChg>
      </pc:sldChg>
      <pc:sldChg chg="del">
        <pc:chgData name="Bačo, Timotej" userId="152f2ad6-3c97-47cf-bd89-58c5c0a29e21" providerId="ADAL" clId="{EFF1158D-6C3C-4336-AB41-187B6A873B81}" dt="2025-02-11T21:29:20.165" v="33" actId="47"/>
        <pc:sldMkLst>
          <pc:docMk/>
          <pc:sldMk cId="699511224" sldId="286"/>
        </pc:sldMkLst>
      </pc:sldChg>
      <pc:sldChg chg="modSp add mod">
        <pc:chgData name="Bačo, Timotej" userId="152f2ad6-3c97-47cf-bd89-58c5c0a29e21" providerId="ADAL" clId="{EFF1158D-6C3C-4336-AB41-187B6A873B81}" dt="2025-02-11T21:54:27.419" v="268" actId="207"/>
        <pc:sldMkLst>
          <pc:docMk/>
          <pc:sldMk cId="3004025091" sldId="286"/>
        </pc:sldMkLst>
        <pc:spChg chg="mod">
          <ac:chgData name="Bačo, Timotej" userId="152f2ad6-3c97-47cf-bd89-58c5c0a29e21" providerId="ADAL" clId="{EFF1158D-6C3C-4336-AB41-187B6A873B81}" dt="2025-02-11T21:43:32.120" v="110" actId="20577"/>
          <ac:spMkLst>
            <pc:docMk/>
            <pc:sldMk cId="3004025091" sldId="286"/>
            <ac:spMk id="2" creationId="{78BDABF5-8F51-701C-41A3-648EFE25590F}"/>
          </ac:spMkLst>
        </pc:spChg>
        <pc:spChg chg="mod">
          <ac:chgData name="Bačo, Timotej" userId="152f2ad6-3c97-47cf-bd89-58c5c0a29e21" providerId="ADAL" clId="{EFF1158D-6C3C-4336-AB41-187B6A873B81}" dt="2025-02-11T21:54:27.419" v="268" actId="207"/>
          <ac:spMkLst>
            <pc:docMk/>
            <pc:sldMk cId="3004025091" sldId="286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EFF1158D-6C3C-4336-AB41-187B6A873B81}" dt="2025-02-11T21:29:20.165" v="33" actId="47"/>
        <pc:sldMkLst>
          <pc:docMk/>
          <pc:sldMk cId="2710427614" sldId="287"/>
        </pc:sldMkLst>
      </pc:sldChg>
      <pc:sldChg chg="modSp add mod">
        <pc:chgData name="Bačo, Timotej" userId="152f2ad6-3c97-47cf-bd89-58c5c0a29e21" providerId="ADAL" clId="{EFF1158D-6C3C-4336-AB41-187B6A873B81}" dt="2025-02-11T22:03:30.546" v="343" actId="1076"/>
        <pc:sldMkLst>
          <pc:docMk/>
          <pc:sldMk cId="3575422035" sldId="287"/>
        </pc:sldMkLst>
        <pc:spChg chg="mod">
          <ac:chgData name="Bačo, Timotej" userId="152f2ad6-3c97-47cf-bd89-58c5c0a29e21" providerId="ADAL" clId="{EFF1158D-6C3C-4336-AB41-187B6A873B81}" dt="2025-02-11T21:56:11.541" v="276" actId="1076"/>
          <ac:spMkLst>
            <pc:docMk/>
            <pc:sldMk cId="3575422035" sldId="287"/>
            <ac:spMk id="2" creationId="{78BDABF5-8F51-701C-41A3-648EFE25590F}"/>
          </ac:spMkLst>
        </pc:spChg>
        <pc:spChg chg="mod">
          <ac:chgData name="Bačo, Timotej" userId="152f2ad6-3c97-47cf-bd89-58c5c0a29e21" providerId="ADAL" clId="{EFF1158D-6C3C-4336-AB41-187B6A873B81}" dt="2025-02-11T22:03:30.546" v="343" actId="1076"/>
          <ac:spMkLst>
            <pc:docMk/>
            <pc:sldMk cId="3575422035" sldId="287"/>
            <ac:spMk id="8" creationId="{D4394263-17C4-107C-501F-C19FC6080FA3}"/>
          </ac:spMkLst>
        </pc:spChg>
      </pc:sldChg>
      <pc:sldChg chg="modSp add mod">
        <pc:chgData name="Bačo, Timotej" userId="152f2ad6-3c97-47cf-bd89-58c5c0a29e21" providerId="ADAL" clId="{EFF1158D-6C3C-4336-AB41-187B6A873B81}" dt="2025-02-12T08:48:21.932" v="606" actId="1076"/>
        <pc:sldMkLst>
          <pc:docMk/>
          <pc:sldMk cId="1480506232" sldId="288"/>
        </pc:sldMkLst>
        <pc:spChg chg="mod">
          <ac:chgData name="Bačo, Timotej" userId="152f2ad6-3c97-47cf-bd89-58c5c0a29e21" providerId="ADAL" clId="{EFF1158D-6C3C-4336-AB41-187B6A873B81}" dt="2025-02-12T08:48:21.932" v="606" actId="1076"/>
          <ac:spMkLst>
            <pc:docMk/>
            <pc:sldMk cId="1480506232" sldId="288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EFF1158D-6C3C-4336-AB41-187B6A873B81}" dt="2025-02-11T21:29:20.165" v="33" actId="47"/>
        <pc:sldMkLst>
          <pc:docMk/>
          <pc:sldMk cId="3709705390" sldId="288"/>
        </pc:sldMkLst>
      </pc:sldChg>
      <pc:sldChg chg="modSp add mod">
        <pc:chgData name="Bačo, Timotej" userId="152f2ad6-3c97-47cf-bd89-58c5c0a29e21" providerId="ADAL" clId="{EFF1158D-6C3C-4336-AB41-187B6A873B81}" dt="2025-02-11T22:26:59.493" v="599" actId="20577"/>
        <pc:sldMkLst>
          <pc:docMk/>
          <pc:sldMk cId="2289190497" sldId="289"/>
        </pc:sldMkLst>
        <pc:spChg chg="mod">
          <ac:chgData name="Bačo, Timotej" userId="152f2ad6-3c97-47cf-bd89-58c5c0a29e21" providerId="ADAL" clId="{EFF1158D-6C3C-4336-AB41-187B6A873B81}" dt="2025-02-11T22:12:53.297" v="351" actId="20577"/>
          <ac:spMkLst>
            <pc:docMk/>
            <pc:sldMk cId="2289190497" sldId="289"/>
            <ac:spMk id="2" creationId="{78BDABF5-8F51-701C-41A3-648EFE25590F}"/>
          </ac:spMkLst>
        </pc:spChg>
        <pc:spChg chg="mod">
          <ac:chgData name="Bačo, Timotej" userId="152f2ad6-3c97-47cf-bd89-58c5c0a29e21" providerId="ADAL" clId="{EFF1158D-6C3C-4336-AB41-187B6A873B81}" dt="2025-02-11T22:26:59.493" v="599" actId="20577"/>
          <ac:spMkLst>
            <pc:docMk/>
            <pc:sldMk cId="2289190497" sldId="289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EFF1158D-6C3C-4336-AB41-187B6A873B81}" dt="2025-02-11T21:29:20.165" v="33" actId="47"/>
        <pc:sldMkLst>
          <pc:docMk/>
          <pc:sldMk cId="4186254318" sldId="289"/>
        </pc:sldMkLst>
      </pc:sldChg>
      <pc:sldChg chg="modSp add mod">
        <pc:chgData name="Bačo, Timotej" userId="152f2ad6-3c97-47cf-bd89-58c5c0a29e21" providerId="ADAL" clId="{EFF1158D-6C3C-4336-AB41-187B6A873B81}" dt="2025-02-11T22:27:27.611" v="604" actId="14100"/>
        <pc:sldMkLst>
          <pc:docMk/>
          <pc:sldMk cId="2644422337" sldId="290"/>
        </pc:sldMkLst>
        <pc:spChg chg="mod">
          <ac:chgData name="Bačo, Timotej" userId="152f2ad6-3c97-47cf-bd89-58c5c0a29e21" providerId="ADAL" clId="{EFF1158D-6C3C-4336-AB41-187B6A873B81}" dt="2025-02-11T22:25:57.056" v="590"/>
          <ac:spMkLst>
            <pc:docMk/>
            <pc:sldMk cId="2644422337" sldId="290"/>
            <ac:spMk id="2" creationId="{78BDABF5-8F51-701C-41A3-648EFE25590F}"/>
          </ac:spMkLst>
        </pc:spChg>
        <pc:spChg chg="mod">
          <ac:chgData name="Bačo, Timotej" userId="152f2ad6-3c97-47cf-bd89-58c5c0a29e21" providerId="ADAL" clId="{EFF1158D-6C3C-4336-AB41-187B6A873B81}" dt="2025-02-11T22:27:27.611" v="604" actId="14100"/>
          <ac:spMkLst>
            <pc:docMk/>
            <pc:sldMk cId="2644422337" sldId="290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EFF1158D-6C3C-4336-AB41-187B6A873B81}" dt="2025-02-11T21:29:20.165" v="33" actId="47"/>
        <pc:sldMkLst>
          <pc:docMk/>
          <pc:sldMk cId="3506951589" sldId="290"/>
        </pc:sldMkLst>
      </pc:sldChg>
      <pc:sldChg chg="del">
        <pc:chgData name="Bačo, Timotej" userId="152f2ad6-3c97-47cf-bd89-58c5c0a29e21" providerId="ADAL" clId="{EFF1158D-6C3C-4336-AB41-187B6A873B81}" dt="2025-02-11T21:29:20.165" v="33" actId="47"/>
        <pc:sldMkLst>
          <pc:docMk/>
          <pc:sldMk cId="172686648" sldId="291"/>
        </pc:sldMkLst>
      </pc:sldChg>
      <pc:sldChg chg="del">
        <pc:chgData name="Bačo, Timotej" userId="152f2ad6-3c97-47cf-bd89-58c5c0a29e21" providerId="ADAL" clId="{EFF1158D-6C3C-4336-AB41-187B6A873B81}" dt="2025-02-11T21:29:20.165" v="33" actId="47"/>
        <pc:sldMkLst>
          <pc:docMk/>
          <pc:sldMk cId="240414483" sldId="292"/>
        </pc:sldMkLst>
      </pc:sldChg>
      <pc:sldChg chg="del">
        <pc:chgData name="Bačo, Timotej" userId="152f2ad6-3c97-47cf-bd89-58c5c0a29e21" providerId="ADAL" clId="{EFF1158D-6C3C-4336-AB41-187B6A873B81}" dt="2025-02-11T21:29:20.165" v="33" actId="47"/>
        <pc:sldMkLst>
          <pc:docMk/>
          <pc:sldMk cId="761063501" sldId="293"/>
        </pc:sldMkLst>
      </pc:sldChg>
      <pc:sldChg chg="del">
        <pc:chgData name="Bačo, Timotej" userId="152f2ad6-3c97-47cf-bd89-58c5c0a29e21" providerId="ADAL" clId="{EFF1158D-6C3C-4336-AB41-187B6A873B81}" dt="2025-02-11T21:29:20.165" v="33" actId="47"/>
        <pc:sldMkLst>
          <pc:docMk/>
          <pc:sldMk cId="909615137" sldId="294"/>
        </pc:sldMkLst>
      </pc:sldChg>
      <pc:sldChg chg="del">
        <pc:chgData name="Bačo, Timotej" userId="152f2ad6-3c97-47cf-bd89-58c5c0a29e21" providerId="ADAL" clId="{EFF1158D-6C3C-4336-AB41-187B6A873B81}" dt="2025-02-11T21:29:20.165" v="33" actId="47"/>
        <pc:sldMkLst>
          <pc:docMk/>
          <pc:sldMk cId="2126660983" sldId="295"/>
        </pc:sldMkLst>
      </pc:sldChg>
      <pc:sldChg chg="del">
        <pc:chgData name="Bačo, Timotej" userId="152f2ad6-3c97-47cf-bd89-58c5c0a29e21" providerId="ADAL" clId="{EFF1158D-6C3C-4336-AB41-187B6A873B81}" dt="2025-02-11T21:29:20.165" v="33" actId="47"/>
        <pc:sldMkLst>
          <pc:docMk/>
          <pc:sldMk cId="1693316144" sldId="296"/>
        </pc:sldMkLst>
      </pc:sldChg>
      <pc:sldChg chg="del">
        <pc:chgData name="Bačo, Timotej" userId="152f2ad6-3c97-47cf-bd89-58c5c0a29e21" providerId="ADAL" clId="{EFF1158D-6C3C-4336-AB41-187B6A873B81}" dt="2025-02-11T21:29:20.165" v="33" actId="47"/>
        <pc:sldMkLst>
          <pc:docMk/>
          <pc:sldMk cId="3333442964" sldId="297"/>
        </pc:sldMkLst>
      </pc:sldChg>
      <pc:sldChg chg="del">
        <pc:chgData name="Bačo, Timotej" userId="152f2ad6-3c97-47cf-bd89-58c5c0a29e21" providerId="ADAL" clId="{EFF1158D-6C3C-4336-AB41-187B6A873B81}" dt="2025-02-11T21:29:20.165" v="33" actId="47"/>
        <pc:sldMkLst>
          <pc:docMk/>
          <pc:sldMk cId="879137185" sldId="298"/>
        </pc:sldMkLst>
      </pc:sldChg>
      <pc:sldChg chg="del">
        <pc:chgData name="Bačo, Timotej" userId="152f2ad6-3c97-47cf-bd89-58c5c0a29e21" providerId="ADAL" clId="{EFF1158D-6C3C-4336-AB41-187B6A873B81}" dt="2025-02-11T21:29:20.165" v="33" actId="47"/>
        <pc:sldMkLst>
          <pc:docMk/>
          <pc:sldMk cId="4139713703" sldId="299"/>
        </pc:sldMkLst>
      </pc:sldChg>
      <pc:sldChg chg="del">
        <pc:chgData name="Bačo, Timotej" userId="152f2ad6-3c97-47cf-bd89-58c5c0a29e21" providerId="ADAL" clId="{EFF1158D-6C3C-4336-AB41-187B6A873B81}" dt="2025-02-11T21:29:20.165" v="33" actId="47"/>
        <pc:sldMkLst>
          <pc:docMk/>
          <pc:sldMk cId="1661053251" sldId="300"/>
        </pc:sldMkLst>
      </pc:sldChg>
      <pc:sldChg chg="del">
        <pc:chgData name="Bačo, Timotej" userId="152f2ad6-3c97-47cf-bd89-58c5c0a29e21" providerId="ADAL" clId="{EFF1158D-6C3C-4336-AB41-187B6A873B81}" dt="2025-02-11T21:29:20.165" v="33" actId="47"/>
        <pc:sldMkLst>
          <pc:docMk/>
          <pc:sldMk cId="1770968998" sldId="301"/>
        </pc:sldMkLst>
      </pc:sldChg>
      <pc:sldChg chg="del">
        <pc:chgData name="Bačo, Timotej" userId="152f2ad6-3c97-47cf-bd89-58c5c0a29e21" providerId="ADAL" clId="{EFF1158D-6C3C-4336-AB41-187B6A873B81}" dt="2025-02-11T21:29:20.165" v="33" actId="47"/>
        <pc:sldMkLst>
          <pc:docMk/>
          <pc:sldMk cId="676088023" sldId="302"/>
        </pc:sldMkLst>
      </pc:sldChg>
    </pc:docChg>
  </pc:docChgLst>
  <pc:docChgLst>
    <pc:chgData name="Bačo, Timotej" userId="152f2ad6-3c97-47cf-bd89-58c5c0a29e21" providerId="ADAL" clId="{D1BC07C6-688C-4445-AF26-867B567E0C68}"/>
    <pc:docChg chg="undo redo custSel addSld delSld modSld sldOrd">
      <pc:chgData name="Bačo, Timotej" userId="152f2ad6-3c97-47cf-bd89-58c5c0a29e21" providerId="ADAL" clId="{D1BC07C6-688C-4445-AF26-867B567E0C68}" dt="2024-12-18T00:45:22.486" v="701"/>
      <pc:docMkLst>
        <pc:docMk/>
      </pc:docMkLst>
      <pc:sldChg chg="modSp mod">
        <pc:chgData name="Bačo, Timotej" userId="152f2ad6-3c97-47cf-bd89-58c5c0a29e21" providerId="ADAL" clId="{D1BC07C6-688C-4445-AF26-867B567E0C68}" dt="2024-12-17T22:10:32.549" v="21" actId="1076"/>
        <pc:sldMkLst>
          <pc:docMk/>
          <pc:sldMk cId="735358950" sldId="257"/>
        </pc:sldMkLst>
        <pc:spChg chg="mod">
          <ac:chgData name="Bačo, Timotej" userId="152f2ad6-3c97-47cf-bd89-58c5c0a29e21" providerId="ADAL" clId="{D1BC07C6-688C-4445-AF26-867B567E0C68}" dt="2024-12-17T22:10:32.549" v="21" actId="1076"/>
          <ac:spMkLst>
            <pc:docMk/>
            <pc:sldMk cId="735358950" sldId="257"/>
            <ac:spMk id="2" creationId="{C33FF8F9-4436-ED9C-E30E-680373C64496}"/>
          </ac:spMkLst>
        </pc:spChg>
      </pc:sldChg>
      <pc:sldChg chg="modSp mod">
        <pc:chgData name="Bačo, Timotej" userId="152f2ad6-3c97-47cf-bd89-58c5c0a29e21" providerId="ADAL" clId="{D1BC07C6-688C-4445-AF26-867B567E0C68}" dt="2024-12-17T22:16:43.110" v="72" actId="1076"/>
        <pc:sldMkLst>
          <pc:docMk/>
          <pc:sldMk cId="753961250" sldId="285"/>
        </pc:sldMkLst>
        <pc:spChg chg="mod">
          <ac:chgData name="Bačo, Timotej" userId="152f2ad6-3c97-47cf-bd89-58c5c0a29e21" providerId="ADAL" clId="{D1BC07C6-688C-4445-AF26-867B567E0C68}" dt="2024-12-17T22:11:28.012" v="29" actId="20577"/>
          <ac:spMkLst>
            <pc:docMk/>
            <pc:sldMk cId="753961250" sldId="285"/>
            <ac:spMk id="2" creationId="{78BDABF5-8F51-701C-41A3-648EFE25590F}"/>
          </ac:spMkLst>
        </pc:spChg>
        <pc:spChg chg="mod">
          <ac:chgData name="Bačo, Timotej" userId="152f2ad6-3c97-47cf-bd89-58c5c0a29e21" providerId="ADAL" clId="{D1BC07C6-688C-4445-AF26-867B567E0C68}" dt="2024-12-17T22:16:43.110" v="72" actId="1076"/>
          <ac:spMkLst>
            <pc:docMk/>
            <pc:sldMk cId="753961250" sldId="285"/>
            <ac:spMk id="8" creationId="{D4394263-17C4-107C-501F-C19FC6080FA3}"/>
          </ac:spMkLst>
        </pc:spChg>
      </pc:sldChg>
      <pc:sldChg chg="modSp add mod">
        <pc:chgData name="Bačo, Timotej" userId="152f2ad6-3c97-47cf-bd89-58c5c0a29e21" providerId="ADAL" clId="{D1BC07C6-688C-4445-AF26-867B567E0C68}" dt="2024-12-17T22:19:06.490" v="96" actId="1076"/>
        <pc:sldMkLst>
          <pc:docMk/>
          <pc:sldMk cId="848617595" sldId="286"/>
        </pc:sldMkLst>
        <pc:spChg chg="mod">
          <ac:chgData name="Bačo, Timotej" userId="152f2ad6-3c97-47cf-bd89-58c5c0a29e21" providerId="ADAL" clId="{D1BC07C6-688C-4445-AF26-867B567E0C68}" dt="2024-12-17T22:17:19.235" v="78"/>
          <ac:spMkLst>
            <pc:docMk/>
            <pc:sldMk cId="848617595" sldId="286"/>
            <ac:spMk id="2" creationId="{78BDABF5-8F51-701C-41A3-648EFE25590F}"/>
          </ac:spMkLst>
        </pc:spChg>
        <pc:spChg chg="mod">
          <ac:chgData name="Bačo, Timotej" userId="152f2ad6-3c97-47cf-bd89-58c5c0a29e21" providerId="ADAL" clId="{D1BC07C6-688C-4445-AF26-867B567E0C68}" dt="2024-12-17T22:19:06.490" v="96" actId="1076"/>
          <ac:spMkLst>
            <pc:docMk/>
            <pc:sldMk cId="848617595" sldId="286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D1BC07C6-688C-4445-AF26-867B567E0C68}" dt="2024-12-17T22:11:02.696" v="22" actId="47"/>
        <pc:sldMkLst>
          <pc:docMk/>
          <pc:sldMk cId="3042452015" sldId="286"/>
        </pc:sldMkLst>
      </pc:sldChg>
      <pc:sldChg chg="del">
        <pc:chgData name="Bačo, Timotej" userId="152f2ad6-3c97-47cf-bd89-58c5c0a29e21" providerId="ADAL" clId="{D1BC07C6-688C-4445-AF26-867B567E0C68}" dt="2024-12-17T22:11:02.696" v="22" actId="47"/>
        <pc:sldMkLst>
          <pc:docMk/>
          <pc:sldMk cId="2053780322" sldId="287"/>
        </pc:sldMkLst>
      </pc:sldChg>
      <pc:sldChg chg="modSp add mod">
        <pc:chgData name="Bačo, Timotej" userId="152f2ad6-3c97-47cf-bd89-58c5c0a29e21" providerId="ADAL" clId="{D1BC07C6-688C-4445-AF26-867B567E0C68}" dt="2024-12-17T22:34:35.837" v="125" actId="207"/>
        <pc:sldMkLst>
          <pc:docMk/>
          <pc:sldMk cId="3231958278" sldId="287"/>
        </pc:sldMkLst>
        <pc:spChg chg="mod">
          <ac:chgData name="Bačo, Timotej" userId="152f2ad6-3c97-47cf-bd89-58c5c0a29e21" providerId="ADAL" clId="{D1BC07C6-688C-4445-AF26-867B567E0C68}" dt="2024-12-17T22:30:58.580" v="111" actId="113"/>
          <ac:spMkLst>
            <pc:docMk/>
            <pc:sldMk cId="3231958278" sldId="287"/>
            <ac:spMk id="2" creationId="{78BDABF5-8F51-701C-41A3-648EFE25590F}"/>
          </ac:spMkLst>
        </pc:spChg>
        <pc:spChg chg="mod">
          <ac:chgData name="Bačo, Timotej" userId="152f2ad6-3c97-47cf-bd89-58c5c0a29e21" providerId="ADAL" clId="{D1BC07C6-688C-4445-AF26-867B567E0C68}" dt="2024-12-17T22:34:35.837" v="125" actId="207"/>
          <ac:spMkLst>
            <pc:docMk/>
            <pc:sldMk cId="3231958278" sldId="287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D1BC07C6-688C-4445-AF26-867B567E0C68}" dt="2024-12-17T22:11:02.696" v="22" actId="47"/>
        <pc:sldMkLst>
          <pc:docMk/>
          <pc:sldMk cId="136641168" sldId="288"/>
        </pc:sldMkLst>
      </pc:sldChg>
      <pc:sldChg chg="modSp add mod">
        <pc:chgData name="Bačo, Timotej" userId="152f2ad6-3c97-47cf-bd89-58c5c0a29e21" providerId="ADAL" clId="{D1BC07C6-688C-4445-AF26-867B567E0C68}" dt="2024-12-17T22:37:07.175" v="143" actId="1076"/>
        <pc:sldMkLst>
          <pc:docMk/>
          <pc:sldMk cId="1629191528" sldId="288"/>
        </pc:sldMkLst>
        <pc:spChg chg="mod">
          <ac:chgData name="Bačo, Timotej" userId="152f2ad6-3c97-47cf-bd89-58c5c0a29e21" providerId="ADAL" clId="{D1BC07C6-688C-4445-AF26-867B567E0C68}" dt="2024-12-17T22:36:11.845" v="131"/>
          <ac:spMkLst>
            <pc:docMk/>
            <pc:sldMk cId="1629191528" sldId="288"/>
            <ac:spMk id="2" creationId="{78BDABF5-8F51-701C-41A3-648EFE25590F}"/>
          </ac:spMkLst>
        </pc:spChg>
        <pc:spChg chg="mod">
          <ac:chgData name="Bačo, Timotej" userId="152f2ad6-3c97-47cf-bd89-58c5c0a29e21" providerId="ADAL" clId="{D1BC07C6-688C-4445-AF26-867B567E0C68}" dt="2024-12-17T22:37:07.175" v="143" actId="1076"/>
          <ac:spMkLst>
            <pc:docMk/>
            <pc:sldMk cId="1629191528" sldId="288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D1BC07C6-688C-4445-AF26-867B567E0C68}" dt="2024-12-17T22:11:02.696" v="22" actId="47"/>
        <pc:sldMkLst>
          <pc:docMk/>
          <pc:sldMk cId="2471116345" sldId="289"/>
        </pc:sldMkLst>
      </pc:sldChg>
      <pc:sldChg chg="modSp add mod">
        <pc:chgData name="Bačo, Timotej" userId="152f2ad6-3c97-47cf-bd89-58c5c0a29e21" providerId="ADAL" clId="{D1BC07C6-688C-4445-AF26-867B567E0C68}" dt="2024-12-17T22:39:58.278" v="186" actId="1076"/>
        <pc:sldMkLst>
          <pc:docMk/>
          <pc:sldMk cId="3603357267" sldId="289"/>
        </pc:sldMkLst>
        <pc:spChg chg="mod">
          <ac:chgData name="Bačo, Timotej" userId="152f2ad6-3c97-47cf-bd89-58c5c0a29e21" providerId="ADAL" clId="{D1BC07C6-688C-4445-AF26-867B567E0C68}" dt="2024-12-17T22:39:03.001" v="176"/>
          <ac:spMkLst>
            <pc:docMk/>
            <pc:sldMk cId="3603357267" sldId="289"/>
            <ac:spMk id="2" creationId="{78BDABF5-8F51-701C-41A3-648EFE25590F}"/>
          </ac:spMkLst>
        </pc:spChg>
        <pc:spChg chg="mod">
          <ac:chgData name="Bačo, Timotej" userId="152f2ad6-3c97-47cf-bd89-58c5c0a29e21" providerId="ADAL" clId="{D1BC07C6-688C-4445-AF26-867B567E0C68}" dt="2024-12-17T22:39:58.278" v="186" actId="1076"/>
          <ac:spMkLst>
            <pc:docMk/>
            <pc:sldMk cId="3603357267" sldId="289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D1BC07C6-688C-4445-AF26-867B567E0C68}" dt="2024-12-17T22:11:02.696" v="22" actId="47"/>
        <pc:sldMkLst>
          <pc:docMk/>
          <pc:sldMk cId="1328678316" sldId="290"/>
        </pc:sldMkLst>
      </pc:sldChg>
      <pc:sldChg chg="modSp add mod">
        <pc:chgData name="Bačo, Timotej" userId="152f2ad6-3c97-47cf-bd89-58c5c0a29e21" providerId="ADAL" clId="{D1BC07C6-688C-4445-AF26-867B567E0C68}" dt="2024-12-17T22:41:09.225" v="204" actId="1076"/>
        <pc:sldMkLst>
          <pc:docMk/>
          <pc:sldMk cId="3749664259" sldId="290"/>
        </pc:sldMkLst>
        <pc:spChg chg="mod">
          <ac:chgData name="Bačo, Timotej" userId="152f2ad6-3c97-47cf-bd89-58c5c0a29e21" providerId="ADAL" clId="{D1BC07C6-688C-4445-AF26-867B567E0C68}" dt="2024-12-17T22:40:18.299" v="191"/>
          <ac:spMkLst>
            <pc:docMk/>
            <pc:sldMk cId="3749664259" sldId="290"/>
            <ac:spMk id="2" creationId="{78BDABF5-8F51-701C-41A3-648EFE25590F}"/>
          </ac:spMkLst>
        </pc:spChg>
        <pc:spChg chg="mod">
          <ac:chgData name="Bačo, Timotej" userId="152f2ad6-3c97-47cf-bd89-58c5c0a29e21" providerId="ADAL" clId="{D1BC07C6-688C-4445-AF26-867B567E0C68}" dt="2024-12-17T22:41:09.225" v="204" actId="1076"/>
          <ac:spMkLst>
            <pc:docMk/>
            <pc:sldMk cId="3749664259" sldId="290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D1BC07C6-688C-4445-AF26-867B567E0C68}" dt="2024-12-17T22:11:02.696" v="22" actId="47"/>
        <pc:sldMkLst>
          <pc:docMk/>
          <pc:sldMk cId="1083470410" sldId="291"/>
        </pc:sldMkLst>
      </pc:sldChg>
      <pc:sldChg chg="modSp add mod">
        <pc:chgData name="Bačo, Timotej" userId="152f2ad6-3c97-47cf-bd89-58c5c0a29e21" providerId="ADAL" clId="{D1BC07C6-688C-4445-AF26-867B567E0C68}" dt="2024-12-17T22:42:53.843" v="223" actId="1076"/>
        <pc:sldMkLst>
          <pc:docMk/>
          <pc:sldMk cId="3801761629" sldId="291"/>
        </pc:sldMkLst>
        <pc:spChg chg="mod">
          <ac:chgData name="Bačo, Timotej" userId="152f2ad6-3c97-47cf-bd89-58c5c0a29e21" providerId="ADAL" clId="{D1BC07C6-688C-4445-AF26-867B567E0C68}" dt="2024-12-17T22:42:05.163" v="209"/>
          <ac:spMkLst>
            <pc:docMk/>
            <pc:sldMk cId="3801761629" sldId="291"/>
            <ac:spMk id="2" creationId="{78BDABF5-8F51-701C-41A3-648EFE25590F}"/>
          </ac:spMkLst>
        </pc:spChg>
        <pc:spChg chg="mod">
          <ac:chgData name="Bačo, Timotej" userId="152f2ad6-3c97-47cf-bd89-58c5c0a29e21" providerId="ADAL" clId="{D1BC07C6-688C-4445-AF26-867B567E0C68}" dt="2024-12-17T22:42:53.843" v="223" actId="1076"/>
          <ac:spMkLst>
            <pc:docMk/>
            <pc:sldMk cId="3801761629" sldId="291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D1BC07C6-688C-4445-AF26-867B567E0C68}" dt="2024-12-17T22:11:02.696" v="22" actId="47"/>
        <pc:sldMkLst>
          <pc:docMk/>
          <pc:sldMk cId="685684001" sldId="292"/>
        </pc:sldMkLst>
      </pc:sldChg>
      <pc:sldChg chg="modSp add mod ord">
        <pc:chgData name="Bačo, Timotej" userId="152f2ad6-3c97-47cf-bd89-58c5c0a29e21" providerId="ADAL" clId="{D1BC07C6-688C-4445-AF26-867B567E0C68}" dt="2024-12-17T22:38:44.332" v="171"/>
        <pc:sldMkLst>
          <pc:docMk/>
          <pc:sldMk cId="3124489853" sldId="292"/>
        </pc:sldMkLst>
        <pc:spChg chg="mod">
          <ac:chgData name="Bačo, Timotej" userId="152f2ad6-3c97-47cf-bd89-58c5c0a29e21" providerId="ADAL" clId="{D1BC07C6-688C-4445-AF26-867B567E0C68}" dt="2024-12-17T22:37:28.637" v="152"/>
          <ac:spMkLst>
            <pc:docMk/>
            <pc:sldMk cId="3124489853" sldId="292"/>
            <ac:spMk id="2" creationId="{78BDABF5-8F51-701C-41A3-648EFE25590F}"/>
          </ac:spMkLst>
        </pc:spChg>
        <pc:spChg chg="mod">
          <ac:chgData name="Bačo, Timotej" userId="152f2ad6-3c97-47cf-bd89-58c5c0a29e21" providerId="ADAL" clId="{D1BC07C6-688C-4445-AF26-867B567E0C68}" dt="2024-12-17T22:38:27.574" v="167" actId="1076"/>
          <ac:spMkLst>
            <pc:docMk/>
            <pc:sldMk cId="3124489853" sldId="292"/>
            <ac:spMk id="8" creationId="{D4394263-17C4-107C-501F-C19FC6080FA3}"/>
          </ac:spMkLst>
        </pc:spChg>
      </pc:sldChg>
      <pc:sldChg chg="modSp add mod">
        <pc:chgData name="Bačo, Timotej" userId="152f2ad6-3c97-47cf-bd89-58c5c0a29e21" providerId="ADAL" clId="{D1BC07C6-688C-4445-AF26-867B567E0C68}" dt="2024-12-17T22:44:02.735" v="242" actId="20577"/>
        <pc:sldMkLst>
          <pc:docMk/>
          <pc:sldMk cId="2344383918" sldId="293"/>
        </pc:sldMkLst>
        <pc:spChg chg="mod">
          <ac:chgData name="Bačo, Timotej" userId="152f2ad6-3c97-47cf-bd89-58c5c0a29e21" providerId="ADAL" clId="{D1BC07C6-688C-4445-AF26-867B567E0C68}" dt="2024-12-17T22:43:16.582" v="229"/>
          <ac:spMkLst>
            <pc:docMk/>
            <pc:sldMk cId="2344383918" sldId="293"/>
            <ac:spMk id="2" creationId="{78BDABF5-8F51-701C-41A3-648EFE25590F}"/>
          </ac:spMkLst>
        </pc:spChg>
        <pc:spChg chg="mod">
          <ac:chgData name="Bačo, Timotej" userId="152f2ad6-3c97-47cf-bd89-58c5c0a29e21" providerId="ADAL" clId="{D1BC07C6-688C-4445-AF26-867B567E0C68}" dt="2024-12-17T22:44:02.735" v="242" actId="20577"/>
          <ac:spMkLst>
            <pc:docMk/>
            <pc:sldMk cId="2344383918" sldId="293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D1BC07C6-688C-4445-AF26-867B567E0C68}" dt="2024-12-17T22:11:02.696" v="22" actId="47"/>
        <pc:sldMkLst>
          <pc:docMk/>
          <pc:sldMk cId="2863425206" sldId="293"/>
        </pc:sldMkLst>
      </pc:sldChg>
      <pc:sldChg chg="modSp add mod">
        <pc:chgData name="Bačo, Timotej" userId="152f2ad6-3c97-47cf-bd89-58c5c0a29e21" providerId="ADAL" clId="{D1BC07C6-688C-4445-AF26-867B567E0C68}" dt="2024-12-18T00:18:26.879" v="258" actId="20577"/>
        <pc:sldMkLst>
          <pc:docMk/>
          <pc:sldMk cId="1622711489" sldId="294"/>
        </pc:sldMkLst>
        <pc:spChg chg="mod">
          <ac:chgData name="Bačo, Timotej" userId="152f2ad6-3c97-47cf-bd89-58c5c0a29e21" providerId="ADAL" clId="{D1BC07C6-688C-4445-AF26-867B567E0C68}" dt="2024-12-18T00:18:26.879" v="258" actId="20577"/>
          <ac:spMkLst>
            <pc:docMk/>
            <pc:sldMk cId="1622711489" sldId="294"/>
            <ac:spMk id="2" creationId="{78BDABF5-8F51-701C-41A3-648EFE25590F}"/>
          </ac:spMkLst>
        </pc:spChg>
        <pc:spChg chg="mod">
          <ac:chgData name="Bačo, Timotej" userId="152f2ad6-3c97-47cf-bd89-58c5c0a29e21" providerId="ADAL" clId="{D1BC07C6-688C-4445-AF26-867B567E0C68}" dt="2024-12-17T23:29:02.020" v="249" actId="207"/>
          <ac:spMkLst>
            <pc:docMk/>
            <pc:sldMk cId="1622711489" sldId="294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D1BC07C6-688C-4445-AF26-867B567E0C68}" dt="2024-12-17T22:11:02.696" v="22" actId="47"/>
        <pc:sldMkLst>
          <pc:docMk/>
          <pc:sldMk cId="3206711221" sldId="294"/>
        </pc:sldMkLst>
      </pc:sldChg>
      <pc:sldChg chg="del">
        <pc:chgData name="Bačo, Timotej" userId="152f2ad6-3c97-47cf-bd89-58c5c0a29e21" providerId="ADAL" clId="{D1BC07C6-688C-4445-AF26-867B567E0C68}" dt="2024-12-17T22:11:02.696" v="22" actId="47"/>
        <pc:sldMkLst>
          <pc:docMk/>
          <pc:sldMk cId="681113892" sldId="295"/>
        </pc:sldMkLst>
      </pc:sldChg>
      <pc:sldChg chg="modSp add mod">
        <pc:chgData name="Bačo, Timotej" userId="152f2ad6-3c97-47cf-bd89-58c5c0a29e21" providerId="ADAL" clId="{D1BC07C6-688C-4445-AF26-867B567E0C68}" dt="2024-12-18T00:21:46.486" v="307" actId="20577"/>
        <pc:sldMkLst>
          <pc:docMk/>
          <pc:sldMk cId="3503197433" sldId="295"/>
        </pc:sldMkLst>
        <pc:spChg chg="mod">
          <ac:chgData name="Bačo, Timotej" userId="152f2ad6-3c97-47cf-bd89-58c5c0a29e21" providerId="ADAL" clId="{D1BC07C6-688C-4445-AF26-867B567E0C68}" dt="2024-12-18T00:18:50.691" v="264"/>
          <ac:spMkLst>
            <pc:docMk/>
            <pc:sldMk cId="3503197433" sldId="295"/>
            <ac:spMk id="2" creationId="{78BDABF5-8F51-701C-41A3-648EFE25590F}"/>
          </ac:spMkLst>
        </pc:spChg>
        <pc:spChg chg="mod">
          <ac:chgData name="Bačo, Timotej" userId="152f2ad6-3c97-47cf-bd89-58c5c0a29e21" providerId="ADAL" clId="{D1BC07C6-688C-4445-AF26-867B567E0C68}" dt="2024-12-18T00:21:46.486" v="307" actId="20577"/>
          <ac:spMkLst>
            <pc:docMk/>
            <pc:sldMk cId="3503197433" sldId="295"/>
            <ac:spMk id="8" creationId="{D4394263-17C4-107C-501F-C19FC6080FA3}"/>
          </ac:spMkLst>
        </pc:spChg>
      </pc:sldChg>
      <pc:sldChg chg="modSp add mod">
        <pc:chgData name="Bačo, Timotej" userId="152f2ad6-3c97-47cf-bd89-58c5c0a29e21" providerId="ADAL" clId="{D1BC07C6-688C-4445-AF26-867B567E0C68}" dt="2024-12-18T00:21:28.231" v="299" actId="20577"/>
        <pc:sldMkLst>
          <pc:docMk/>
          <pc:sldMk cId="335568109" sldId="296"/>
        </pc:sldMkLst>
        <pc:spChg chg="mod">
          <ac:chgData name="Bačo, Timotej" userId="152f2ad6-3c97-47cf-bd89-58c5c0a29e21" providerId="ADAL" clId="{D1BC07C6-688C-4445-AF26-867B567E0C68}" dt="2024-12-18T00:20:26.134" v="284" actId="1076"/>
          <ac:spMkLst>
            <pc:docMk/>
            <pc:sldMk cId="335568109" sldId="296"/>
            <ac:spMk id="2" creationId="{78BDABF5-8F51-701C-41A3-648EFE25590F}"/>
          </ac:spMkLst>
        </pc:spChg>
        <pc:spChg chg="mod">
          <ac:chgData name="Bačo, Timotej" userId="152f2ad6-3c97-47cf-bd89-58c5c0a29e21" providerId="ADAL" clId="{D1BC07C6-688C-4445-AF26-867B567E0C68}" dt="2024-12-18T00:21:28.231" v="299" actId="20577"/>
          <ac:spMkLst>
            <pc:docMk/>
            <pc:sldMk cId="335568109" sldId="296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D1BC07C6-688C-4445-AF26-867B567E0C68}" dt="2024-12-17T22:11:02.696" v="22" actId="47"/>
        <pc:sldMkLst>
          <pc:docMk/>
          <pc:sldMk cId="2516262245" sldId="296"/>
        </pc:sldMkLst>
      </pc:sldChg>
      <pc:sldChg chg="del">
        <pc:chgData name="Bačo, Timotej" userId="152f2ad6-3c97-47cf-bd89-58c5c0a29e21" providerId="ADAL" clId="{D1BC07C6-688C-4445-AF26-867B567E0C68}" dt="2024-12-17T22:11:02.696" v="22" actId="47"/>
        <pc:sldMkLst>
          <pc:docMk/>
          <pc:sldMk cId="3603518251" sldId="297"/>
        </pc:sldMkLst>
      </pc:sldChg>
      <pc:sldChg chg="modSp add mod">
        <pc:chgData name="Bačo, Timotej" userId="152f2ad6-3c97-47cf-bd89-58c5c0a29e21" providerId="ADAL" clId="{D1BC07C6-688C-4445-AF26-867B567E0C68}" dt="2024-12-18T00:23:39.448" v="326" actId="20577"/>
        <pc:sldMkLst>
          <pc:docMk/>
          <pc:sldMk cId="3990932492" sldId="297"/>
        </pc:sldMkLst>
        <pc:spChg chg="mod">
          <ac:chgData name="Bačo, Timotej" userId="152f2ad6-3c97-47cf-bd89-58c5c0a29e21" providerId="ADAL" clId="{D1BC07C6-688C-4445-AF26-867B567E0C68}" dt="2024-12-18T00:22:48.452" v="312"/>
          <ac:spMkLst>
            <pc:docMk/>
            <pc:sldMk cId="3990932492" sldId="297"/>
            <ac:spMk id="2" creationId="{78BDABF5-8F51-701C-41A3-648EFE25590F}"/>
          </ac:spMkLst>
        </pc:spChg>
        <pc:spChg chg="mod">
          <ac:chgData name="Bačo, Timotej" userId="152f2ad6-3c97-47cf-bd89-58c5c0a29e21" providerId="ADAL" clId="{D1BC07C6-688C-4445-AF26-867B567E0C68}" dt="2024-12-18T00:23:39.448" v="326" actId="20577"/>
          <ac:spMkLst>
            <pc:docMk/>
            <pc:sldMk cId="3990932492" sldId="297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D1BC07C6-688C-4445-AF26-867B567E0C68}" dt="2024-12-17T22:11:02.696" v="22" actId="47"/>
        <pc:sldMkLst>
          <pc:docMk/>
          <pc:sldMk cId="71866628" sldId="298"/>
        </pc:sldMkLst>
      </pc:sldChg>
      <pc:sldChg chg="modSp add mod">
        <pc:chgData name="Bačo, Timotej" userId="152f2ad6-3c97-47cf-bd89-58c5c0a29e21" providerId="ADAL" clId="{D1BC07C6-688C-4445-AF26-867B567E0C68}" dt="2024-12-18T00:39:14.265" v="397" actId="20577"/>
        <pc:sldMkLst>
          <pc:docMk/>
          <pc:sldMk cId="3146673664" sldId="298"/>
        </pc:sldMkLst>
        <pc:spChg chg="mod">
          <ac:chgData name="Bačo, Timotej" userId="152f2ad6-3c97-47cf-bd89-58c5c0a29e21" providerId="ADAL" clId="{D1BC07C6-688C-4445-AF26-867B567E0C68}" dt="2024-12-18T00:24:08.280" v="331"/>
          <ac:spMkLst>
            <pc:docMk/>
            <pc:sldMk cId="3146673664" sldId="298"/>
            <ac:spMk id="2" creationId="{78BDABF5-8F51-701C-41A3-648EFE25590F}"/>
          </ac:spMkLst>
        </pc:spChg>
        <pc:spChg chg="mod">
          <ac:chgData name="Bačo, Timotej" userId="152f2ad6-3c97-47cf-bd89-58c5c0a29e21" providerId="ADAL" clId="{D1BC07C6-688C-4445-AF26-867B567E0C68}" dt="2024-12-18T00:39:14.265" v="397" actId="20577"/>
          <ac:spMkLst>
            <pc:docMk/>
            <pc:sldMk cId="3146673664" sldId="298"/>
            <ac:spMk id="8" creationId="{D4394263-17C4-107C-501F-C19FC6080FA3}"/>
          </ac:spMkLst>
        </pc:spChg>
      </pc:sldChg>
      <pc:sldChg chg="modSp add mod">
        <pc:chgData name="Bačo, Timotej" userId="152f2ad6-3c97-47cf-bd89-58c5c0a29e21" providerId="ADAL" clId="{D1BC07C6-688C-4445-AF26-867B567E0C68}" dt="2024-12-18T00:39:05.336" v="394" actId="20577"/>
        <pc:sldMkLst>
          <pc:docMk/>
          <pc:sldMk cId="805726419" sldId="299"/>
        </pc:sldMkLst>
        <pc:spChg chg="mod">
          <ac:chgData name="Bačo, Timotej" userId="152f2ad6-3c97-47cf-bd89-58c5c0a29e21" providerId="ADAL" clId="{D1BC07C6-688C-4445-AF26-867B567E0C68}" dt="2024-12-18T00:26:27.261" v="349"/>
          <ac:spMkLst>
            <pc:docMk/>
            <pc:sldMk cId="805726419" sldId="299"/>
            <ac:spMk id="2" creationId="{78BDABF5-8F51-701C-41A3-648EFE25590F}"/>
          </ac:spMkLst>
        </pc:spChg>
        <pc:spChg chg="mod">
          <ac:chgData name="Bačo, Timotej" userId="152f2ad6-3c97-47cf-bd89-58c5c0a29e21" providerId="ADAL" clId="{D1BC07C6-688C-4445-AF26-867B567E0C68}" dt="2024-12-18T00:39:05.336" v="394" actId="20577"/>
          <ac:spMkLst>
            <pc:docMk/>
            <pc:sldMk cId="805726419" sldId="299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D1BC07C6-688C-4445-AF26-867B567E0C68}" dt="2024-12-17T22:11:02.696" v="22" actId="47"/>
        <pc:sldMkLst>
          <pc:docMk/>
          <pc:sldMk cId="1297862465" sldId="299"/>
        </pc:sldMkLst>
      </pc:sldChg>
      <pc:sldChg chg="del">
        <pc:chgData name="Bačo, Timotej" userId="152f2ad6-3c97-47cf-bd89-58c5c0a29e21" providerId="ADAL" clId="{D1BC07C6-688C-4445-AF26-867B567E0C68}" dt="2024-12-17T22:11:02.696" v="22" actId="47"/>
        <pc:sldMkLst>
          <pc:docMk/>
          <pc:sldMk cId="1127362874" sldId="300"/>
        </pc:sldMkLst>
      </pc:sldChg>
      <pc:sldChg chg="modSp add mod">
        <pc:chgData name="Bačo, Timotej" userId="152f2ad6-3c97-47cf-bd89-58c5c0a29e21" providerId="ADAL" clId="{D1BC07C6-688C-4445-AF26-867B567E0C68}" dt="2024-12-18T00:37:09.609" v="372" actId="207"/>
        <pc:sldMkLst>
          <pc:docMk/>
          <pc:sldMk cId="3557201136" sldId="300"/>
        </pc:sldMkLst>
        <pc:spChg chg="mod">
          <ac:chgData name="Bačo, Timotej" userId="152f2ad6-3c97-47cf-bd89-58c5c0a29e21" providerId="ADAL" clId="{D1BC07C6-688C-4445-AF26-867B567E0C68}" dt="2024-12-18T00:36:15.826" v="369"/>
          <ac:spMkLst>
            <pc:docMk/>
            <pc:sldMk cId="3557201136" sldId="300"/>
            <ac:spMk id="2" creationId="{78BDABF5-8F51-701C-41A3-648EFE25590F}"/>
          </ac:spMkLst>
        </pc:spChg>
        <pc:spChg chg="mod">
          <ac:chgData name="Bačo, Timotej" userId="152f2ad6-3c97-47cf-bd89-58c5c0a29e21" providerId="ADAL" clId="{D1BC07C6-688C-4445-AF26-867B567E0C68}" dt="2024-12-18T00:37:09.609" v="372" actId="207"/>
          <ac:spMkLst>
            <pc:docMk/>
            <pc:sldMk cId="3557201136" sldId="300"/>
            <ac:spMk id="8" creationId="{D4394263-17C4-107C-501F-C19FC6080FA3}"/>
          </ac:spMkLst>
        </pc:spChg>
      </pc:sldChg>
      <pc:sldChg chg="modSp add mod">
        <pc:chgData name="Bačo, Timotej" userId="152f2ad6-3c97-47cf-bd89-58c5c0a29e21" providerId="ADAL" clId="{D1BC07C6-688C-4445-AF26-867B567E0C68}" dt="2024-12-18T00:38:55.371" v="391" actId="20577"/>
        <pc:sldMkLst>
          <pc:docMk/>
          <pc:sldMk cId="491924935" sldId="301"/>
        </pc:sldMkLst>
        <pc:spChg chg="mod">
          <ac:chgData name="Bačo, Timotej" userId="152f2ad6-3c97-47cf-bd89-58c5c0a29e21" providerId="ADAL" clId="{D1BC07C6-688C-4445-AF26-867B567E0C68}" dt="2024-12-18T00:38:07.867" v="380" actId="14100"/>
          <ac:spMkLst>
            <pc:docMk/>
            <pc:sldMk cId="491924935" sldId="301"/>
            <ac:spMk id="2" creationId="{78BDABF5-8F51-701C-41A3-648EFE25590F}"/>
          </ac:spMkLst>
        </pc:spChg>
        <pc:spChg chg="mod">
          <ac:chgData name="Bačo, Timotej" userId="152f2ad6-3c97-47cf-bd89-58c5c0a29e21" providerId="ADAL" clId="{D1BC07C6-688C-4445-AF26-867B567E0C68}" dt="2024-12-18T00:38:55.371" v="391" actId="20577"/>
          <ac:spMkLst>
            <pc:docMk/>
            <pc:sldMk cId="491924935" sldId="301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D1BC07C6-688C-4445-AF26-867B567E0C68}" dt="2024-12-17T22:11:02.696" v="22" actId="47"/>
        <pc:sldMkLst>
          <pc:docMk/>
          <pc:sldMk cId="2990303381" sldId="301"/>
        </pc:sldMkLst>
      </pc:sldChg>
      <pc:sldChg chg="del">
        <pc:chgData name="Bačo, Timotej" userId="152f2ad6-3c97-47cf-bd89-58c5c0a29e21" providerId="ADAL" clId="{D1BC07C6-688C-4445-AF26-867B567E0C68}" dt="2024-12-17T22:11:02.696" v="22" actId="47"/>
        <pc:sldMkLst>
          <pc:docMk/>
          <pc:sldMk cId="596050417" sldId="302"/>
        </pc:sldMkLst>
      </pc:sldChg>
      <pc:sldChg chg="modSp add mod">
        <pc:chgData name="Bačo, Timotej" userId="152f2ad6-3c97-47cf-bd89-58c5c0a29e21" providerId="ADAL" clId="{D1BC07C6-688C-4445-AF26-867B567E0C68}" dt="2024-12-18T00:40:52.838" v="462" actId="207"/>
        <pc:sldMkLst>
          <pc:docMk/>
          <pc:sldMk cId="3801146477" sldId="302"/>
        </pc:sldMkLst>
        <pc:spChg chg="mod">
          <ac:chgData name="Bačo, Timotej" userId="152f2ad6-3c97-47cf-bd89-58c5c0a29e21" providerId="ADAL" clId="{D1BC07C6-688C-4445-AF26-867B567E0C68}" dt="2024-12-18T00:40:05.091" v="451" actId="20577"/>
          <ac:spMkLst>
            <pc:docMk/>
            <pc:sldMk cId="3801146477" sldId="302"/>
            <ac:spMk id="2" creationId="{78BDABF5-8F51-701C-41A3-648EFE25590F}"/>
          </ac:spMkLst>
        </pc:spChg>
        <pc:spChg chg="mod">
          <ac:chgData name="Bačo, Timotej" userId="152f2ad6-3c97-47cf-bd89-58c5c0a29e21" providerId="ADAL" clId="{D1BC07C6-688C-4445-AF26-867B567E0C68}" dt="2024-12-18T00:40:52.838" v="462" actId="207"/>
          <ac:spMkLst>
            <pc:docMk/>
            <pc:sldMk cId="3801146477" sldId="302"/>
            <ac:spMk id="8" creationId="{D4394263-17C4-107C-501F-C19FC6080FA3}"/>
          </ac:spMkLst>
        </pc:spChg>
      </pc:sldChg>
      <pc:sldChg chg="del">
        <pc:chgData name="Bačo, Timotej" userId="152f2ad6-3c97-47cf-bd89-58c5c0a29e21" providerId="ADAL" clId="{D1BC07C6-688C-4445-AF26-867B567E0C68}" dt="2024-12-17T22:11:02.696" v="22" actId="47"/>
        <pc:sldMkLst>
          <pc:docMk/>
          <pc:sldMk cId="3619319581" sldId="303"/>
        </pc:sldMkLst>
      </pc:sldChg>
      <pc:sldChg chg="modSp add mod">
        <pc:chgData name="Bačo, Timotej" userId="152f2ad6-3c97-47cf-bd89-58c5c0a29e21" providerId="ADAL" clId="{D1BC07C6-688C-4445-AF26-867B567E0C68}" dt="2024-12-18T00:42:05.948" v="672" actId="1076"/>
        <pc:sldMkLst>
          <pc:docMk/>
          <pc:sldMk cId="4244549082" sldId="303"/>
        </pc:sldMkLst>
        <pc:spChg chg="mod">
          <ac:chgData name="Bačo, Timotej" userId="152f2ad6-3c97-47cf-bd89-58c5c0a29e21" providerId="ADAL" clId="{D1BC07C6-688C-4445-AF26-867B567E0C68}" dt="2024-12-18T00:41:14.212" v="468"/>
          <ac:spMkLst>
            <pc:docMk/>
            <pc:sldMk cId="4244549082" sldId="303"/>
            <ac:spMk id="2" creationId="{78BDABF5-8F51-701C-41A3-648EFE25590F}"/>
          </ac:spMkLst>
        </pc:spChg>
        <pc:spChg chg="mod">
          <ac:chgData name="Bačo, Timotej" userId="152f2ad6-3c97-47cf-bd89-58c5c0a29e21" providerId="ADAL" clId="{D1BC07C6-688C-4445-AF26-867B567E0C68}" dt="2024-12-18T00:42:05.948" v="672" actId="1076"/>
          <ac:spMkLst>
            <pc:docMk/>
            <pc:sldMk cId="4244549082" sldId="303"/>
            <ac:spMk id="8" creationId="{D4394263-17C4-107C-501F-C19FC6080FA3}"/>
          </ac:spMkLst>
        </pc:spChg>
      </pc:sldChg>
      <pc:sldChg chg="modSp add mod">
        <pc:chgData name="Bačo, Timotej" userId="152f2ad6-3c97-47cf-bd89-58c5c0a29e21" providerId="ADAL" clId="{D1BC07C6-688C-4445-AF26-867B567E0C68}" dt="2024-12-18T00:44:27.007" v="686" actId="207"/>
        <pc:sldMkLst>
          <pc:docMk/>
          <pc:sldMk cId="2901782189" sldId="304"/>
        </pc:sldMkLst>
        <pc:spChg chg="mod">
          <ac:chgData name="Bačo, Timotej" userId="152f2ad6-3c97-47cf-bd89-58c5c0a29e21" providerId="ADAL" clId="{D1BC07C6-688C-4445-AF26-867B567E0C68}" dt="2024-12-18T00:43:47.435" v="678"/>
          <ac:spMkLst>
            <pc:docMk/>
            <pc:sldMk cId="2901782189" sldId="304"/>
            <ac:spMk id="2" creationId="{78BDABF5-8F51-701C-41A3-648EFE25590F}"/>
          </ac:spMkLst>
        </pc:spChg>
        <pc:spChg chg="mod">
          <ac:chgData name="Bačo, Timotej" userId="152f2ad6-3c97-47cf-bd89-58c5c0a29e21" providerId="ADAL" clId="{D1BC07C6-688C-4445-AF26-867B567E0C68}" dt="2024-12-18T00:44:27.007" v="686" actId="207"/>
          <ac:spMkLst>
            <pc:docMk/>
            <pc:sldMk cId="2901782189" sldId="304"/>
            <ac:spMk id="8" creationId="{D4394263-17C4-107C-501F-C19FC6080FA3}"/>
          </ac:spMkLst>
        </pc:spChg>
      </pc:sldChg>
      <pc:sldChg chg="modSp add mod">
        <pc:chgData name="Bačo, Timotej" userId="152f2ad6-3c97-47cf-bd89-58c5c0a29e21" providerId="ADAL" clId="{D1BC07C6-688C-4445-AF26-867B567E0C68}" dt="2024-12-18T00:45:13.770" v="700" actId="207"/>
        <pc:sldMkLst>
          <pc:docMk/>
          <pc:sldMk cId="1692516186" sldId="305"/>
        </pc:sldMkLst>
        <pc:spChg chg="mod">
          <ac:chgData name="Bačo, Timotej" userId="152f2ad6-3c97-47cf-bd89-58c5c0a29e21" providerId="ADAL" clId="{D1BC07C6-688C-4445-AF26-867B567E0C68}" dt="2024-12-18T00:44:41.491" v="692"/>
          <ac:spMkLst>
            <pc:docMk/>
            <pc:sldMk cId="1692516186" sldId="305"/>
            <ac:spMk id="2" creationId="{78BDABF5-8F51-701C-41A3-648EFE25590F}"/>
          </ac:spMkLst>
        </pc:spChg>
        <pc:spChg chg="mod">
          <ac:chgData name="Bačo, Timotej" userId="152f2ad6-3c97-47cf-bd89-58c5c0a29e21" providerId="ADAL" clId="{D1BC07C6-688C-4445-AF26-867B567E0C68}" dt="2024-12-18T00:45:13.770" v="700" actId="207"/>
          <ac:spMkLst>
            <pc:docMk/>
            <pc:sldMk cId="1692516186" sldId="305"/>
            <ac:spMk id="8" creationId="{D4394263-17C4-107C-501F-C19FC6080FA3}"/>
          </ac:spMkLst>
        </pc:spChg>
      </pc:sldChg>
      <pc:sldChg chg="add">
        <pc:chgData name="Bačo, Timotej" userId="152f2ad6-3c97-47cf-bd89-58c5c0a29e21" providerId="ADAL" clId="{D1BC07C6-688C-4445-AF26-867B567E0C68}" dt="2024-12-18T00:45:22.486" v="701"/>
        <pc:sldMkLst>
          <pc:docMk/>
          <pc:sldMk cId="1553763709" sldId="30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74CA2D-D6A2-420C-9F1E-04F95B04104A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384CB4-0557-43B6-9DCC-16AAF543F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586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84CB4-0557-43B6-9DCC-16AAF543F6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591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84CB4-0557-43B6-9DCC-16AAF543F6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8559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84CB4-0557-43B6-9DCC-16AAF543F65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4825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84CB4-0557-43B6-9DCC-16AAF543F65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3704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84CB4-0557-43B6-9DCC-16AAF543F65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372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84CB4-0557-43B6-9DCC-16AAF543F65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737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1B3B-475F-5957-AA7A-8B34E9AC42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039571-C461-09E9-9A05-DC5FA13EBD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8A602-837C-FC58-512C-A9A1DCE10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43CA-91F2-4396-BA20-9461D7BD8BF5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B3292-9C09-1EDF-393A-41561FC49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870C5-31DA-35A9-BE95-6EFFFB87B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24A2-FAD3-4125-A5A4-C13E4BBC3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470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0266B-C36F-7910-82B6-11434BCA8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F94CD-2DC5-1A83-C654-31399B9FC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5539D-2DA7-2A79-A40F-F593E8F13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43CA-91F2-4396-BA20-9461D7BD8BF5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E15E7-3CC9-FECB-84DC-8334C6F77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D6036-686F-554C-37BB-153EC4B63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24A2-FAD3-4125-A5A4-C13E4BBC3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113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5FF83-42FF-5F24-3B1C-E2867A33C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AB6B55-82BE-449C-235E-4438EC6C0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09A6A-FEE8-8359-F2FD-E46F4DCCD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43CA-91F2-4396-BA20-9461D7BD8BF5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CAC34-C9EB-922C-1DA6-322A1B9AD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03B5C-448B-C630-446A-A722BD443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24A2-FAD3-4125-A5A4-C13E4BBC3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236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5864F-9FBF-D297-99E2-F5B4DC846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EA395-6E25-292E-F0BC-3D6CBF265C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A7233-D7CA-917F-2797-FF8ECB7597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CE8F6D-3D7D-1E06-9EBC-AD3508EDC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43CA-91F2-4396-BA20-9461D7BD8BF5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B145C1-6027-2113-4929-4AA6E1C0F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9883F8-C93B-671B-B471-720152ADF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24A2-FAD3-4125-A5A4-C13E4BBC3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891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CF9F1-1DAA-71FA-0A47-E1D827FD0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B270B-4093-BD1E-7102-A63DCC031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82E8D7-0471-FDDC-A3E1-50FE38539D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F53376-B748-F48E-0D11-575FB6EFF1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A26FF6-CB43-C476-0155-AC8DC2658A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3CFFB0-8100-71E2-CD83-C9D40F705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43CA-91F2-4396-BA20-9461D7BD8BF5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B9BA90-7D25-6373-82D4-B1CD7EA98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4381B8-F5F8-A14D-EEEF-FF212B9B6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24A2-FAD3-4125-A5A4-C13E4BBC3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066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159CB-08C3-8375-03D4-F0E1AD011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E3D734-CF2B-5490-C395-473A93A71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43CA-91F2-4396-BA20-9461D7BD8BF5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930817-3260-653C-0EF9-32399E346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FECA36-0E3C-C4FD-F922-76566E2A5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24A2-FAD3-4125-A5A4-C13E4BBC3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376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09AB31-814E-5E6C-347A-D234D89A9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43CA-91F2-4396-BA20-9461D7BD8BF5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5C21BA-55B8-3661-5D6B-47EFE79B1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C7A46C-A0E0-3A56-1F08-216EEF5E6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24A2-FAD3-4125-A5A4-C13E4BBC3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094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5F5EA-BCA8-B43C-0D91-3D14C50D7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C438C-8D75-5DB5-0DF9-C05795A16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66FC7B-E733-E169-0B1C-88ED7A433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52D555-655D-CFEF-4D2A-B21960C2F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43CA-91F2-4396-BA20-9461D7BD8BF5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9F8054-3EE3-133C-DA23-66473663C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D87A3-9C32-0EEF-3472-9B0528E1C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24A2-FAD3-4125-A5A4-C13E4BBC3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602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896F0-F3F6-6635-A0F9-DC5530FB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1D6B3A-7CB0-0A29-AD47-F6AE8B86D3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5E2E9-8ADD-6B18-A1BF-A2B48CB423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1BCB8D-A07C-0355-7D9F-9A90911B9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43CA-91F2-4396-BA20-9461D7BD8BF5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BE66BF-87C8-63EB-EE80-FE53BB09A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669366-5AA1-E48F-9CA4-6BC2BBB25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24A2-FAD3-4125-A5A4-C13E4BBC3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743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43537-BE44-E014-09FD-C099FE658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895D29-BF27-7F8F-F340-B7000F08CF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8736F-1DDB-DB69-CCE0-AB7AE2EE4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43CA-91F2-4396-BA20-9461D7BD8BF5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3221A-52AF-D151-3144-8E44EF7D4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549A-9690-6C0E-2A58-502021320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24A2-FAD3-4125-A5A4-C13E4BBC3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435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27E70F-8393-2693-7C49-BA6057B6B0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A6DAD3-4612-0233-B5A5-E73C48E256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74E9D-DFEE-3F58-70A2-E0F292235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C43CA-91F2-4396-BA20-9461D7BD8BF5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8E939-1993-C80E-58B6-0FCA32B05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9DD39-D129-A36B-02DC-1471127DB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224A2-FAD3-4125-A5A4-C13E4BBC3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654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524A77-88E4-BF7A-060E-0D3A9DE41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D9BAFC-4A16-CAB7-B99E-8B10D3CB4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EAFEA-0AEA-CEB3-BCA3-2A2E4622DA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C43CA-91F2-4396-BA20-9461D7BD8BF5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0D68B-5B87-A7C0-AD89-CAAA14B955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869DE-4D67-F0D3-625D-E56D57C3A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224A2-FAD3-4125-A5A4-C13E4BBC3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675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FF8F9-4436-ED9C-E30E-680373C644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1410" y="1975166"/>
            <a:ext cx="9144000" cy="2387600"/>
          </a:xfrm>
        </p:spPr>
        <p:txBody>
          <a:bodyPr>
            <a:normAutofit/>
          </a:bodyPr>
          <a:lstStyle/>
          <a:p>
            <a:r>
              <a:rPr lang="sk-SK" sz="7200" b="1" dirty="0">
                <a:latin typeface="+mn-lt"/>
              </a:rPr>
              <a:t>Základy projektovej dokumentácie</a:t>
            </a:r>
            <a:endParaRPr lang="en-US" sz="7200" b="1" dirty="0">
              <a:latin typeface="+mn-lt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4A27D9D-739A-F1BC-9C27-5C7A0DAA37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69221" y="4481877"/>
            <a:ext cx="8384374" cy="2691112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BA9E86E7-2922-EBCF-34BF-E30ED87995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32658" y="5699875"/>
            <a:ext cx="3296786" cy="1158125"/>
          </a:xfrm>
        </p:spPr>
        <p:txBody>
          <a:bodyPr/>
          <a:lstStyle/>
          <a:p>
            <a:endParaRPr lang="sk-SK" sz="3200" b="1" dirty="0"/>
          </a:p>
          <a:p>
            <a:r>
              <a:rPr lang="sk-SK" sz="3200" b="1" dirty="0"/>
              <a:t>Timotej Bačo</a:t>
            </a:r>
            <a:endParaRPr lang="en-US" sz="3200" b="1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70EEBE84-3510-2B62-CA24-5AF882D412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-2007870" y="-221933"/>
            <a:ext cx="5905500" cy="1876425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C432F7A5-0BD9-EB3C-66C4-098B2124A562}"/>
              </a:ext>
            </a:extLst>
          </p:cNvPr>
          <p:cNvSpPr txBox="1">
            <a:spLocks/>
          </p:cNvSpPr>
          <p:nvPr/>
        </p:nvSpPr>
        <p:spPr>
          <a:xfrm>
            <a:off x="-6655290" y="220382"/>
            <a:ext cx="11161059" cy="15912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k-SK" dirty="0"/>
              <a:t>						</a:t>
            </a:r>
            <a:r>
              <a:rPr lang="sk-SK" sz="3200" b="1" dirty="0" err="1"/>
              <a:t>Round</a:t>
            </a:r>
            <a:r>
              <a:rPr lang="sk-SK" sz="3200" b="1" dirty="0"/>
              <a:t> 11</a:t>
            </a:r>
          </a:p>
          <a:p>
            <a:endParaRPr lang="sk-SK" sz="3200" b="1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6FDE482A-A808-037D-3747-4877076612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19060" y="4796781"/>
            <a:ext cx="499206" cy="499206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DB90CFD-2AE3-A25E-DE5C-722006EC0B5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76270" y="1015640"/>
            <a:ext cx="673381" cy="546942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545A8921-B2DA-6769-E144-046AC913576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174635" y="1811617"/>
            <a:ext cx="5040144" cy="68580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F976BE20-777C-CED1-C957-CA4D62C6012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6509232">
            <a:off x="8621684" y="-3053184"/>
            <a:ext cx="50401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358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7B3F8B8-8EA3-0789-3DC6-468EA4AB0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1074420" y="-938213"/>
            <a:ext cx="5905500" cy="18764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A54E75F-DC78-31F0-2F05-03E346911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8924" y="5512444"/>
            <a:ext cx="8384374" cy="2691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E966AD-A4F9-6FFF-2E82-329F09C51267}"/>
              </a:ext>
            </a:extLst>
          </p:cNvPr>
          <p:cNvSpPr/>
          <p:nvPr/>
        </p:nvSpPr>
        <p:spPr>
          <a:xfrm>
            <a:off x="9940412" y="6338734"/>
            <a:ext cx="2251587" cy="1622322"/>
          </a:xfrm>
          <a:prstGeom prst="rect">
            <a:avLst/>
          </a:prstGeom>
          <a:solidFill>
            <a:srgbClr val="E30074"/>
          </a:solidFill>
          <a:ln>
            <a:solidFill>
              <a:srgbClr val="E3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94263-17C4-107C-501F-C19FC6080FA3}"/>
              </a:ext>
            </a:extLst>
          </p:cNvPr>
          <p:cNvSpPr txBox="1"/>
          <p:nvPr/>
        </p:nvSpPr>
        <p:spPr>
          <a:xfrm>
            <a:off x="850680" y="1942175"/>
            <a:ext cx="10490640" cy="4564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sk-SK" b="1" dirty="0">
                <a:solidFill>
                  <a:srgbClr val="E30074"/>
                </a:solidFill>
              </a:rPr>
              <a:t>Projektová dokumentácia </a:t>
            </a:r>
            <a:r>
              <a:rPr lang="sk-SK" b="1" dirty="0"/>
              <a:t>predstavuje súbor dokumentov, ktoré vznikajú počas celého životného cyklu projektu. Tieto dokumenty zachytávajú ciele, rozsah, plán, zdroje, riziká a postupy potrebné na riadenie a úspešnú realizáciu projektu.</a:t>
            </a:r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b="1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Základné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dokumenty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napr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.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projektový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charter a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projektový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plán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Priebežné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reporty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a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zápisy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z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mítingov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(Body)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Zmenové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žiadosti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a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aktualizácie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(Body)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Technická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dokumentácia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a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špecifikácie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(Body)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Záverečné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správy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 a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 (Body)"/>
              </a:rPr>
              <a:t>vyhodnotenia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(Body)"/>
            </a:endParaRPr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DABF5-8F51-701C-41A3-648EFE25590F}"/>
              </a:ext>
            </a:extLst>
          </p:cNvPr>
          <p:cNvSpPr txBox="1"/>
          <p:nvPr/>
        </p:nvSpPr>
        <p:spPr>
          <a:xfrm>
            <a:off x="2571750" y="268118"/>
            <a:ext cx="93630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k-SK" sz="6000" b="1" dirty="0">
                <a:solidFill>
                  <a:srgbClr val="E30074"/>
                </a:solidFill>
              </a:rPr>
              <a:t>Projektová dokumentácia</a:t>
            </a:r>
            <a:endParaRPr lang="sk-SK" sz="6000" b="1" dirty="0">
              <a:solidFill>
                <a:srgbClr val="E30074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53961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7B3F8B8-8EA3-0789-3DC6-468EA4AB0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1074420" y="-938213"/>
            <a:ext cx="5905500" cy="18764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A54E75F-DC78-31F0-2F05-03E346911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8924" y="5512444"/>
            <a:ext cx="8384374" cy="2691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E966AD-A4F9-6FFF-2E82-329F09C51267}"/>
              </a:ext>
            </a:extLst>
          </p:cNvPr>
          <p:cNvSpPr/>
          <p:nvPr/>
        </p:nvSpPr>
        <p:spPr>
          <a:xfrm>
            <a:off x="9940412" y="6338734"/>
            <a:ext cx="2251587" cy="1622322"/>
          </a:xfrm>
          <a:prstGeom prst="rect">
            <a:avLst/>
          </a:prstGeom>
          <a:solidFill>
            <a:srgbClr val="E30074"/>
          </a:solidFill>
          <a:ln>
            <a:solidFill>
              <a:srgbClr val="E3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94263-17C4-107C-501F-C19FC6080FA3}"/>
              </a:ext>
            </a:extLst>
          </p:cNvPr>
          <p:cNvSpPr txBox="1"/>
          <p:nvPr/>
        </p:nvSpPr>
        <p:spPr>
          <a:xfrm>
            <a:off x="850680" y="1942175"/>
            <a:ext cx="10490640" cy="4481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Jasná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komunikácia</a:t>
            </a:r>
            <a:r>
              <a:rPr lang="sk-SK" b="1" dirty="0">
                <a:solidFill>
                  <a:srgbClr val="E30074"/>
                </a:solidFill>
              </a:rPr>
              <a:t>: </a:t>
            </a:r>
            <a:r>
              <a:rPr lang="sk-SK" b="1" dirty="0"/>
              <a:t>Slúži ako spoločný </a:t>
            </a:r>
            <a:r>
              <a:rPr lang="sk-SK" b="1" dirty="0" err="1"/>
              <a:t>zroj</a:t>
            </a:r>
            <a:r>
              <a:rPr lang="sk-SK" b="1" dirty="0"/>
              <a:t> informácií pre celý tím a zároveň aj pre všetky zainteresované strany</a:t>
            </a:r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Efektívne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plánovanie</a:t>
            </a:r>
            <a:r>
              <a:rPr lang="en-US" b="1" dirty="0">
                <a:solidFill>
                  <a:srgbClr val="E30074"/>
                </a:solidFill>
              </a:rPr>
              <a:t> a </a:t>
            </a:r>
            <a:r>
              <a:rPr lang="en-US" b="1" dirty="0" err="1">
                <a:solidFill>
                  <a:srgbClr val="E30074"/>
                </a:solidFill>
              </a:rPr>
              <a:t>riadenie</a:t>
            </a:r>
            <a:r>
              <a:rPr lang="en-US" b="1" dirty="0">
                <a:solidFill>
                  <a:srgbClr val="E30074"/>
                </a:solidFill>
              </a:rPr>
              <a:t>:</a:t>
            </a:r>
            <a:r>
              <a:rPr lang="sk-SK" b="1" dirty="0">
                <a:solidFill>
                  <a:srgbClr val="E30074"/>
                </a:solidFill>
              </a:rPr>
              <a:t> </a:t>
            </a:r>
            <a:r>
              <a:rPr lang="en-US" b="1" dirty="0" err="1"/>
              <a:t>Umožňuje</a:t>
            </a:r>
            <a:r>
              <a:rPr lang="en-US" b="1" dirty="0"/>
              <a:t> </a:t>
            </a:r>
            <a:r>
              <a:rPr lang="en-US" b="1" dirty="0" err="1"/>
              <a:t>systematické</a:t>
            </a:r>
            <a:r>
              <a:rPr lang="en-US" b="1" dirty="0"/>
              <a:t> </a:t>
            </a:r>
            <a:r>
              <a:rPr lang="en-US" b="1" dirty="0" err="1"/>
              <a:t>plánovanie</a:t>
            </a:r>
            <a:r>
              <a:rPr lang="en-US" b="1" dirty="0"/>
              <a:t> </a:t>
            </a:r>
            <a:r>
              <a:rPr lang="en-US" b="1" dirty="0" err="1"/>
              <a:t>aktivít</a:t>
            </a:r>
            <a:r>
              <a:rPr lang="en-US" b="1" dirty="0"/>
              <a:t>, </a:t>
            </a:r>
            <a:r>
              <a:rPr lang="en-US" b="1" dirty="0" err="1"/>
              <a:t>alokáciu</a:t>
            </a:r>
            <a:r>
              <a:rPr lang="en-US" b="1" dirty="0"/>
              <a:t> </a:t>
            </a:r>
            <a:r>
              <a:rPr lang="en-US" b="1" dirty="0" err="1"/>
              <a:t>zdrojov</a:t>
            </a:r>
            <a:r>
              <a:rPr lang="en-US" b="1" dirty="0"/>
              <a:t> a </a:t>
            </a:r>
            <a:r>
              <a:rPr lang="en-US" b="1" dirty="0" err="1"/>
              <a:t>sledovanie</a:t>
            </a:r>
            <a:r>
              <a:rPr lang="en-US" b="1" dirty="0"/>
              <a:t> </a:t>
            </a:r>
            <a:r>
              <a:rPr lang="en-US" b="1" dirty="0" err="1"/>
              <a:t>priebehu</a:t>
            </a:r>
            <a:r>
              <a:rPr lang="en-US" b="1" dirty="0"/>
              <a:t> </a:t>
            </a:r>
            <a:r>
              <a:rPr lang="en-US" b="1" dirty="0" err="1"/>
              <a:t>projektu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Kontrola</a:t>
            </a:r>
            <a:r>
              <a:rPr lang="en-US" b="1" dirty="0">
                <a:solidFill>
                  <a:srgbClr val="E30074"/>
                </a:solidFill>
              </a:rPr>
              <a:t> a </a:t>
            </a:r>
            <a:r>
              <a:rPr lang="en-US" b="1" dirty="0" err="1">
                <a:solidFill>
                  <a:srgbClr val="E30074"/>
                </a:solidFill>
              </a:rPr>
              <a:t>hodnotenie</a:t>
            </a:r>
            <a:r>
              <a:rPr lang="en-US" b="1" dirty="0">
                <a:solidFill>
                  <a:srgbClr val="E30074"/>
                </a:solidFill>
              </a:rPr>
              <a:t>:</a:t>
            </a:r>
            <a:r>
              <a:rPr lang="sk-SK" b="1" dirty="0">
                <a:solidFill>
                  <a:srgbClr val="E30074"/>
                </a:solidFill>
              </a:rPr>
              <a:t> </a:t>
            </a:r>
            <a:r>
              <a:rPr lang="en-US" b="1" dirty="0" err="1"/>
              <a:t>Poskytuje</a:t>
            </a:r>
            <a:r>
              <a:rPr lang="en-US" b="1" dirty="0"/>
              <a:t> </a:t>
            </a:r>
            <a:r>
              <a:rPr lang="en-US" b="1" dirty="0" err="1"/>
              <a:t>základ</a:t>
            </a:r>
            <a:r>
              <a:rPr lang="en-US" b="1" dirty="0"/>
              <a:t> pre </a:t>
            </a:r>
            <a:r>
              <a:rPr lang="en-US" b="1" dirty="0" err="1"/>
              <a:t>monitorovanie</a:t>
            </a:r>
            <a:r>
              <a:rPr lang="en-US" b="1" dirty="0"/>
              <a:t> </a:t>
            </a:r>
            <a:r>
              <a:rPr lang="en-US" b="1" dirty="0" err="1"/>
              <a:t>dodržiavania</a:t>
            </a:r>
            <a:r>
              <a:rPr lang="en-US" b="1" dirty="0"/>
              <a:t> </a:t>
            </a:r>
            <a:r>
              <a:rPr lang="en-US" b="1" dirty="0" err="1"/>
              <a:t>termínov</a:t>
            </a:r>
            <a:r>
              <a:rPr lang="en-US" b="1" dirty="0"/>
              <a:t>, </a:t>
            </a:r>
            <a:r>
              <a:rPr lang="en-US" b="1" dirty="0" err="1"/>
              <a:t>rozpočtu</a:t>
            </a:r>
            <a:r>
              <a:rPr lang="en-US" b="1" dirty="0"/>
              <a:t> a </a:t>
            </a:r>
            <a:r>
              <a:rPr lang="en-US" b="1" dirty="0" err="1"/>
              <a:t>kvality</a:t>
            </a:r>
            <a:r>
              <a:rPr lang="en-US" b="1" dirty="0"/>
              <a:t> </a:t>
            </a:r>
            <a:r>
              <a:rPr lang="en-US" b="1" dirty="0" err="1"/>
              <a:t>výsledkov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Transparentnosť</a:t>
            </a:r>
            <a:r>
              <a:rPr lang="en-US" b="1" dirty="0">
                <a:solidFill>
                  <a:srgbClr val="E30074"/>
                </a:solidFill>
              </a:rPr>
              <a:t> a </a:t>
            </a:r>
            <a:r>
              <a:rPr lang="en-US" b="1" dirty="0" err="1">
                <a:solidFill>
                  <a:srgbClr val="E30074"/>
                </a:solidFill>
              </a:rPr>
              <a:t>zodpovednosť</a:t>
            </a:r>
            <a:r>
              <a:rPr lang="sk-SK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Zaznamenáva</a:t>
            </a:r>
            <a:r>
              <a:rPr lang="en-US" b="1" dirty="0"/>
              <a:t> </a:t>
            </a:r>
            <a:r>
              <a:rPr lang="en-US" b="1" dirty="0" err="1"/>
              <a:t>všetky</a:t>
            </a:r>
            <a:r>
              <a:rPr lang="en-US" b="1" dirty="0"/>
              <a:t> </a:t>
            </a:r>
            <a:r>
              <a:rPr lang="en-US" b="1" dirty="0" err="1"/>
              <a:t>rozhodnutia</a:t>
            </a:r>
            <a:r>
              <a:rPr lang="en-US" b="1" dirty="0"/>
              <a:t>, </a:t>
            </a:r>
            <a:r>
              <a:rPr lang="en-US" b="1" dirty="0" err="1"/>
              <a:t>zmeny</a:t>
            </a:r>
            <a:r>
              <a:rPr lang="en-US" b="1" dirty="0"/>
              <a:t> a </a:t>
            </a:r>
            <a:r>
              <a:rPr lang="en-US" b="1" dirty="0" err="1"/>
              <a:t>komunikáciu</a:t>
            </a:r>
            <a:r>
              <a:rPr lang="en-US" b="1" dirty="0"/>
              <a:t>, </a:t>
            </a:r>
            <a:r>
              <a:rPr lang="en-US" b="1" dirty="0" err="1"/>
              <a:t>čo</a:t>
            </a:r>
            <a:r>
              <a:rPr lang="en-US" b="1" dirty="0"/>
              <a:t> </a:t>
            </a:r>
            <a:r>
              <a:rPr lang="en-US" b="1" dirty="0" err="1"/>
              <a:t>prispieva</a:t>
            </a:r>
            <a:r>
              <a:rPr lang="en-US" b="1" dirty="0"/>
              <a:t> k </a:t>
            </a:r>
            <a:r>
              <a:rPr lang="en-US" b="1" dirty="0" err="1"/>
              <a:t>vyššej</a:t>
            </a:r>
            <a:r>
              <a:rPr lang="en-US" b="1" dirty="0"/>
              <a:t> </a:t>
            </a:r>
            <a:r>
              <a:rPr lang="en-US" b="1" dirty="0" err="1"/>
              <a:t>transparentnosti</a:t>
            </a:r>
            <a:r>
              <a:rPr lang="en-US" b="1" dirty="0"/>
              <a:t> a </a:t>
            </a:r>
            <a:r>
              <a:rPr lang="en-US" b="1" dirty="0" err="1"/>
              <a:t>jasnému</a:t>
            </a:r>
            <a:r>
              <a:rPr lang="en-US" b="1" dirty="0"/>
              <a:t> </a:t>
            </a:r>
            <a:r>
              <a:rPr lang="en-US" b="1" dirty="0" err="1"/>
              <a:t>priradeniu</a:t>
            </a:r>
            <a:r>
              <a:rPr lang="en-US" b="1" dirty="0"/>
              <a:t> </a:t>
            </a:r>
            <a:r>
              <a:rPr lang="en-US" b="1" dirty="0" err="1"/>
              <a:t>zodpovednost</a:t>
            </a:r>
            <a:r>
              <a:rPr lang="sk-SK" b="1" dirty="0"/>
              <a:t>í</a:t>
            </a:r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DABF5-8F51-701C-41A3-648EFE25590F}"/>
              </a:ext>
            </a:extLst>
          </p:cNvPr>
          <p:cNvSpPr txBox="1"/>
          <p:nvPr/>
        </p:nvSpPr>
        <p:spPr>
          <a:xfrm>
            <a:off x="2571750" y="268118"/>
            <a:ext cx="93630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k-SK" sz="6000" b="1" dirty="0" err="1">
                <a:solidFill>
                  <a:srgbClr val="E30074"/>
                </a:solidFill>
              </a:rPr>
              <a:t>Dôkežitosť</a:t>
            </a:r>
            <a:r>
              <a:rPr lang="sk-SK" sz="6000" b="1" dirty="0">
                <a:solidFill>
                  <a:srgbClr val="E30074"/>
                </a:solidFill>
              </a:rPr>
              <a:t> dokumentácie</a:t>
            </a:r>
            <a:endParaRPr lang="sk-SK" sz="6000" b="1" dirty="0">
              <a:solidFill>
                <a:srgbClr val="E30074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04025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7B3F8B8-8EA3-0789-3DC6-468EA4AB0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1074420" y="-938213"/>
            <a:ext cx="5905500" cy="18764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A54E75F-DC78-31F0-2F05-03E346911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8924" y="5512444"/>
            <a:ext cx="8384374" cy="2691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E966AD-A4F9-6FFF-2E82-329F09C51267}"/>
              </a:ext>
            </a:extLst>
          </p:cNvPr>
          <p:cNvSpPr/>
          <p:nvPr/>
        </p:nvSpPr>
        <p:spPr>
          <a:xfrm>
            <a:off x="9940412" y="6338734"/>
            <a:ext cx="2251587" cy="1622322"/>
          </a:xfrm>
          <a:prstGeom prst="rect">
            <a:avLst/>
          </a:prstGeom>
          <a:solidFill>
            <a:srgbClr val="E30074"/>
          </a:solidFill>
          <a:ln>
            <a:solidFill>
              <a:srgbClr val="E3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94263-17C4-107C-501F-C19FC6080FA3}"/>
              </a:ext>
            </a:extLst>
          </p:cNvPr>
          <p:cNvSpPr txBox="1"/>
          <p:nvPr/>
        </p:nvSpPr>
        <p:spPr>
          <a:xfrm>
            <a:off x="688755" y="1545616"/>
            <a:ext cx="10490640" cy="5007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Projektový</a:t>
            </a:r>
            <a:r>
              <a:rPr lang="en-US" b="1" dirty="0">
                <a:solidFill>
                  <a:srgbClr val="E30074"/>
                </a:solidFill>
              </a:rPr>
              <a:t> Charter:</a:t>
            </a:r>
            <a:r>
              <a:rPr lang="sk-SK" b="1" dirty="0">
                <a:solidFill>
                  <a:srgbClr val="E30074"/>
                </a:solidFill>
              </a:rPr>
              <a:t> </a:t>
            </a:r>
            <a:r>
              <a:rPr lang="en-US" b="1" dirty="0" err="1"/>
              <a:t>Formálny</a:t>
            </a:r>
            <a:r>
              <a:rPr lang="en-US" b="1" dirty="0"/>
              <a:t> </a:t>
            </a:r>
            <a:r>
              <a:rPr lang="en-US" b="1" dirty="0" err="1"/>
              <a:t>dokument</a:t>
            </a:r>
            <a:r>
              <a:rPr lang="en-US" b="1" dirty="0"/>
              <a:t>, </a:t>
            </a:r>
            <a:r>
              <a:rPr lang="en-US" b="1" dirty="0" err="1"/>
              <a:t>ktorý</a:t>
            </a:r>
            <a:r>
              <a:rPr lang="en-US" b="1" dirty="0"/>
              <a:t> </a:t>
            </a:r>
            <a:r>
              <a:rPr lang="en-US" b="1" dirty="0" err="1"/>
              <a:t>spúšťa</a:t>
            </a:r>
            <a:r>
              <a:rPr lang="en-US" b="1" dirty="0"/>
              <a:t> </a:t>
            </a:r>
            <a:r>
              <a:rPr lang="en-US" b="1" dirty="0" err="1"/>
              <a:t>projekt</a:t>
            </a:r>
            <a:r>
              <a:rPr lang="en-US" b="1" dirty="0"/>
              <a:t> a </a:t>
            </a:r>
            <a:r>
              <a:rPr lang="en-US" b="1" dirty="0" err="1"/>
              <a:t>definuje</a:t>
            </a:r>
            <a:r>
              <a:rPr lang="en-US" b="1" dirty="0"/>
              <a:t> </a:t>
            </a:r>
            <a:r>
              <a:rPr lang="en-US" b="1" dirty="0" err="1"/>
              <a:t>jeho</a:t>
            </a:r>
            <a:r>
              <a:rPr lang="en-US" b="1" dirty="0"/>
              <a:t> </a:t>
            </a:r>
            <a:r>
              <a:rPr lang="en-US" b="1" dirty="0" err="1"/>
              <a:t>základné</a:t>
            </a:r>
            <a:r>
              <a:rPr lang="en-US" b="1" dirty="0"/>
              <a:t> parameter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Projektový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Plán</a:t>
            </a:r>
            <a:r>
              <a:rPr lang="sk-SK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Obsiahly</a:t>
            </a:r>
            <a:r>
              <a:rPr lang="en-US" b="1" dirty="0"/>
              <a:t> </a:t>
            </a:r>
            <a:r>
              <a:rPr lang="en-US" b="1" dirty="0" err="1"/>
              <a:t>dokument</a:t>
            </a:r>
            <a:r>
              <a:rPr lang="en-US" b="1" dirty="0"/>
              <a:t>, </a:t>
            </a:r>
            <a:r>
              <a:rPr lang="en-US" b="1" dirty="0" err="1"/>
              <a:t>ktorý</a:t>
            </a:r>
            <a:r>
              <a:rPr lang="en-US" b="1" dirty="0"/>
              <a:t> </a:t>
            </a:r>
            <a:r>
              <a:rPr lang="en-US" b="1" dirty="0" err="1"/>
              <a:t>podrobne</a:t>
            </a:r>
            <a:r>
              <a:rPr lang="en-US" b="1" dirty="0"/>
              <a:t> </a:t>
            </a:r>
            <a:r>
              <a:rPr lang="en-US" b="1" dirty="0" err="1"/>
              <a:t>rozpracováva</a:t>
            </a:r>
            <a:r>
              <a:rPr lang="en-US" b="1" dirty="0"/>
              <a:t> </a:t>
            </a:r>
            <a:r>
              <a:rPr lang="en-US" b="1" dirty="0" err="1"/>
              <a:t>harmonogram</a:t>
            </a:r>
            <a:r>
              <a:rPr lang="en-US" b="1" dirty="0"/>
              <a:t>, </a:t>
            </a:r>
            <a:r>
              <a:rPr lang="en-US" b="1" dirty="0" err="1"/>
              <a:t>rozpočet</a:t>
            </a:r>
            <a:r>
              <a:rPr lang="en-US" b="1" dirty="0"/>
              <a:t>, </a:t>
            </a:r>
            <a:r>
              <a:rPr lang="en-US" b="1" dirty="0" err="1"/>
              <a:t>riziká</a:t>
            </a:r>
            <a:r>
              <a:rPr lang="en-US" b="1" dirty="0"/>
              <a:t>, </a:t>
            </a:r>
            <a:r>
              <a:rPr lang="en-US" b="1" dirty="0" err="1"/>
              <a:t>komunikáciu</a:t>
            </a:r>
            <a:r>
              <a:rPr lang="en-US" b="1" dirty="0"/>
              <a:t> a </a:t>
            </a:r>
            <a:r>
              <a:rPr lang="en-US" b="1" dirty="0" err="1"/>
              <a:t>ďalšie</a:t>
            </a:r>
            <a:r>
              <a:rPr lang="en-US" b="1" dirty="0"/>
              <a:t> </a:t>
            </a:r>
            <a:r>
              <a:rPr lang="en-US" b="1" dirty="0" err="1"/>
              <a:t>aspekty</a:t>
            </a:r>
            <a:r>
              <a:rPr lang="en-US" b="1" dirty="0"/>
              <a:t> </a:t>
            </a:r>
            <a:r>
              <a:rPr lang="en-US" b="1" dirty="0" err="1"/>
              <a:t>riadenia</a:t>
            </a:r>
            <a:r>
              <a:rPr lang="en-US" b="1" dirty="0"/>
              <a:t> </a:t>
            </a:r>
            <a:r>
              <a:rPr lang="en-US" b="1" dirty="0" err="1"/>
              <a:t>projektu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Ganttov</a:t>
            </a:r>
            <a:r>
              <a:rPr lang="en-US" b="1" dirty="0">
                <a:solidFill>
                  <a:srgbClr val="E30074"/>
                </a:solidFill>
              </a:rPr>
              <a:t> Diagram</a:t>
            </a:r>
            <a:r>
              <a:rPr lang="sk-SK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Vizualizácia</a:t>
            </a:r>
            <a:r>
              <a:rPr lang="en-US" b="1" dirty="0"/>
              <a:t> </a:t>
            </a:r>
            <a:r>
              <a:rPr lang="en-US" b="1" dirty="0" err="1"/>
              <a:t>časového</a:t>
            </a:r>
            <a:r>
              <a:rPr lang="en-US" b="1" dirty="0"/>
              <a:t> </a:t>
            </a:r>
            <a:r>
              <a:rPr lang="en-US" b="1" dirty="0" err="1"/>
              <a:t>harmonogramu</a:t>
            </a:r>
            <a:r>
              <a:rPr lang="en-US" b="1" dirty="0"/>
              <a:t> </a:t>
            </a:r>
            <a:r>
              <a:rPr lang="en-US" b="1" dirty="0" err="1"/>
              <a:t>projektu</a:t>
            </a:r>
            <a:r>
              <a:rPr lang="en-US" b="1" dirty="0"/>
              <a:t>, </a:t>
            </a:r>
            <a:r>
              <a:rPr lang="en-US" b="1" dirty="0" err="1"/>
              <a:t>ktorá</a:t>
            </a:r>
            <a:r>
              <a:rPr lang="en-US" b="1" dirty="0"/>
              <a:t> </a:t>
            </a:r>
            <a:r>
              <a:rPr lang="en-US" b="1" dirty="0" err="1"/>
              <a:t>znázorňuje</a:t>
            </a:r>
            <a:r>
              <a:rPr lang="en-US" b="1" dirty="0"/>
              <a:t> </a:t>
            </a:r>
            <a:r>
              <a:rPr lang="en-US" b="1" dirty="0" err="1"/>
              <a:t>jednotlivé</a:t>
            </a:r>
            <a:r>
              <a:rPr lang="en-US" b="1" dirty="0"/>
              <a:t> </a:t>
            </a:r>
            <a:r>
              <a:rPr lang="en-US" b="1" dirty="0" err="1"/>
              <a:t>úlohy</a:t>
            </a:r>
            <a:r>
              <a:rPr lang="en-US" b="1" dirty="0"/>
              <a:t>, ich </a:t>
            </a:r>
            <a:r>
              <a:rPr lang="en-US" b="1" dirty="0" err="1"/>
              <a:t>trvanie</a:t>
            </a:r>
            <a:r>
              <a:rPr lang="en-US" b="1" dirty="0"/>
              <a:t> a </a:t>
            </a:r>
            <a:r>
              <a:rPr lang="en-US" b="1" dirty="0" err="1"/>
              <a:t>vzájomné</a:t>
            </a:r>
            <a:r>
              <a:rPr lang="en-US" b="1" dirty="0"/>
              <a:t> </a:t>
            </a:r>
            <a:r>
              <a:rPr lang="en-US" b="1" dirty="0" err="1"/>
              <a:t>závislosti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b="1" dirty="0"/>
          </a:p>
          <a:p>
            <a:pPr marL="18450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Reporty</a:t>
            </a:r>
            <a:r>
              <a:rPr lang="en-US" b="1" dirty="0">
                <a:solidFill>
                  <a:srgbClr val="E30074"/>
                </a:solidFill>
              </a:rPr>
              <a:t> a </a:t>
            </a:r>
            <a:r>
              <a:rPr lang="en-US" b="1" dirty="0" err="1">
                <a:solidFill>
                  <a:srgbClr val="E30074"/>
                </a:solidFill>
              </a:rPr>
              <a:t>Zápisy</a:t>
            </a:r>
            <a:r>
              <a:rPr lang="sk-SK" b="1" dirty="0">
                <a:solidFill>
                  <a:srgbClr val="E30074"/>
                </a:solidFill>
              </a:rPr>
              <a:t>: </a:t>
            </a:r>
            <a:r>
              <a:rPr lang="en-US" b="1" dirty="0" err="1"/>
              <a:t>Pravidelné</a:t>
            </a:r>
            <a:r>
              <a:rPr lang="en-US" b="1" dirty="0"/>
              <a:t> </a:t>
            </a:r>
            <a:r>
              <a:rPr lang="en-US" b="1" dirty="0" err="1"/>
              <a:t>aktualizácie</a:t>
            </a:r>
            <a:r>
              <a:rPr lang="en-US" b="1" dirty="0"/>
              <a:t> o stave </a:t>
            </a:r>
            <a:r>
              <a:rPr lang="en-US" b="1" dirty="0" err="1"/>
              <a:t>projektu</a:t>
            </a:r>
            <a:r>
              <a:rPr lang="en-US" b="1" dirty="0"/>
              <a:t>, </a:t>
            </a:r>
            <a:r>
              <a:rPr lang="en-US" b="1" dirty="0" err="1"/>
              <a:t>ktoré</a:t>
            </a:r>
            <a:r>
              <a:rPr lang="en-US" b="1" dirty="0"/>
              <a:t> </a:t>
            </a:r>
            <a:r>
              <a:rPr lang="en-US" b="1" dirty="0" err="1"/>
              <a:t>obsahujú</a:t>
            </a:r>
            <a:r>
              <a:rPr lang="en-US" b="1" dirty="0"/>
              <a:t> </a:t>
            </a:r>
            <a:r>
              <a:rPr lang="en-US" b="1" dirty="0" err="1"/>
              <a:t>dôležité</a:t>
            </a:r>
            <a:r>
              <a:rPr lang="en-US" b="1" dirty="0"/>
              <a:t> </a:t>
            </a:r>
            <a:r>
              <a:rPr lang="en-US" b="1" dirty="0" err="1"/>
              <a:t>rozhodnutia</a:t>
            </a:r>
            <a:r>
              <a:rPr lang="en-US" b="1" dirty="0"/>
              <a:t>, </a:t>
            </a:r>
            <a:r>
              <a:rPr lang="en-US" b="1" dirty="0" err="1"/>
              <a:t>výsledky</a:t>
            </a:r>
            <a:r>
              <a:rPr lang="en-US" b="1" dirty="0"/>
              <a:t> </a:t>
            </a:r>
            <a:r>
              <a:rPr lang="en-US" b="1" dirty="0" err="1"/>
              <a:t>stretnutí</a:t>
            </a:r>
            <a:r>
              <a:rPr lang="en-US" b="1" dirty="0"/>
              <a:t> a </a:t>
            </a:r>
            <a:r>
              <a:rPr lang="en-US" b="1" dirty="0" err="1"/>
              <a:t>prípadné</a:t>
            </a:r>
            <a:r>
              <a:rPr lang="en-US" b="1" dirty="0"/>
              <a:t> </a:t>
            </a:r>
            <a:r>
              <a:rPr lang="en-US" b="1" dirty="0" err="1"/>
              <a:t>zmeny</a:t>
            </a:r>
            <a:r>
              <a:rPr lang="en-US" b="1" dirty="0"/>
              <a:t> v </a:t>
            </a:r>
            <a:r>
              <a:rPr lang="en-US" b="1" dirty="0" err="1"/>
              <a:t>pláne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DABF5-8F51-701C-41A3-648EFE25590F}"/>
              </a:ext>
            </a:extLst>
          </p:cNvPr>
          <p:cNvSpPr txBox="1"/>
          <p:nvPr/>
        </p:nvSpPr>
        <p:spPr>
          <a:xfrm>
            <a:off x="1581149" y="304731"/>
            <a:ext cx="106108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k-SK" sz="6000" b="1" dirty="0">
                <a:solidFill>
                  <a:srgbClr val="E30074"/>
                </a:solidFill>
              </a:rPr>
              <a:t>typy projektovej dokumentácie</a:t>
            </a:r>
            <a:endParaRPr lang="sk-SK" sz="6000" b="1" dirty="0">
              <a:solidFill>
                <a:srgbClr val="E30074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75422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7B3F8B8-8EA3-0789-3DC6-468EA4AB0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1074420" y="-938213"/>
            <a:ext cx="5905500" cy="18764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A54E75F-DC78-31F0-2F05-03E346911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8924" y="5512444"/>
            <a:ext cx="8384374" cy="2691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E966AD-A4F9-6FFF-2E82-329F09C51267}"/>
              </a:ext>
            </a:extLst>
          </p:cNvPr>
          <p:cNvSpPr/>
          <p:nvPr/>
        </p:nvSpPr>
        <p:spPr>
          <a:xfrm>
            <a:off x="9940412" y="6338734"/>
            <a:ext cx="2251587" cy="1622322"/>
          </a:xfrm>
          <a:prstGeom prst="rect">
            <a:avLst/>
          </a:prstGeom>
          <a:solidFill>
            <a:srgbClr val="E30074"/>
          </a:solidFill>
          <a:ln>
            <a:solidFill>
              <a:srgbClr val="E3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94263-17C4-107C-501F-C19FC6080FA3}"/>
              </a:ext>
            </a:extLst>
          </p:cNvPr>
          <p:cNvSpPr txBox="1"/>
          <p:nvPr/>
        </p:nvSpPr>
        <p:spPr>
          <a:xfrm>
            <a:off x="850680" y="2563339"/>
            <a:ext cx="10490640" cy="2293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Zmenové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Žiadosti</a:t>
            </a:r>
            <a:r>
              <a:rPr lang="en-US" b="1" dirty="0">
                <a:solidFill>
                  <a:srgbClr val="E30074"/>
                </a:solidFill>
              </a:rPr>
              <a:t>:</a:t>
            </a:r>
            <a:r>
              <a:rPr lang="sk-SK" b="1" dirty="0">
                <a:solidFill>
                  <a:srgbClr val="E30074"/>
                </a:solidFill>
              </a:rPr>
              <a:t> </a:t>
            </a:r>
            <a:r>
              <a:rPr lang="en-US" b="1" dirty="0" err="1"/>
              <a:t>Dokumentácia</a:t>
            </a:r>
            <a:r>
              <a:rPr lang="en-US" b="1" dirty="0"/>
              <a:t> </a:t>
            </a:r>
            <a:r>
              <a:rPr lang="en-US" b="1" dirty="0" err="1"/>
              <a:t>všetkých</a:t>
            </a:r>
            <a:r>
              <a:rPr lang="en-US" b="1" dirty="0"/>
              <a:t> </a:t>
            </a:r>
            <a:r>
              <a:rPr lang="en-US" b="1" dirty="0" err="1"/>
              <a:t>navrhovaných</a:t>
            </a:r>
            <a:r>
              <a:rPr lang="en-US" b="1" dirty="0"/>
              <a:t> </a:t>
            </a:r>
            <a:r>
              <a:rPr lang="en-US" b="1" dirty="0" err="1"/>
              <a:t>zmien</a:t>
            </a:r>
            <a:r>
              <a:rPr lang="en-US" b="1" dirty="0"/>
              <a:t>, ich </a:t>
            </a:r>
            <a:r>
              <a:rPr lang="en-US" b="1" dirty="0" err="1"/>
              <a:t>dôvody</a:t>
            </a:r>
            <a:r>
              <a:rPr lang="en-US" b="1" dirty="0"/>
              <a:t> a </a:t>
            </a:r>
            <a:r>
              <a:rPr lang="en-US" b="1" dirty="0" err="1"/>
              <a:t>spôsob</a:t>
            </a:r>
            <a:r>
              <a:rPr lang="en-US" b="1" dirty="0"/>
              <a:t> </a:t>
            </a:r>
            <a:r>
              <a:rPr lang="en-US" b="1" dirty="0" err="1"/>
              <a:t>implementácie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Technická</a:t>
            </a:r>
            <a:r>
              <a:rPr lang="en-US" b="1" dirty="0">
                <a:solidFill>
                  <a:srgbClr val="E30074"/>
                </a:solidFill>
              </a:rPr>
              <a:t> </a:t>
            </a:r>
            <a:r>
              <a:rPr lang="en-US" b="1" dirty="0" err="1">
                <a:solidFill>
                  <a:srgbClr val="E30074"/>
                </a:solidFill>
              </a:rPr>
              <a:t>Dokumentácia</a:t>
            </a:r>
            <a:r>
              <a:rPr lang="en-US" b="1" dirty="0">
                <a:solidFill>
                  <a:srgbClr val="E30074"/>
                </a:solidFill>
              </a:rPr>
              <a:t>:</a:t>
            </a:r>
            <a:r>
              <a:rPr lang="sk-SK" b="1" dirty="0">
                <a:solidFill>
                  <a:srgbClr val="E30074"/>
                </a:solidFill>
              </a:rPr>
              <a:t> </a:t>
            </a:r>
            <a:r>
              <a:rPr lang="en-US" b="1" dirty="0" err="1"/>
              <a:t>Detailné</a:t>
            </a:r>
            <a:r>
              <a:rPr lang="en-US" b="1" dirty="0"/>
              <a:t> </a:t>
            </a:r>
            <a:r>
              <a:rPr lang="en-US" b="1" dirty="0" err="1"/>
              <a:t>špecifikácie</a:t>
            </a:r>
            <a:r>
              <a:rPr lang="en-US" b="1" dirty="0"/>
              <a:t>, </a:t>
            </a:r>
            <a:r>
              <a:rPr lang="en-US" b="1" dirty="0" err="1"/>
              <a:t>návrhy</a:t>
            </a:r>
            <a:r>
              <a:rPr lang="en-US" b="1" dirty="0"/>
              <a:t> a </a:t>
            </a:r>
            <a:r>
              <a:rPr lang="en-US" b="1" dirty="0" err="1"/>
              <a:t>technické</a:t>
            </a:r>
            <a:r>
              <a:rPr lang="en-US" b="1" dirty="0"/>
              <a:t> </a:t>
            </a:r>
            <a:r>
              <a:rPr lang="en-US" b="1" dirty="0" err="1"/>
              <a:t>plány</a:t>
            </a:r>
            <a:r>
              <a:rPr lang="en-US" b="1" dirty="0"/>
              <a:t>, </a:t>
            </a:r>
            <a:r>
              <a:rPr lang="en-US" b="1" dirty="0" err="1"/>
              <a:t>ktoré</a:t>
            </a:r>
            <a:r>
              <a:rPr lang="en-US" b="1" dirty="0"/>
              <a:t> </a:t>
            </a:r>
            <a:r>
              <a:rPr lang="en-US" b="1" dirty="0" err="1"/>
              <a:t>podporujú</a:t>
            </a:r>
            <a:r>
              <a:rPr lang="en-US" b="1" dirty="0"/>
              <a:t> </a:t>
            </a:r>
            <a:r>
              <a:rPr lang="en-US" b="1" dirty="0" err="1"/>
              <a:t>realizáciu</a:t>
            </a:r>
            <a:r>
              <a:rPr lang="en-US" b="1" dirty="0"/>
              <a:t> </a:t>
            </a:r>
            <a:r>
              <a:rPr lang="en-US" b="1" dirty="0" err="1"/>
              <a:t>projektu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DABF5-8F51-701C-41A3-648EFE25590F}"/>
              </a:ext>
            </a:extLst>
          </p:cNvPr>
          <p:cNvSpPr txBox="1"/>
          <p:nvPr/>
        </p:nvSpPr>
        <p:spPr>
          <a:xfrm>
            <a:off x="1581149" y="304731"/>
            <a:ext cx="106108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k-SK" sz="6000" b="1" dirty="0">
                <a:solidFill>
                  <a:srgbClr val="E30074"/>
                </a:solidFill>
              </a:rPr>
              <a:t>typy projektovej dokumentácie</a:t>
            </a:r>
            <a:endParaRPr lang="sk-SK" sz="6000" b="1" dirty="0">
              <a:solidFill>
                <a:srgbClr val="E30074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80506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7B3F8B8-8EA3-0789-3DC6-468EA4AB0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1074420" y="-938213"/>
            <a:ext cx="5905500" cy="18764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A54E75F-DC78-31F0-2F05-03E346911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8924" y="5512444"/>
            <a:ext cx="8384374" cy="2691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E966AD-A4F9-6FFF-2E82-329F09C51267}"/>
              </a:ext>
            </a:extLst>
          </p:cNvPr>
          <p:cNvSpPr/>
          <p:nvPr/>
        </p:nvSpPr>
        <p:spPr>
          <a:xfrm>
            <a:off x="9940412" y="6338734"/>
            <a:ext cx="2251587" cy="1622322"/>
          </a:xfrm>
          <a:prstGeom prst="rect">
            <a:avLst/>
          </a:prstGeom>
          <a:solidFill>
            <a:srgbClr val="E30074"/>
          </a:solidFill>
          <a:ln>
            <a:solidFill>
              <a:srgbClr val="E3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94263-17C4-107C-501F-C19FC6080FA3}"/>
              </a:ext>
            </a:extLst>
          </p:cNvPr>
          <p:cNvSpPr txBox="1"/>
          <p:nvPr/>
        </p:nvSpPr>
        <p:spPr>
          <a:xfrm>
            <a:off x="850680" y="1764503"/>
            <a:ext cx="10490640" cy="317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b="1" dirty="0" err="1">
                <a:solidFill>
                  <a:srgbClr val="E30074"/>
                </a:solidFill>
              </a:rPr>
              <a:t>Projektový</a:t>
            </a:r>
            <a:r>
              <a:rPr lang="en-US" b="1" dirty="0">
                <a:solidFill>
                  <a:srgbClr val="E30074"/>
                </a:solidFill>
              </a:rPr>
              <a:t> Charter </a:t>
            </a:r>
            <a:r>
              <a:rPr lang="en-US" b="1" dirty="0"/>
              <a:t>je </a:t>
            </a:r>
            <a:r>
              <a:rPr lang="en-US" b="1" dirty="0" err="1"/>
              <a:t>základný</a:t>
            </a:r>
            <a:r>
              <a:rPr lang="en-US" b="1" dirty="0"/>
              <a:t>, </a:t>
            </a:r>
            <a:r>
              <a:rPr lang="en-US" b="1" dirty="0" err="1"/>
              <a:t>formálny</a:t>
            </a:r>
            <a:r>
              <a:rPr lang="en-US" b="1" dirty="0"/>
              <a:t> </a:t>
            </a:r>
            <a:r>
              <a:rPr lang="en-US" b="1" dirty="0" err="1"/>
              <a:t>dokument</a:t>
            </a:r>
            <a:r>
              <a:rPr lang="en-US" b="1" dirty="0"/>
              <a:t>, </a:t>
            </a:r>
            <a:r>
              <a:rPr lang="en-US" b="1" dirty="0" err="1"/>
              <a:t>ktorý</a:t>
            </a:r>
            <a:r>
              <a:rPr lang="en-US" b="1" dirty="0"/>
              <a:t> </a:t>
            </a:r>
            <a:r>
              <a:rPr lang="en-US" b="1" dirty="0" err="1"/>
              <a:t>oficiálne</a:t>
            </a:r>
            <a:r>
              <a:rPr lang="en-US" b="1" dirty="0"/>
              <a:t> </a:t>
            </a:r>
            <a:r>
              <a:rPr lang="en-US" b="1" dirty="0" err="1"/>
              <a:t>spúšťa</a:t>
            </a:r>
            <a:r>
              <a:rPr lang="en-US" b="1" dirty="0"/>
              <a:t> project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sk-SK" b="1" dirty="0"/>
              <a:t>Stanovuje </a:t>
            </a:r>
            <a:r>
              <a:rPr lang="sk-SK" b="1" dirty="0">
                <a:solidFill>
                  <a:srgbClr val="E30074"/>
                </a:solidFill>
              </a:rPr>
              <a:t>smerovanie projektu </a:t>
            </a:r>
            <a:r>
              <a:rPr lang="sk-SK" b="1" dirty="0"/>
              <a:t>tým, že definuje jeho ciele, rozsah, zúčastnené strany, zdroje a predbežné riziká</a:t>
            </a:r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sk-SK" b="1" dirty="0"/>
              <a:t>Slúži ako </a:t>
            </a:r>
            <a:r>
              <a:rPr lang="sk-SK" b="1" dirty="0">
                <a:solidFill>
                  <a:srgbClr val="E30074"/>
                </a:solidFill>
              </a:rPr>
              <a:t>autorizačný nástroj</a:t>
            </a:r>
            <a:r>
              <a:rPr lang="sk-SK" b="1" dirty="0"/>
              <a:t>, ktorý poskytuje projektovému manažérovi právomoci a jasné smerovanie pre ďalšie plánovacie a vykonávacie činnosti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DABF5-8F51-701C-41A3-648EFE25590F}"/>
              </a:ext>
            </a:extLst>
          </p:cNvPr>
          <p:cNvSpPr txBox="1"/>
          <p:nvPr/>
        </p:nvSpPr>
        <p:spPr>
          <a:xfrm>
            <a:off x="1581149" y="304731"/>
            <a:ext cx="106108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k-SK" sz="6000" b="1" dirty="0">
                <a:solidFill>
                  <a:srgbClr val="E30074"/>
                </a:solidFill>
              </a:rPr>
              <a:t>Projektový </a:t>
            </a:r>
            <a:r>
              <a:rPr lang="sk-SK" sz="6000" b="1" dirty="0" err="1">
                <a:solidFill>
                  <a:srgbClr val="E30074"/>
                </a:solidFill>
              </a:rPr>
              <a:t>Charter</a:t>
            </a:r>
            <a:endParaRPr lang="sk-SK" sz="6000" b="1" dirty="0">
              <a:solidFill>
                <a:srgbClr val="E30074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89190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7B3F8B8-8EA3-0789-3DC6-468EA4AB0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1074420" y="-938213"/>
            <a:ext cx="5905500" cy="18764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A54E75F-DC78-31F0-2F05-03E346911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8924" y="5512444"/>
            <a:ext cx="8384374" cy="2691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E966AD-A4F9-6FFF-2E82-329F09C51267}"/>
              </a:ext>
            </a:extLst>
          </p:cNvPr>
          <p:cNvSpPr/>
          <p:nvPr/>
        </p:nvSpPr>
        <p:spPr>
          <a:xfrm>
            <a:off x="9940412" y="6338734"/>
            <a:ext cx="2251587" cy="1622322"/>
          </a:xfrm>
          <a:prstGeom prst="rect">
            <a:avLst/>
          </a:prstGeom>
          <a:solidFill>
            <a:srgbClr val="E30074"/>
          </a:solidFill>
          <a:ln>
            <a:solidFill>
              <a:srgbClr val="E300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94263-17C4-107C-501F-C19FC6080FA3}"/>
              </a:ext>
            </a:extLst>
          </p:cNvPr>
          <p:cNvSpPr txBox="1"/>
          <p:nvPr/>
        </p:nvSpPr>
        <p:spPr>
          <a:xfrm>
            <a:off x="4267200" y="1320394"/>
            <a:ext cx="7074120" cy="4702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27400" indent="-342900" eaLnBrk="1" hangingPunct="1">
              <a:lnSpc>
                <a:spcPct val="150000"/>
              </a:lnSpc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b="1" dirty="0" err="1"/>
              <a:t>Názov</a:t>
            </a:r>
            <a:r>
              <a:rPr lang="en-US" b="1" dirty="0"/>
              <a:t> a </a:t>
            </a:r>
            <a:r>
              <a:rPr lang="en-US" b="1" dirty="0" err="1"/>
              <a:t>účel</a:t>
            </a:r>
            <a:r>
              <a:rPr lang="en-US" b="1" dirty="0"/>
              <a:t> </a:t>
            </a:r>
            <a:r>
              <a:rPr lang="en-US" b="1" dirty="0" err="1"/>
              <a:t>projektu</a:t>
            </a:r>
            <a:endParaRPr lang="sk-SK" b="1" dirty="0"/>
          </a:p>
          <a:p>
            <a:pPr marL="527400" indent="-342900" eaLnBrk="1" hangingPunct="1">
              <a:lnSpc>
                <a:spcPct val="150000"/>
              </a:lnSpc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b="1" dirty="0" err="1"/>
              <a:t>Pozadie</a:t>
            </a:r>
            <a:r>
              <a:rPr lang="en-US" b="1" dirty="0"/>
              <a:t> a context</a:t>
            </a:r>
            <a:endParaRPr lang="sk-SK" b="1" dirty="0"/>
          </a:p>
          <a:p>
            <a:pPr marL="527400" indent="-342900" eaLnBrk="1" hangingPunct="1">
              <a:lnSpc>
                <a:spcPct val="150000"/>
              </a:lnSpc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b="1" dirty="0" err="1"/>
              <a:t>Ciele</a:t>
            </a:r>
            <a:r>
              <a:rPr lang="en-US" b="1" dirty="0"/>
              <a:t> a </a:t>
            </a:r>
            <a:r>
              <a:rPr lang="en-US" b="1" dirty="0" err="1"/>
              <a:t>prínosy</a:t>
            </a:r>
            <a:endParaRPr lang="sk-SK" b="1" dirty="0"/>
          </a:p>
          <a:p>
            <a:pPr marL="527400" indent="-342900" eaLnBrk="1" hangingPunct="1">
              <a:lnSpc>
                <a:spcPct val="150000"/>
              </a:lnSpc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b="1" dirty="0" err="1"/>
              <a:t>Rozsah</a:t>
            </a:r>
            <a:r>
              <a:rPr lang="en-US" b="1" dirty="0"/>
              <a:t> </a:t>
            </a:r>
            <a:r>
              <a:rPr lang="en-US" b="1" dirty="0" err="1"/>
              <a:t>projektu</a:t>
            </a:r>
            <a:endParaRPr lang="sk-SK" b="1" dirty="0"/>
          </a:p>
          <a:p>
            <a:pPr marL="527400" indent="-342900" eaLnBrk="1" hangingPunct="1">
              <a:lnSpc>
                <a:spcPct val="150000"/>
              </a:lnSpc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b="1" dirty="0" err="1"/>
              <a:t>Identifikácia</a:t>
            </a:r>
            <a:r>
              <a:rPr lang="en-US" b="1" dirty="0"/>
              <a:t> </a:t>
            </a:r>
            <a:r>
              <a:rPr lang="en-US" b="1" dirty="0" err="1"/>
              <a:t>zainteresovaných</a:t>
            </a:r>
            <a:r>
              <a:rPr lang="en-US" b="1" dirty="0"/>
              <a:t> </a:t>
            </a:r>
            <a:r>
              <a:rPr lang="en-US" b="1" dirty="0" err="1"/>
              <a:t>strán</a:t>
            </a:r>
            <a:endParaRPr lang="sk-SK" b="1" dirty="0"/>
          </a:p>
          <a:p>
            <a:pPr marL="527400" indent="-342900" eaLnBrk="1" hangingPunct="1">
              <a:lnSpc>
                <a:spcPct val="150000"/>
              </a:lnSpc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b="1" dirty="0" err="1"/>
              <a:t>Zdroje</a:t>
            </a:r>
            <a:r>
              <a:rPr lang="en-US" b="1" dirty="0"/>
              <a:t> a </a:t>
            </a:r>
            <a:r>
              <a:rPr lang="en-US" b="1" dirty="0" err="1"/>
              <a:t>financovanie</a:t>
            </a:r>
            <a:endParaRPr lang="sk-SK" b="1" dirty="0"/>
          </a:p>
          <a:p>
            <a:pPr marL="527400" indent="-342900" eaLnBrk="1" hangingPunct="1">
              <a:lnSpc>
                <a:spcPct val="150000"/>
              </a:lnSpc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b="1" dirty="0" err="1"/>
              <a:t>Riziká</a:t>
            </a:r>
            <a:r>
              <a:rPr lang="en-US" b="1" dirty="0"/>
              <a:t> a </a:t>
            </a:r>
            <a:r>
              <a:rPr lang="en-US" b="1" dirty="0" err="1"/>
              <a:t>obmedzenia</a:t>
            </a:r>
            <a:endParaRPr lang="sk-SK" b="1" dirty="0"/>
          </a:p>
          <a:p>
            <a:pPr marL="527400" indent="-342900" eaLnBrk="1" hangingPunct="1">
              <a:lnSpc>
                <a:spcPct val="150000"/>
              </a:lnSpc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b="1" dirty="0" err="1"/>
              <a:t>Hlavné</a:t>
            </a:r>
            <a:r>
              <a:rPr lang="en-US" b="1" dirty="0"/>
              <a:t> </a:t>
            </a:r>
            <a:r>
              <a:rPr lang="en-US" b="1" dirty="0" err="1"/>
              <a:t>míľniky</a:t>
            </a:r>
            <a:endParaRPr lang="sk-SK" b="1" dirty="0"/>
          </a:p>
          <a:p>
            <a:pPr marL="527400" indent="-342900" eaLnBrk="1" hangingPunct="1">
              <a:lnSpc>
                <a:spcPct val="150000"/>
              </a:lnSpc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b="1" dirty="0" err="1"/>
              <a:t>Schválenie</a:t>
            </a:r>
            <a:r>
              <a:rPr lang="en-US" b="1" dirty="0"/>
              <a:t> a </a:t>
            </a:r>
            <a:r>
              <a:rPr lang="en-US" b="1" dirty="0" err="1"/>
              <a:t>podpisy</a:t>
            </a:r>
            <a:endParaRPr lang="sk-SK" b="1" dirty="0"/>
          </a:p>
          <a:p>
            <a:pPr marL="184500" eaLnBrk="1" hangingPunct="1">
              <a:lnSpc>
                <a:spcPct val="150000"/>
              </a:lnSpc>
              <a:spcBef>
                <a:spcPct val="20000"/>
              </a:spcBef>
              <a:defRPr/>
            </a:pPr>
            <a:endParaRPr lang="sk-SK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DABF5-8F51-701C-41A3-648EFE25590F}"/>
              </a:ext>
            </a:extLst>
          </p:cNvPr>
          <p:cNvSpPr txBox="1"/>
          <p:nvPr/>
        </p:nvSpPr>
        <p:spPr>
          <a:xfrm>
            <a:off x="850680" y="304731"/>
            <a:ext cx="113413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sk-SK" sz="6000" b="1" dirty="0">
                <a:solidFill>
                  <a:srgbClr val="E30074"/>
                </a:solidFill>
              </a:rPr>
              <a:t>komponenty projektového </a:t>
            </a:r>
            <a:r>
              <a:rPr lang="sk-SK" sz="6000" b="1" dirty="0" err="1">
                <a:solidFill>
                  <a:srgbClr val="E30074"/>
                </a:solidFill>
              </a:rPr>
              <a:t>chartra</a:t>
            </a:r>
            <a:endParaRPr lang="sk-SK" sz="6000" b="1" dirty="0">
              <a:solidFill>
                <a:srgbClr val="E30074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44422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bde4dffc-4b60-4cf6-8b04-a5eeb25f5c4f}" enabled="0" method="" siteId="{bde4dffc-4b60-4cf6-8b04-a5eeb25f5c4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</Words>
  <Application>Microsoft Office PowerPoint</Application>
  <PresentationFormat>Widescreen</PresentationFormat>
  <Paragraphs>52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(Body)</vt:lpstr>
      <vt:lpstr>Calibri Light</vt:lpstr>
      <vt:lpstr>Office Theme</vt:lpstr>
      <vt:lpstr>Základy projektovej dokumentácie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S.R.O</dc:title>
  <dc:creator>Baco, Timotej</dc:creator>
  <cp:lastModifiedBy>Bačo, Timotej</cp:lastModifiedBy>
  <cp:revision>6</cp:revision>
  <dcterms:created xsi:type="dcterms:W3CDTF">2024-09-24T18:44:51Z</dcterms:created>
  <dcterms:modified xsi:type="dcterms:W3CDTF">2025-02-25T21:00:40Z</dcterms:modified>
</cp:coreProperties>
</file>