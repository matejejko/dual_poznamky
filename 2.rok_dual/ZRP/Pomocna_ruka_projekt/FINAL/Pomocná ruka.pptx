
<file path=[Content_Types].xml><?xml version="1.0" encoding="utf-8"?>
<Types xmlns="http://schemas.openxmlformats.org/package/2006/content-types">
  <Default ContentType="application/x-fontdata" Extension="fntdata"/>
  <Default ContentType="image/jpeg" Extension="jpeg"/>
  <Default ContentType="image/png" Extension="png"/>
  <Default ContentType="application/vnd.openxmlformats-package.relationships+xml" Extension="rels"/>
  <Default ContentType="image/svg+xml" Extension="svg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slide+xml" PartName="/ppt/slides/slide7.xml"/>
  <Override ContentType="application/vnd.openxmlformats-officedocument.presentationml.slide+xml" PartName="/ppt/slides/slide8.xml"/>
  <Override ContentType="application/vnd.openxmlformats-officedocument.presentationml.slide+xml" PartName="/ppt/slides/slide9.xml"/>
  <Override ContentType="application/vnd.openxmlformats-officedocument.presentationml.slide+xml" PartName="/ppt/slides/slide10.xml"/>
  <Override ContentType="application/vnd.openxmlformats-officedocument.presentationml.slide+xml" PartName="/ppt/slides/slide11.xml"/>
  <Override ContentType="application/vnd.openxmlformats-officedocument.presentationml.slide+xml" PartName="/ppt/slides/slide12.xml"/>
  <Override ContentType="application/vnd.openxmlformats-officedocument.presentationml.slide+xml" PartName="/ppt/slides/slide13.xml"/>
  <Override ContentType="application/vnd.openxmlformats-officedocument.presentationml.slide+xml" PartName="/ppt/slides/slide14.xml"/>
  <Override ContentType="application/vnd.openxmlformats-officedocument.presentationml.slide+xml" PartName="/ppt/slides/slide15.xml"/>
  <Override ContentType="application/vnd.openxmlformats-officedocument.presentationml.slide+xml" PartName="/ppt/slides/slide16.xml"/>
  <Override ContentType="application/vnd.openxmlformats-officedocument.presentationml.slide+xml" PartName="/ppt/slides/slide17.xml"/>
  <Override ContentType="application/vnd.openxmlformats-officedocument.presentationml.slide+xml" PartName="/ppt/slides/slide18.xml"/>
  <Override ContentType="application/vnd.openxmlformats-officedocument.presentationml.slide+xml" PartName="/ppt/slides/slide19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22.xml"/>
  <Override ContentType="application/vnd.openxmlformats-officedocument.presentationml.slide+xml" PartName="/ppt/slides/slide23.xml"/>
  <Override ContentType="application/vnd.openxmlformats-officedocument.presentationml.slide+xml" PartName="/ppt/slides/slide24.xml"/>
  <Override ContentType="application/vnd.openxmlformats-officedocument.presentationml.slide+xml" PartName="/ppt/slides/slide25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  <p:sldId id="273" r:id="rId23"/>
    <p:sldId id="274" r:id="rId24"/>
    <p:sldId id="275" r:id="rId25"/>
    <p:sldId id="276" r:id="rId26"/>
    <p:sldId id="277" r:id="rId27"/>
    <p:sldId id="278" r:id="rId28"/>
    <p:sldId id="279" r:id="rId29"/>
    <p:sldId id="280" r:id="rId30"/>
  </p:sldIdLst>
  <p:sldSz cx="18288000" cy="10287000"/>
  <p:notesSz cx="6858000" cy="9144000"/>
  <p:embeddedFontLst>
    <p:embeddedFont>
      <p:font typeface="Hagrid Text" charset="1" panose="00000500000000000000"/>
      <p:regular r:id="rId31"/>
    </p:embeddedFont>
    <p:embeddedFont>
      <p:font typeface="Hagrid Text Heavy" charset="1" panose="00000A00000000000000"/>
      <p:regular r:id="rId32"/>
    </p:embeddedFont>
    <p:embeddedFont>
      <p:font typeface="Hagrid Text Bold" charset="1" panose="00000800000000000000"/>
      <p:regular r:id="rId33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slides/slide5.xml" Type="http://schemas.openxmlformats.org/officeDocument/2006/relationships/slide"/><Relationship Id="rId11" Target="slides/slide6.xml" Type="http://schemas.openxmlformats.org/officeDocument/2006/relationships/slide"/><Relationship Id="rId12" Target="slides/slide7.xml" Type="http://schemas.openxmlformats.org/officeDocument/2006/relationships/slide"/><Relationship Id="rId13" Target="slides/slide8.xml" Type="http://schemas.openxmlformats.org/officeDocument/2006/relationships/slide"/><Relationship Id="rId14" Target="slides/slide9.xml" Type="http://schemas.openxmlformats.org/officeDocument/2006/relationships/slide"/><Relationship Id="rId15" Target="slides/slide10.xml" Type="http://schemas.openxmlformats.org/officeDocument/2006/relationships/slide"/><Relationship Id="rId16" Target="slides/slide11.xml" Type="http://schemas.openxmlformats.org/officeDocument/2006/relationships/slide"/><Relationship Id="rId17" Target="slides/slide12.xml" Type="http://schemas.openxmlformats.org/officeDocument/2006/relationships/slide"/><Relationship Id="rId18" Target="slides/slide13.xml" Type="http://schemas.openxmlformats.org/officeDocument/2006/relationships/slide"/><Relationship Id="rId19" Target="slides/slide14.xml" Type="http://schemas.openxmlformats.org/officeDocument/2006/relationships/slide"/><Relationship Id="rId2" Target="presProps.xml" Type="http://schemas.openxmlformats.org/officeDocument/2006/relationships/presProps"/><Relationship Id="rId20" Target="slides/slide15.xml" Type="http://schemas.openxmlformats.org/officeDocument/2006/relationships/slide"/><Relationship Id="rId21" Target="slides/slide16.xml" Type="http://schemas.openxmlformats.org/officeDocument/2006/relationships/slide"/><Relationship Id="rId22" Target="slides/slide17.xml" Type="http://schemas.openxmlformats.org/officeDocument/2006/relationships/slide"/><Relationship Id="rId23" Target="slides/slide18.xml" Type="http://schemas.openxmlformats.org/officeDocument/2006/relationships/slide"/><Relationship Id="rId24" Target="slides/slide19.xml" Type="http://schemas.openxmlformats.org/officeDocument/2006/relationships/slide"/><Relationship Id="rId25" Target="slides/slide20.xml" Type="http://schemas.openxmlformats.org/officeDocument/2006/relationships/slide"/><Relationship Id="rId26" Target="slides/slide21.xml" Type="http://schemas.openxmlformats.org/officeDocument/2006/relationships/slide"/><Relationship Id="rId27" Target="slides/slide22.xml" Type="http://schemas.openxmlformats.org/officeDocument/2006/relationships/slide"/><Relationship Id="rId28" Target="slides/slide23.xml" Type="http://schemas.openxmlformats.org/officeDocument/2006/relationships/slide"/><Relationship Id="rId29" Target="slides/slide24.xml" Type="http://schemas.openxmlformats.org/officeDocument/2006/relationships/slide"/><Relationship Id="rId3" Target="viewProps.xml" Type="http://schemas.openxmlformats.org/officeDocument/2006/relationships/viewProps"/><Relationship Id="rId30" Target="slides/slide25.xml" Type="http://schemas.openxmlformats.org/officeDocument/2006/relationships/slide"/><Relationship Id="rId31" Target="fonts/font31.fntdata" Type="http://schemas.openxmlformats.org/officeDocument/2006/relationships/font"/><Relationship Id="rId32" Target="fonts/font32.fntdata" Type="http://schemas.openxmlformats.org/officeDocument/2006/relationships/font"/><Relationship Id="rId33" Target="fonts/font33.fntdata" Type="http://schemas.openxmlformats.org/officeDocument/2006/relationships/font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slides/slide4.xml" Type="http://schemas.openxmlformats.org/officeDocument/2006/relationships/slide"/></Relationship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3.png" Type="http://schemas.openxmlformats.org/officeDocument/2006/relationships/image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10.png" Type="http://schemas.openxmlformats.org/officeDocument/2006/relationships/image"/><Relationship Id="rId11" Target="../media/image11.png" Type="http://schemas.openxmlformats.org/officeDocument/2006/relationships/image"/><Relationship Id="rId12" Target="../media/image12.svg" Type="http://schemas.openxmlformats.org/officeDocument/2006/relationships/image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4.png" Type="http://schemas.openxmlformats.org/officeDocument/2006/relationships/image"/><Relationship Id="rId5" Target="../media/image5.png" Type="http://schemas.openxmlformats.org/officeDocument/2006/relationships/image"/><Relationship Id="rId6" Target="../media/image6.png" Type="http://schemas.openxmlformats.org/officeDocument/2006/relationships/image"/><Relationship Id="rId7" Target="../media/image7.png" Type="http://schemas.openxmlformats.org/officeDocument/2006/relationships/image"/><Relationship Id="rId8" Target="../media/image8.png" Type="http://schemas.openxmlformats.org/officeDocument/2006/relationships/image"/><Relationship Id="rId9" Target="../media/image9.png" Type="http://schemas.openxmlformats.org/officeDocument/2006/relationships/image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3.png" Type="http://schemas.openxmlformats.org/officeDocument/2006/relationships/image"/><Relationship Id="rId3" Target="../media/image14.svg" Type="http://schemas.openxmlformats.org/officeDocument/2006/relationships/image"/><Relationship Id="rId4" Target="../media/image15.png" Type="http://schemas.openxmlformats.org/officeDocument/2006/relationships/image"/><Relationship Id="rId5" Target="../media/image16.svg" Type="http://schemas.openxmlformats.org/officeDocument/2006/relationships/image"/></Relationships>
</file>

<file path=ppt/slides/_rels/slide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7.png" Type="http://schemas.openxmlformats.org/officeDocument/2006/relationships/image"/><Relationship Id="rId3" Target="../media/image18.svg" Type="http://schemas.openxmlformats.org/officeDocument/2006/relationships/image"/><Relationship Id="rId4" Target="../media/image19.png" Type="http://schemas.openxmlformats.org/officeDocument/2006/relationships/image"/><Relationship Id="rId5" Target="../media/image20.png" Type="http://schemas.openxmlformats.org/officeDocument/2006/relationships/image"/><Relationship Id="rId6" Target="../media/image21.png" Type="http://schemas.openxmlformats.org/officeDocument/2006/relationships/image"/><Relationship Id="rId7" Target="../media/image22.png" Type="http://schemas.openxmlformats.org/officeDocument/2006/relationships/image"/></Relationships>
</file>

<file path=ppt/slides/_rels/slide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7.png" Type="http://schemas.openxmlformats.org/officeDocument/2006/relationships/image"/><Relationship Id="rId3" Target="../media/image18.svg" Type="http://schemas.openxmlformats.org/officeDocument/2006/relationships/image"/><Relationship Id="rId4" Target="../media/image23.png" Type="http://schemas.openxmlformats.org/officeDocument/2006/relationships/image"/><Relationship Id="rId5" Target="../media/image24.svg" Type="http://schemas.openxmlformats.org/officeDocument/2006/relationships/image"/><Relationship Id="rId6" Target="../media/image22.png" Type="http://schemas.openxmlformats.org/officeDocument/2006/relationships/image"/></Relationships>
</file>

<file path=ppt/slides/_rels/slide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7.png" Type="http://schemas.openxmlformats.org/officeDocument/2006/relationships/image"/><Relationship Id="rId3" Target="../media/image18.svg" Type="http://schemas.openxmlformats.org/officeDocument/2006/relationships/image"/><Relationship Id="rId4" Target="../media/image19.png" Type="http://schemas.openxmlformats.org/officeDocument/2006/relationships/image"/><Relationship Id="rId5" Target="../media/image20.png" Type="http://schemas.openxmlformats.org/officeDocument/2006/relationships/image"/><Relationship Id="rId6" Target="../media/image21.png" Type="http://schemas.openxmlformats.org/officeDocument/2006/relationships/image"/><Relationship Id="rId7" Target="../media/image22.png" Type="http://schemas.openxmlformats.org/officeDocument/2006/relationships/image"/></Relationships>
</file>

<file path=ppt/slides/_rels/slide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7.png" Type="http://schemas.openxmlformats.org/officeDocument/2006/relationships/image"/><Relationship Id="rId3" Target="../media/image18.svg" Type="http://schemas.openxmlformats.org/officeDocument/2006/relationships/image"/><Relationship Id="rId4" Target="../media/image22.png" Type="http://schemas.openxmlformats.org/officeDocument/2006/relationships/image"/><Relationship Id="rId5" Target="../media/image23.png" Type="http://schemas.openxmlformats.org/officeDocument/2006/relationships/image"/><Relationship Id="rId6" Target="../media/image24.svg" Type="http://schemas.openxmlformats.org/officeDocument/2006/relationships/image"/><Relationship Id="rId7" Target="../media/image19.png" Type="http://schemas.openxmlformats.org/officeDocument/2006/relationships/image"/><Relationship Id="rId8" Target="../media/image20.png" Type="http://schemas.openxmlformats.org/officeDocument/2006/relationships/image"/></Relationships>
</file>

<file path=ppt/slides/_rels/slide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33.svg" Type="http://schemas.openxmlformats.org/officeDocument/2006/relationships/image"/><Relationship Id="rId11" Target="../media/image34.png" Type="http://schemas.openxmlformats.org/officeDocument/2006/relationships/image"/><Relationship Id="rId12" Target="../media/image35.svg" Type="http://schemas.openxmlformats.org/officeDocument/2006/relationships/image"/><Relationship Id="rId13" Target="../media/image36.png" Type="http://schemas.openxmlformats.org/officeDocument/2006/relationships/image"/><Relationship Id="rId14" Target="../media/image37.svg" Type="http://schemas.openxmlformats.org/officeDocument/2006/relationships/image"/><Relationship Id="rId15" Target="../media/image38.png" Type="http://schemas.openxmlformats.org/officeDocument/2006/relationships/image"/><Relationship Id="rId16" Target="../media/image39.svg" Type="http://schemas.openxmlformats.org/officeDocument/2006/relationships/image"/><Relationship Id="rId2" Target="../media/image25.png" Type="http://schemas.openxmlformats.org/officeDocument/2006/relationships/image"/><Relationship Id="rId3" Target="../media/image26.png" Type="http://schemas.openxmlformats.org/officeDocument/2006/relationships/image"/><Relationship Id="rId4" Target="../media/image27.svg" Type="http://schemas.openxmlformats.org/officeDocument/2006/relationships/image"/><Relationship Id="rId5" Target="../media/image28.png" Type="http://schemas.openxmlformats.org/officeDocument/2006/relationships/image"/><Relationship Id="rId6" Target="../media/image29.svg" Type="http://schemas.openxmlformats.org/officeDocument/2006/relationships/image"/><Relationship Id="rId7" Target="../media/image30.png" Type="http://schemas.openxmlformats.org/officeDocument/2006/relationships/image"/><Relationship Id="rId8" Target="../media/image31.svg" Type="http://schemas.openxmlformats.org/officeDocument/2006/relationships/image"/><Relationship Id="rId9" Target="../media/image32.png" Type="http://schemas.openxmlformats.org/officeDocument/2006/relationships/image"/></Relationships>
</file>

<file path=ppt/slides/_rels/slide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40.png" Type="http://schemas.openxmlformats.org/officeDocument/2006/relationships/image"/><Relationship Id="rId5" Target="../media/image41.svg" Type="http://schemas.openxmlformats.org/officeDocument/2006/relationships/image"/><Relationship Id="rId6" Target="../media/image42.png" Type="http://schemas.openxmlformats.org/officeDocument/2006/relationships/image"/><Relationship Id="rId7" Target="../media/image43.png" Type="http://schemas.openxmlformats.org/officeDocument/2006/relationships/image"/><Relationship Id="rId8" Target="../media/image44.png" Type="http://schemas.openxmlformats.org/officeDocument/2006/relationships/image"/><Relationship Id="rId9" Target="../media/image45.png" Type="http://schemas.openxmlformats.org/officeDocument/2006/relationships/image"/></Relationships>
</file>

<file path=ppt/slides/_rels/slide10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52.png" Type="http://schemas.openxmlformats.org/officeDocument/2006/relationships/image"/><Relationship Id="rId11" Target="../media/image53.svg" Type="http://schemas.openxmlformats.org/officeDocument/2006/relationships/image"/><Relationship Id="rId12" Target="../media/image54.png" Type="http://schemas.openxmlformats.org/officeDocument/2006/relationships/image"/><Relationship Id="rId13" Target="../media/image55.svg" Type="http://schemas.openxmlformats.org/officeDocument/2006/relationships/image"/><Relationship Id="rId14" Target="../media/image56.png" Type="http://schemas.openxmlformats.org/officeDocument/2006/relationships/image"/><Relationship Id="rId15" Target="../media/image57.svg" Type="http://schemas.openxmlformats.org/officeDocument/2006/relationships/image"/><Relationship Id="rId2" Target="../media/image46.png" Type="http://schemas.openxmlformats.org/officeDocument/2006/relationships/image"/><Relationship Id="rId3" Target="../media/image47.svg" Type="http://schemas.openxmlformats.org/officeDocument/2006/relationships/image"/><Relationship Id="rId4" Target="../media/image26.png" Type="http://schemas.openxmlformats.org/officeDocument/2006/relationships/image"/><Relationship Id="rId5" Target="../media/image27.svg" Type="http://schemas.openxmlformats.org/officeDocument/2006/relationships/image"/><Relationship Id="rId6" Target="../media/image48.png" Type="http://schemas.openxmlformats.org/officeDocument/2006/relationships/image"/><Relationship Id="rId7" Target="../media/image49.svg" Type="http://schemas.openxmlformats.org/officeDocument/2006/relationships/image"/><Relationship Id="rId8" Target="../media/image50.png" Type="http://schemas.openxmlformats.org/officeDocument/2006/relationships/image"/><Relationship Id="rId9" Target="../media/image51.svg" Type="http://schemas.openxmlformats.org/officeDocument/2006/relationships/image"/></Relationships>
</file>

<file path=ppt/slides/_rels/slide1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46.png" Type="http://schemas.openxmlformats.org/officeDocument/2006/relationships/image"/><Relationship Id="rId3" Target="../media/image47.svg" Type="http://schemas.openxmlformats.org/officeDocument/2006/relationships/image"/><Relationship Id="rId4" Target="../media/image26.png" Type="http://schemas.openxmlformats.org/officeDocument/2006/relationships/image"/><Relationship Id="rId5" Target="../media/image27.svg" Type="http://schemas.openxmlformats.org/officeDocument/2006/relationships/image"/><Relationship Id="rId6" Target="../media/image48.png" Type="http://schemas.openxmlformats.org/officeDocument/2006/relationships/image"/><Relationship Id="rId7" Target="../media/image49.svg" Type="http://schemas.openxmlformats.org/officeDocument/2006/relationships/image"/></Relationships>
</file>

<file path=ppt/slides/_rels/slide1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54.png" Type="http://schemas.openxmlformats.org/officeDocument/2006/relationships/image"/><Relationship Id="rId11" Target="../media/image55.svg" Type="http://schemas.openxmlformats.org/officeDocument/2006/relationships/image"/><Relationship Id="rId12" Target="../media/image56.png" Type="http://schemas.openxmlformats.org/officeDocument/2006/relationships/image"/><Relationship Id="rId13" Target="../media/image57.svg" Type="http://schemas.openxmlformats.org/officeDocument/2006/relationships/image"/><Relationship Id="rId2" Target="../media/image46.png" Type="http://schemas.openxmlformats.org/officeDocument/2006/relationships/image"/><Relationship Id="rId3" Target="../media/image47.svg" Type="http://schemas.openxmlformats.org/officeDocument/2006/relationships/image"/><Relationship Id="rId4" Target="../media/image26.png" Type="http://schemas.openxmlformats.org/officeDocument/2006/relationships/image"/><Relationship Id="rId5" Target="../media/image27.svg" Type="http://schemas.openxmlformats.org/officeDocument/2006/relationships/image"/><Relationship Id="rId6" Target="../media/image50.png" Type="http://schemas.openxmlformats.org/officeDocument/2006/relationships/image"/><Relationship Id="rId7" Target="../media/image51.svg" Type="http://schemas.openxmlformats.org/officeDocument/2006/relationships/image"/><Relationship Id="rId8" Target="../media/image52.png" Type="http://schemas.openxmlformats.org/officeDocument/2006/relationships/image"/><Relationship Id="rId9" Target="../media/image53.svg" Type="http://schemas.openxmlformats.org/officeDocument/2006/relationships/image"/></Relationships>
</file>

<file path=ppt/slides/_rels/slide1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46.png" Type="http://schemas.openxmlformats.org/officeDocument/2006/relationships/image"/><Relationship Id="rId3" Target="../media/image47.svg" Type="http://schemas.openxmlformats.org/officeDocument/2006/relationships/image"/><Relationship Id="rId4" Target="../media/image26.png" Type="http://schemas.openxmlformats.org/officeDocument/2006/relationships/image"/><Relationship Id="rId5" Target="../media/image27.svg" Type="http://schemas.openxmlformats.org/officeDocument/2006/relationships/image"/><Relationship Id="rId6" Target="../media/image50.png" Type="http://schemas.openxmlformats.org/officeDocument/2006/relationships/image"/><Relationship Id="rId7" Target="../media/image51.svg" Type="http://schemas.openxmlformats.org/officeDocument/2006/relationships/image"/></Relationships>
</file>

<file path=ppt/slides/_rels/slide1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56.png" Type="http://schemas.openxmlformats.org/officeDocument/2006/relationships/image"/><Relationship Id="rId11" Target="../media/image57.svg" Type="http://schemas.openxmlformats.org/officeDocument/2006/relationships/image"/><Relationship Id="rId2" Target="../media/image46.png" Type="http://schemas.openxmlformats.org/officeDocument/2006/relationships/image"/><Relationship Id="rId3" Target="../media/image47.svg" Type="http://schemas.openxmlformats.org/officeDocument/2006/relationships/image"/><Relationship Id="rId4" Target="../media/image26.png" Type="http://schemas.openxmlformats.org/officeDocument/2006/relationships/image"/><Relationship Id="rId5" Target="../media/image27.svg" Type="http://schemas.openxmlformats.org/officeDocument/2006/relationships/image"/><Relationship Id="rId6" Target="../media/image52.png" Type="http://schemas.openxmlformats.org/officeDocument/2006/relationships/image"/><Relationship Id="rId7" Target="../media/image53.svg" Type="http://schemas.openxmlformats.org/officeDocument/2006/relationships/image"/><Relationship Id="rId8" Target="../media/image54.png" Type="http://schemas.openxmlformats.org/officeDocument/2006/relationships/image"/><Relationship Id="rId9" Target="../media/image55.svg" Type="http://schemas.openxmlformats.org/officeDocument/2006/relationships/image"/></Relationships>
</file>

<file path=ppt/slides/_rels/slide1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46.png" Type="http://schemas.openxmlformats.org/officeDocument/2006/relationships/image"/><Relationship Id="rId3" Target="../media/image47.svg" Type="http://schemas.openxmlformats.org/officeDocument/2006/relationships/image"/><Relationship Id="rId4" Target="../media/image26.png" Type="http://schemas.openxmlformats.org/officeDocument/2006/relationships/image"/><Relationship Id="rId5" Target="../media/image27.svg" Type="http://schemas.openxmlformats.org/officeDocument/2006/relationships/image"/><Relationship Id="rId6" Target="../media/image52.png" Type="http://schemas.openxmlformats.org/officeDocument/2006/relationships/image"/><Relationship Id="rId7" Target="../media/image53.svg" Type="http://schemas.openxmlformats.org/officeDocument/2006/relationships/image"/></Relationships>
</file>

<file path=ppt/slides/_rels/slide1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46.png" Type="http://schemas.openxmlformats.org/officeDocument/2006/relationships/image"/><Relationship Id="rId3" Target="../media/image47.svg" Type="http://schemas.openxmlformats.org/officeDocument/2006/relationships/image"/><Relationship Id="rId4" Target="../media/image26.png" Type="http://schemas.openxmlformats.org/officeDocument/2006/relationships/image"/><Relationship Id="rId5" Target="../media/image27.svg" Type="http://schemas.openxmlformats.org/officeDocument/2006/relationships/image"/><Relationship Id="rId6" Target="../media/image54.png" Type="http://schemas.openxmlformats.org/officeDocument/2006/relationships/image"/><Relationship Id="rId7" Target="../media/image55.svg" Type="http://schemas.openxmlformats.org/officeDocument/2006/relationships/image"/><Relationship Id="rId8" Target="../media/image56.png" Type="http://schemas.openxmlformats.org/officeDocument/2006/relationships/image"/><Relationship Id="rId9" Target="../media/image57.svg" Type="http://schemas.openxmlformats.org/officeDocument/2006/relationships/image"/></Relationships>
</file>

<file path=ppt/slides/_rels/slide1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46.png" Type="http://schemas.openxmlformats.org/officeDocument/2006/relationships/image"/><Relationship Id="rId3" Target="../media/image47.svg" Type="http://schemas.openxmlformats.org/officeDocument/2006/relationships/image"/><Relationship Id="rId4" Target="../media/image26.png" Type="http://schemas.openxmlformats.org/officeDocument/2006/relationships/image"/><Relationship Id="rId5" Target="../media/image27.svg" Type="http://schemas.openxmlformats.org/officeDocument/2006/relationships/image"/><Relationship Id="rId6" Target="../media/image54.png" Type="http://schemas.openxmlformats.org/officeDocument/2006/relationships/image"/><Relationship Id="rId7" Target="../media/image55.svg" Type="http://schemas.openxmlformats.org/officeDocument/2006/relationships/image"/></Relationships>
</file>

<file path=ppt/slides/_rels/slide1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46.png" Type="http://schemas.openxmlformats.org/officeDocument/2006/relationships/image"/><Relationship Id="rId3" Target="../media/image47.svg" Type="http://schemas.openxmlformats.org/officeDocument/2006/relationships/image"/><Relationship Id="rId4" Target="../media/image26.png" Type="http://schemas.openxmlformats.org/officeDocument/2006/relationships/image"/><Relationship Id="rId5" Target="../media/image27.svg" Type="http://schemas.openxmlformats.org/officeDocument/2006/relationships/image"/><Relationship Id="rId6" Target="../media/image56.png" Type="http://schemas.openxmlformats.org/officeDocument/2006/relationships/image"/><Relationship Id="rId7" Target="../media/image57.svg" Type="http://schemas.openxmlformats.org/officeDocument/2006/relationships/image"/></Relationships>
</file>

<file path=ppt/slides/_rels/slide1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46.png" Type="http://schemas.openxmlformats.org/officeDocument/2006/relationships/image"/><Relationship Id="rId3" Target="../media/image47.svg" Type="http://schemas.openxmlformats.org/officeDocument/2006/relationships/image"/><Relationship Id="rId4" Target="../media/image26.png" Type="http://schemas.openxmlformats.org/officeDocument/2006/relationships/image"/><Relationship Id="rId5" Target="../media/image27.svg" Type="http://schemas.openxmlformats.org/officeDocument/2006/relationships/image"/><Relationship Id="rId6" Target="../media/image56.png" Type="http://schemas.openxmlformats.org/officeDocument/2006/relationships/image"/><Relationship Id="rId7" Target="../media/image57.svg" Type="http://schemas.openxmlformats.org/officeDocument/2006/relationships/image"/></Relationships>
</file>

<file path=ppt/slides/_rels/slide20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5.png" Type="http://schemas.openxmlformats.org/officeDocument/2006/relationships/image"/><Relationship Id="rId3" Target="../media/image1.png" Type="http://schemas.openxmlformats.org/officeDocument/2006/relationships/image"/><Relationship Id="rId4" Target="../media/image2.svg" Type="http://schemas.openxmlformats.org/officeDocument/2006/relationships/image"/><Relationship Id="rId5" Target="../media/image58.jpeg" Type="http://schemas.openxmlformats.org/officeDocument/2006/relationships/image"/><Relationship Id="rId6" Target="../media/image59.png" Type="http://schemas.openxmlformats.org/officeDocument/2006/relationships/image"/><Relationship Id="rId7" Target="../media/image60.svg" Type="http://schemas.openxmlformats.org/officeDocument/2006/relationships/image"/></Relationships>
</file>

<file path=ppt/slides/_rels/slide2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67.svg" Type="http://schemas.openxmlformats.org/officeDocument/2006/relationships/image"/><Relationship Id="rId11" Target="../media/image68.png" Type="http://schemas.openxmlformats.org/officeDocument/2006/relationships/image"/><Relationship Id="rId12" Target="../media/image69.svg" Type="http://schemas.openxmlformats.org/officeDocument/2006/relationships/image"/><Relationship Id="rId13" Target="../media/image70.png" Type="http://schemas.openxmlformats.org/officeDocument/2006/relationships/image"/><Relationship Id="rId2" Target="../media/image26.png" Type="http://schemas.openxmlformats.org/officeDocument/2006/relationships/image"/><Relationship Id="rId3" Target="../media/image27.svg" Type="http://schemas.openxmlformats.org/officeDocument/2006/relationships/image"/><Relationship Id="rId4" Target="../media/image61.png" Type="http://schemas.openxmlformats.org/officeDocument/2006/relationships/image"/><Relationship Id="rId5" Target="../media/image62.png" Type="http://schemas.openxmlformats.org/officeDocument/2006/relationships/image"/><Relationship Id="rId6" Target="../media/image63.svg" Type="http://schemas.openxmlformats.org/officeDocument/2006/relationships/image"/><Relationship Id="rId7" Target="../media/image64.png" Type="http://schemas.openxmlformats.org/officeDocument/2006/relationships/image"/><Relationship Id="rId8" Target="../media/image65.svg" Type="http://schemas.openxmlformats.org/officeDocument/2006/relationships/image"/><Relationship Id="rId9" Target="../media/image66.png" Type="http://schemas.openxmlformats.org/officeDocument/2006/relationships/image"/></Relationships>
</file>

<file path=ppt/slides/_rels/slide2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77.svg" Type="http://schemas.openxmlformats.org/officeDocument/2006/relationships/image"/><Relationship Id="rId2" Target="../media/image26.png" Type="http://schemas.openxmlformats.org/officeDocument/2006/relationships/image"/><Relationship Id="rId3" Target="../media/image27.svg" Type="http://schemas.openxmlformats.org/officeDocument/2006/relationships/image"/><Relationship Id="rId4" Target="../media/image71.png" Type="http://schemas.openxmlformats.org/officeDocument/2006/relationships/image"/><Relationship Id="rId5" Target="../media/image72.svg" Type="http://schemas.openxmlformats.org/officeDocument/2006/relationships/image"/><Relationship Id="rId6" Target="../media/image73.png" Type="http://schemas.openxmlformats.org/officeDocument/2006/relationships/image"/><Relationship Id="rId7" Target="../media/image74.png" Type="http://schemas.openxmlformats.org/officeDocument/2006/relationships/image"/><Relationship Id="rId8" Target="../media/image75.png" Type="http://schemas.openxmlformats.org/officeDocument/2006/relationships/image"/><Relationship Id="rId9" Target="../media/image76.png" Type="http://schemas.openxmlformats.org/officeDocument/2006/relationships/image"/></Relationships>
</file>

<file path=ppt/slides/_rels/slide2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84.png" Type="http://schemas.openxmlformats.org/officeDocument/2006/relationships/image"/><Relationship Id="rId11" Target="../media/image85.svg" Type="http://schemas.openxmlformats.org/officeDocument/2006/relationships/image"/><Relationship Id="rId12" Target="../media/image86.png" Type="http://schemas.openxmlformats.org/officeDocument/2006/relationships/image"/><Relationship Id="rId13" Target="../media/image87.svg" Type="http://schemas.openxmlformats.org/officeDocument/2006/relationships/image"/><Relationship Id="rId14" Target="../media/image88.png" Type="http://schemas.openxmlformats.org/officeDocument/2006/relationships/image"/><Relationship Id="rId15" Target="../media/image89.svg" Type="http://schemas.openxmlformats.org/officeDocument/2006/relationships/image"/><Relationship Id="rId16" Target="../media/image90.png" Type="http://schemas.openxmlformats.org/officeDocument/2006/relationships/image"/><Relationship Id="rId17" Target="../media/image91.svg" Type="http://schemas.openxmlformats.org/officeDocument/2006/relationships/image"/><Relationship Id="rId2" Target="../media/image26.png" Type="http://schemas.openxmlformats.org/officeDocument/2006/relationships/image"/><Relationship Id="rId3" Target="../media/image27.svg" Type="http://schemas.openxmlformats.org/officeDocument/2006/relationships/image"/><Relationship Id="rId4" Target="../media/image78.png" Type="http://schemas.openxmlformats.org/officeDocument/2006/relationships/image"/><Relationship Id="rId5" Target="../media/image79.svg" Type="http://schemas.openxmlformats.org/officeDocument/2006/relationships/image"/><Relationship Id="rId6" Target="../media/image80.png" Type="http://schemas.openxmlformats.org/officeDocument/2006/relationships/image"/><Relationship Id="rId7" Target="../media/image81.svg" Type="http://schemas.openxmlformats.org/officeDocument/2006/relationships/image"/><Relationship Id="rId8" Target="../media/image82.png" Type="http://schemas.openxmlformats.org/officeDocument/2006/relationships/image"/><Relationship Id="rId9" Target="../media/image83.svg" Type="http://schemas.openxmlformats.org/officeDocument/2006/relationships/image"/></Relationships>
</file>

<file path=ppt/slides/_rels/slide2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96.png" Type="http://schemas.openxmlformats.org/officeDocument/2006/relationships/image"/><Relationship Id="rId11" Target="../media/image97.svg" Type="http://schemas.openxmlformats.org/officeDocument/2006/relationships/image"/><Relationship Id="rId2" Target="../media/image78.png" Type="http://schemas.openxmlformats.org/officeDocument/2006/relationships/image"/><Relationship Id="rId3" Target="../media/image79.svg" Type="http://schemas.openxmlformats.org/officeDocument/2006/relationships/image"/><Relationship Id="rId4" Target="../media/image26.png" Type="http://schemas.openxmlformats.org/officeDocument/2006/relationships/image"/><Relationship Id="rId5" Target="../media/image27.svg" Type="http://schemas.openxmlformats.org/officeDocument/2006/relationships/image"/><Relationship Id="rId6" Target="../media/image92.png" Type="http://schemas.openxmlformats.org/officeDocument/2006/relationships/image"/><Relationship Id="rId7" Target="../media/image93.svg" Type="http://schemas.openxmlformats.org/officeDocument/2006/relationships/image"/><Relationship Id="rId8" Target="../media/image94.png" Type="http://schemas.openxmlformats.org/officeDocument/2006/relationships/image"/><Relationship Id="rId9" Target="../media/image95.svg" Type="http://schemas.openxmlformats.org/officeDocument/2006/relationships/image"/></Relationships>
</file>

<file path=ppt/slides/_rels/slide2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98.png" Type="http://schemas.openxmlformats.org/officeDocument/2006/relationships/image"/><Relationship Id="rId3" Target="../media/image99.svg" Type="http://schemas.openxmlformats.org/officeDocument/2006/relationships/image"/><Relationship Id="rId4" Target="../media/image100.png" Type="http://schemas.openxmlformats.org/officeDocument/2006/relationships/image"/><Relationship Id="rId5" Target="../media/image101.svg" Type="http://schemas.openxmlformats.org/officeDocument/2006/relationships/image"/><Relationship Id="rId6" Target="../media/image102.png" Type="http://schemas.openxmlformats.org/officeDocument/2006/relationships/image"/><Relationship Id="rId7" Target="../media/image103.png" Type="http://schemas.openxmlformats.org/officeDocument/2006/relationships/image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74552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-1134261">
            <a:off x="9507002" y="2931258"/>
            <a:ext cx="14664589" cy="9715290"/>
          </a:xfrm>
          <a:custGeom>
            <a:avLst/>
            <a:gdLst/>
            <a:ahLst/>
            <a:cxnLst/>
            <a:rect r="r" b="b" t="t" l="l"/>
            <a:pathLst>
              <a:path h="9715290" w="14664589">
                <a:moveTo>
                  <a:pt x="0" y="0"/>
                </a:moveTo>
                <a:lnTo>
                  <a:pt x="14664589" y="0"/>
                </a:lnTo>
                <a:lnTo>
                  <a:pt x="14664589" y="9715290"/>
                </a:lnTo>
                <a:lnTo>
                  <a:pt x="0" y="971529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-1639430">
            <a:off x="11319633" y="4010863"/>
            <a:ext cx="7983387" cy="7983387"/>
          </a:xfrm>
          <a:custGeom>
            <a:avLst/>
            <a:gdLst/>
            <a:ahLst/>
            <a:cxnLst/>
            <a:rect r="r" b="b" t="t" l="l"/>
            <a:pathLst>
              <a:path h="7983387" w="7983387">
                <a:moveTo>
                  <a:pt x="0" y="0"/>
                </a:moveTo>
                <a:lnTo>
                  <a:pt x="7983387" y="0"/>
                </a:lnTo>
                <a:lnTo>
                  <a:pt x="7983387" y="7983387"/>
                </a:lnTo>
                <a:lnTo>
                  <a:pt x="0" y="7983387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TextBox 4" id="4"/>
          <p:cNvSpPr txBox="true"/>
          <p:nvPr/>
        </p:nvSpPr>
        <p:spPr>
          <a:xfrm rot="0">
            <a:off x="436454" y="1497003"/>
            <a:ext cx="10311284" cy="216820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6299"/>
              </a:lnSpc>
            </a:pPr>
            <a:r>
              <a:rPr lang="en-US" sz="4499" spc="157">
                <a:solidFill>
                  <a:srgbClr val="FFECD9"/>
                </a:solidFill>
                <a:latin typeface="Hagrid Text"/>
                <a:ea typeface="Hagrid Text"/>
                <a:cs typeface="Hagrid Text"/>
                <a:sym typeface="Hagrid Text"/>
              </a:rPr>
              <a:t>JEDNO KLIKNUTIE. JEDNA POMOC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837388" y="3789030"/>
            <a:ext cx="9509415" cy="111264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7853"/>
              </a:lnSpc>
            </a:pPr>
            <a:r>
              <a:rPr lang="en-US" sz="7699" b="true">
                <a:solidFill>
                  <a:srgbClr val="FFECD9"/>
                </a:solidFill>
                <a:latin typeface="Hagrid Text Heavy"/>
                <a:ea typeface="Hagrid Text Heavy"/>
                <a:cs typeface="Hagrid Text Heavy"/>
                <a:sym typeface="Hagrid Text Heavy"/>
              </a:rPr>
              <a:t>Pomocná Ruka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407879" y="6965503"/>
            <a:ext cx="7491202" cy="296202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4712"/>
              </a:lnSpc>
            </a:pPr>
            <a:r>
              <a:rPr lang="en-US" sz="3800">
                <a:solidFill>
                  <a:srgbClr val="FFECD9"/>
                </a:solidFill>
                <a:latin typeface="Hagrid Text"/>
                <a:ea typeface="Hagrid Text"/>
                <a:cs typeface="Hagrid Text"/>
                <a:sym typeface="Hagrid Text"/>
              </a:rPr>
              <a:t>Denis Varga</a:t>
            </a:r>
          </a:p>
          <a:p>
            <a:pPr algn="just">
              <a:lnSpc>
                <a:spcPts val="4712"/>
              </a:lnSpc>
            </a:pPr>
            <a:r>
              <a:rPr lang="en-US" sz="3800">
                <a:solidFill>
                  <a:srgbClr val="FFECD9"/>
                </a:solidFill>
                <a:latin typeface="Hagrid Text"/>
                <a:ea typeface="Hagrid Text"/>
                <a:cs typeface="Hagrid Text"/>
                <a:sym typeface="Hagrid Text"/>
              </a:rPr>
              <a:t>Matej Komáromi</a:t>
            </a:r>
          </a:p>
          <a:p>
            <a:pPr algn="just">
              <a:lnSpc>
                <a:spcPts val="4712"/>
              </a:lnSpc>
            </a:pPr>
            <a:r>
              <a:rPr lang="en-US" sz="3800">
                <a:solidFill>
                  <a:srgbClr val="FFECD9"/>
                </a:solidFill>
                <a:latin typeface="Hagrid Text"/>
                <a:ea typeface="Hagrid Text"/>
                <a:cs typeface="Hagrid Text"/>
                <a:sym typeface="Hagrid Text"/>
              </a:rPr>
              <a:t>Laura Sopoligová</a:t>
            </a:r>
          </a:p>
          <a:p>
            <a:pPr algn="just">
              <a:lnSpc>
                <a:spcPts val="4712"/>
              </a:lnSpc>
            </a:pPr>
            <a:r>
              <a:rPr lang="en-US" sz="3800">
                <a:solidFill>
                  <a:srgbClr val="FFECD9"/>
                </a:solidFill>
                <a:latin typeface="Hagrid Text"/>
                <a:ea typeface="Hagrid Text"/>
                <a:cs typeface="Hagrid Text"/>
                <a:sym typeface="Hagrid Text"/>
              </a:rPr>
              <a:t>Martin Žúdel</a:t>
            </a:r>
          </a:p>
          <a:p>
            <a:pPr algn="just">
              <a:lnSpc>
                <a:spcPts val="4712"/>
              </a:lnSpc>
            </a:pPr>
            <a:r>
              <a:rPr lang="en-US" sz="3800">
                <a:solidFill>
                  <a:srgbClr val="FFECD9"/>
                </a:solidFill>
                <a:latin typeface="Hagrid Text"/>
                <a:ea typeface="Hagrid Text"/>
                <a:cs typeface="Hagrid Text"/>
                <a:sym typeface="Hagrid Text"/>
              </a:rPr>
              <a:t>Matej Papaj</a:t>
            </a:r>
          </a:p>
        </p:txBody>
      </p: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74552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-1134261">
            <a:off x="9507002" y="2931258"/>
            <a:ext cx="14664589" cy="9715290"/>
          </a:xfrm>
          <a:custGeom>
            <a:avLst/>
            <a:gdLst/>
            <a:ahLst/>
            <a:cxnLst/>
            <a:rect r="r" b="b" t="t" l="l"/>
            <a:pathLst>
              <a:path h="9715290" w="14664589">
                <a:moveTo>
                  <a:pt x="0" y="0"/>
                </a:moveTo>
                <a:lnTo>
                  <a:pt x="14664589" y="0"/>
                </a:lnTo>
                <a:lnTo>
                  <a:pt x="14664589" y="9715290"/>
                </a:lnTo>
                <a:lnTo>
                  <a:pt x="0" y="971529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3" id="3"/>
          <p:cNvGrpSpPr>
            <a:grpSpLocks noChangeAspect="true"/>
          </p:cNvGrpSpPr>
          <p:nvPr/>
        </p:nvGrpSpPr>
        <p:grpSpPr>
          <a:xfrm rot="0">
            <a:off x="392730" y="3522926"/>
            <a:ext cx="2789981" cy="3241149"/>
            <a:chOff x="0" y="0"/>
            <a:chExt cx="5466080" cy="6350000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5438261" cy="6348730"/>
            </a:xfrm>
            <a:custGeom>
              <a:avLst/>
              <a:gdLst/>
              <a:ahLst/>
              <a:cxnLst/>
              <a:rect r="r" b="b" t="t" l="l"/>
              <a:pathLst>
                <a:path h="6348730" w="5438261">
                  <a:moveTo>
                    <a:pt x="5419090" y="0"/>
                  </a:moveTo>
                  <a:lnTo>
                    <a:pt x="19050" y="0"/>
                  </a:lnTo>
                  <a:cubicBezTo>
                    <a:pt x="8890" y="0"/>
                    <a:pt x="0" y="8890"/>
                    <a:pt x="0" y="20320"/>
                  </a:cubicBezTo>
                  <a:lnTo>
                    <a:pt x="0" y="6329680"/>
                  </a:lnTo>
                  <a:cubicBezTo>
                    <a:pt x="0" y="6339840"/>
                    <a:pt x="8890" y="6348730"/>
                    <a:pt x="19050" y="6348730"/>
                  </a:cubicBezTo>
                  <a:lnTo>
                    <a:pt x="5419090" y="6348730"/>
                  </a:lnTo>
                  <a:cubicBezTo>
                    <a:pt x="5429250" y="6348730"/>
                    <a:pt x="5438140" y="6339840"/>
                    <a:pt x="5438140" y="6329680"/>
                  </a:cubicBezTo>
                  <a:lnTo>
                    <a:pt x="5438140" y="20320"/>
                  </a:lnTo>
                  <a:cubicBezTo>
                    <a:pt x="5439410" y="8890"/>
                    <a:pt x="5430520" y="0"/>
                    <a:pt x="5419090" y="0"/>
                  </a:cubicBezTo>
                  <a:close/>
                  <a:moveTo>
                    <a:pt x="5137150" y="314960"/>
                  </a:moveTo>
                  <a:lnTo>
                    <a:pt x="5137150" y="4970780"/>
                  </a:lnTo>
                  <a:cubicBezTo>
                    <a:pt x="5137150" y="4980940"/>
                    <a:pt x="5128260" y="4989830"/>
                    <a:pt x="5118100" y="4989830"/>
                  </a:cubicBezTo>
                  <a:lnTo>
                    <a:pt x="266700" y="4989830"/>
                  </a:lnTo>
                  <a:cubicBezTo>
                    <a:pt x="256540" y="4989830"/>
                    <a:pt x="247650" y="4980940"/>
                    <a:pt x="247650" y="4970780"/>
                  </a:cubicBezTo>
                  <a:lnTo>
                    <a:pt x="247650" y="314960"/>
                  </a:lnTo>
                  <a:cubicBezTo>
                    <a:pt x="247650" y="304800"/>
                    <a:pt x="256540" y="295910"/>
                    <a:pt x="266700" y="295910"/>
                  </a:cubicBezTo>
                  <a:lnTo>
                    <a:pt x="5118100" y="295910"/>
                  </a:lnTo>
                  <a:cubicBezTo>
                    <a:pt x="5129530" y="294640"/>
                    <a:pt x="5137150" y="303530"/>
                    <a:pt x="5137150" y="314960"/>
                  </a:cubicBezTo>
                  <a:close/>
                </a:path>
              </a:pathLst>
            </a:custGeom>
            <a:solidFill>
              <a:srgbClr val="513C1A"/>
            </a:solidFill>
          </p:spPr>
        </p:sp>
        <p:sp>
          <p:nvSpPr>
            <p:cNvPr name="Freeform 5" id="5"/>
            <p:cNvSpPr/>
            <p:nvPr/>
          </p:nvSpPr>
          <p:spPr>
            <a:xfrm flipH="false" flipV="false" rot="0">
              <a:off x="247650" y="294640"/>
              <a:ext cx="4889500" cy="4693920"/>
            </a:xfrm>
            <a:custGeom>
              <a:avLst/>
              <a:gdLst/>
              <a:ahLst/>
              <a:cxnLst/>
              <a:rect r="r" b="b" t="t" l="l"/>
              <a:pathLst>
                <a:path h="4693920" w="4889500">
                  <a:moveTo>
                    <a:pt x="4870450" y="0"/>
                  </a:moveTo>
                  <a:lnTo>
                    <a:pt x="19050" y="0"/>
                  </a:lnTo>
                  <a:cubicBezTo>
                    <a:pt x="8890" y="0"/>
                    <a:pt x="0" y="8890"/>
                    <a:pt x="0" y="19050"/>
                  </a:cubicBezTo>
                  <a:lnTo>
                    <a:pt x="0" y="4674870"/>
                  </a:lnTo>
                  <a:cubicBezTo>
                    <a:pt x="0" y="4686300"/>
                    <a:pt x="8890" y="4693920"/>
                    <a:pt x="19050" y="4693920"/>
                  </a:cubicBezTo>
                  <a:lnTo>
                    <a:pt x="4870450" y="4693920"/>
                  </a:lnTo>
                  <a:cubicBezTo>
                    <a:pt x="4880610" y="4693920"/>
                    <a:pt x="4889500" y="4685030"/>
                    <a:pt x="4889500" y="4674870"/>
                  </a:cubicBezTo>
                  <a:lnTo>
                    <a:pt x="4889500" y="20320"/>
                  </a:lnTo>
                  <a:cubicBezTo>
                    <a:pt x="4889500" y="8890"/>
                    <a:pt x="4881880" y="0"/>
                    <a:pt x="4870450" y="0"/>
                  </a:cubicBezTo>
                  <a:close/>
                </a:path>
              </a:pathLst>
            </a:custGeom>
            <a:blipFill>
              <a:blip r:embed="rId4"/>
              <a:stretch>
                <a:fillRect l="0" t="-2083" r="0" b="-2083"/>
              </a:stretch>
            </a:blipFill>
          </p:spPr>
        </p:sp>
        <p:sp>
          <p:nvSpPr>
            <p:cNvPr name="Freeform 6" id="6"/>
            <p:cNvSpPr/>
            <p:nvPr/>
          </p:nvSpPr>
          <p:spPr>
            <a:xfrm flipH="false" flipV="false" rot="0">
              <a:off x="1270" y="6350"/>
              <a:ext cx="5457190" cy="6342380"/>
            </a:xfrm>
            <a:custGeom>
              <a:avLst/>
              <a:gdLst/>
              <a:ahLst/>
              <a:cxnLst/>
              <a:rect r="r" b="b" t="t" l="l"/>
              <a:pathLst>
                <a:path h="6342380" w="5457190">
                  <a:moveTo>
                    <a:pt x="5137150" y="302260"/>
                  </a:moveTo>
                  <a:cubicBezTo>
                    <a:pt x="5137150" y="302260"/>
                    <a:pt x="5133340" y="290830"/>
                    <a:pt x="5119370" y="289560"/>
                  </a:cubicBezTo>
                  <a:lnTo>
                    <a:pt x="248920" y="289560"/>
                  </a:lnTo>
                  <a:cubicBezTo>
                    <a:pt x="240030" y="289560"/>
                    <a:pt x="228600" y="293370"/>
                    <a:pt x="228600" y="303530"/>
                  </a:cubicBezTo>
                  <a:lnTo>
                    <a:pt x="232410" y="312420"/>
                  </a:lnTo>
                  <a:cubicBezTo>
                    <a:pt x="236220" y="307340"/>
                    <a:pt x="242570" y="304800"/>
                    <a:pt x="248920" y="304800"/>
                  </a:cubicBezTo>
                  <a:lnTo>
                    <a:pt x="5123180" y="304800"/>
                  </a:lnTo>
                  <a:lnTo>
                    <a:pt x="5123180" y="4966970"/>
                  </a:lnTo>
                  <a:cubicBezTo>
                    <a:pt x="5123180" y="4973320"/>
                    <a:pt x="5120640" y="4979670"/>
                    <a:pt x="5115560" y="4983480"/>
                  </a:cubicBezTo>
                  <a:lnTo>
                    <a:pt x="5120640" y="4983480"/>
                  </a:lnTo>
                  <a:cubicBezTo>
                    <a:pt x="5129530" y="4983480"/>
                    <a:pt x="5137150" y="4975860"/>
                    <a:pt x="5137150" y="4966970"/>
                  </a:cubicBezTo>
                  <a:lnTo>
                    <a:pt x="5137150" y="302260"/>
                  </a:lnTo>
                  <a:close/>
                  <a:moveTo>
                    <a:pt x="5438140" y="6324600"/>
                  </a:moveTo>
                  <a:lnTo>
                    <a:pt x="20320" y="6324600"/>
                  </a:lnTo>
                  <a:lnTo>
                    <a:pt x="20320" y="12700"/>
                  </a:lnTo>
                  <a:lnTo>
                    <a:pt x="6350" y="0"/>
                  </a:lnTo>
                  <a:lnTo>
                    <a:pt x="5080" y="0"/>
                  </a:lnTo>
                  <a:cubicBezTo>
                    <a:pt x="2540" y="3810"/>
                    <a:pt x="0" y="7620"/>
                    <a:pt x="0" y="12700"/>
                  </a:cubicBezTo>
                  <a:lnTo>
                    <a:pt x="0" y="6323330"/>
                  </a:lnTo>
                  <a:cubicBezTo>
                    <a:pt x="0" y="6334760"/>
                    <a:pt x="8890" y="6342380"/>
                    <a:pt x="19050" y="6342380"/>
                  </a:cubicBezTo>
                  <a:lnTo>
                    <a:pt x="5444490" y="6342380"/>
                  </a:lnTo>
                  <a:cubicBezTo>
                    <a:pt x="5449570" y="6342380"/>
                    <a:pt x="5453380" y="6341110"/>
                    <a:pt x="5457190" y="6337300"/>
                  </a:cubicBezTo>
                  <a:lnTo>
                    <a:pt x="5438140" y="6324600"/>
                  </a:lnTo>
                  <a:close/>
                </a:path>
              </a:pathLst>
            </a:custGeom>
            <a:solidFill>
              <a:srgbClr val="513C1A"/>
            </a:solidFill>
          </p:spPr>
        </p:sp>
        <p:sp>
          <p:nvSpPr>
            <p:cNvPr name="Freeform 7" id="7"/>
            <p:cNvSpPr/>
            <p:nvPr/>
          </p:nvSpPr>
          <p:spPr>
            <a:xfrm flipH="false" flipV="false" rot="0">
              <a:off x="7620" y="0"/>
              <a:ext cx="5458460" cy="6344920"/>
            </a:xfrm>
            <a:custGeom>
              <a:avLst/>
              <a:gdLst/>
              <a:ahLst/>
              <a:cxnLst/>
              <a:rect r="r" b="b" t="t" l="l"/>
              <a:pathLst>
                <a:path h="6344920" w="5458460">
                  <a:moveTo>
                    <a:pt x="5125720" y="4987290"/>
                  </a:moveTo>
                  <a:cubicBezTo>
                    <a:pt x="5121910" y="4992370"/>
                    <a:pt x="5116830" y="4994910"/>
                    <a:pt x="5110480" y="4994910"/>
                  </a:cubicBezTo>
                  <a:lnTo>
                    <a:pt x="243840" y="4994910"/>
                  </a:lnTo>
                  <a:cubicBezTo>
                    <a:pt x="237490" y="4994910"/>
                    <a:pt x="231140" y="4992370"/>
                    <a:pt x="227330" y="4986020"/>
                  </a:cubicBezTo>
                  <a:cubicBezTo>
                    <a:pt x="222250" y="4982210"/>
                    <a:pt x="219710" y="4977130"/>
                    <a:pt x="219710" y="4970780"/>
                  </a:cubicBezTo>
                  <a:lnTo>
                    <a:pt x="219710" y="314960"/>
                  </a:lnTo>
                  <a:cubicBezTo>
                    <a:pt x="219710" y="309880"/>
                    <a:pt x="222250" y="304800"/>
                    <a:pt x="226060" y="300990"/>
                  </a:cubicBezTo>
                  <a:lnTo>
                    <a:pt x="240030" y="311150"/>
                  </a:lnTo>
                  <a:lnTo>
                    <a:pt x="240030" y="4975860"/>
                  </a:lnTo>
                  <a:lnTo>
                    <a:pt x="5110480" y="4975860"/>
                  </a:lnTo>
                  <a:cubicBezTo>
                    <a:pt x="5113020" y="4975860"/>
                    <a:pt x="5115560" y="4974590"/>
                    <a:pt x="5116830" y="4974590"/>
                  </a:cubicBezTo>
                  <a:lnTo>
                    <a:pt x="5125720" y="4987290"/>
                  </a:lnTo>
                  <a:close/>
                  <a:moveTo>
                    <a:pt x="5458460" y="19050"/>
                  </a:moveTo>
                  <a:lnTo>
                    <a:pt x="5458460" y="6330950"/>
                  </a:lnTo>
                  <a:cubicBezTo>
                    <a:pt x="5458460" y="6336030"/>
                    <a:pt x="5455920" y="6341110"/>
                    <a:pt x="5450840" y="6344920"/>
                  </a:cubicBezTo>
                  <a:lnTo>
                    <a:pt x="5429250" y="6329680"/>
                  </a:lnTo>
                  <a:lnTo>
                    <a:pt x="5429250" y="20320"/>
                  </a:lnTo>
                  <a:lnTo>
                    <a:pt x="13970" y="20320"/>
                  </a:lnTo>
                  <a:lnTo>
                    <a:pt x="0" y="7620"/>
                  </a:lnTo>
                  <a:cubicBezTo>
                    <a:pt x="3810" y="2540"/>
                    <a:pt x="8890" y="0"/>
                    <a:pt x="15240" y="0"/>
                  </a:cubicBezTo>
                  <a:lnTo>
                    <a:pt x="5439410" y="0"/>
                  </a:lnTo>
                  <a:cubicBezTo>
                    <a:pt x="5449570" y="0"/>
                    <a:pt x="5458460" y="8890"/>
                    <a:pt x="5458460" y="19050"/>
                  </a:cubicBezTo>
                  <a:close/>
                  <a:moveTo>
                    <a:pt x="5455920" y="30480"/>
                  </a:moveTo>
                  <a:cubicBezTo>
                    <a:pt x="5453380" y="26670"/>
                    <a:pt x="5450840" y="24130"/>
                    <a:pt x="5447030" y="21590"/>
                  </a:cubicBezTo>
                  <a:lnTo>
                    <a:pt x="5455920" y="30480"/>
                  </a:lnTo>
                  <a:close/>
                </a:path>
              </a:pathLst>
            </a:custGeom>
            <a:solidFill>
              <a:srgbClr val="513C1A"/>
            </a:solidFill>
          </p:spPr>
        </p:sp>
      </p:grpSp>
      <p:grpSp>
        <p:nvGrpSpPr>
          <p:cNvPr name="Group 8" id="8"/>
          <p:cNvGrpSpPr>
            <a:grpSpLocks noChangeAspect="true"/>
          </p:cNvGrpSpPr>
          <p:nvPr/>
        </p:nvGrpSpPr>
        <p:grpSpPr>
          <a:xfrm rot="0">
            <a:off x="4068535" y="3522926"/>
            <a:ext cx="2789981" cy="3241149"/>
            <a:chOff x="0" y="0"/>
            <a:chExt cx="5466080" cy="6350000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5438261" cy="6348730"/>
            </a:xfrm>
            <a:custGeom>
              <a:avLst/>
              <a:gdLst/>
              <a:ahLst/>
              <a:cxnLst/>
              <a:rect r="r" b="b" t="t" l="l"/>
              <a:pathLst>
                <a:path h="6348730" w="5438261">
                  <a:moveTo>
                    <a:pt x="5419090" y="0"/>
                  </a:moveTo>
                  <a:lnTo>
                    <a:pt x="19050" y="0"/>
                  </a:lnTo>
                  <a:cubicBezTo>
                    <a:pt x="8890" y="0"/>
                    <a:pt x="0" y="8890"/>
                    <a:pt x="0" y="20320"/>
                  </a:cubicBezTo>
                  <a:lnTo>
                    <a:pt x="0" y="6329680"/>
                  </a:lnTo>
                  <a:cubicBezTo>
                    <a:pt x="0" y="6339840"/>
                    <a:pt x="8890" y="6348730"/>
                    <a:pt x="19050" y="6348730"/>
                  </a:cubicBezTo>
                  <a:lnTo>
                    <a:pt x="5419090" y="6348730"/>
                  </a:lnTo>
                  <a:cubicBezTo>
                    <a:pt x="5429250" y="6348730"/>
                    <a:pt x="5438140" y="6339840"/>
                    <a:pt x="5438140" y="6329680"/>
                  </a:cubicBezTo>
                  <a:lnTo>
                    <a:pt x="5438140" y="20320"/>
                  </a:lnTo>
                  <a:cubicBezTo>
                    <a:pt x="5439410" y="8890"/>
                    <a:pt x="5430520" y="0"/>
                    <a:pt x="5419090" y="0"/>
                  </a:cubicBezTo>
                  <a:close/>
                  <a:moveTo>
                    <a:pt x="5137150" y="314960"/>
                  </a:moveTo>
                  <a:lnTo>
                    <a:pt x="5137150" y="4970780"/>
                  </a:lnTo>
                  <a:cubicBezTo>
                    <a:pt x="5137150" y="4980940"/>
                    <a:pt x="5128260" y="4989830"/>
                    <a:pt x="5118100" y="4989830"/>
                  </a:cubicBezTo>
                  <a:lnTo>
                    <a:pt x="266700" y="4989830"/>
                  </a:lnTo>
                  <a:cubicBezTo>
                    <a:pt x="256540" y="4989830"/>
                    <a:pt x="247650" y="4980940"/>
                    <a:pt x="247650" y="4970780"/>
                  </a:cubicBezTo>
                  <a:lnTo>
                    <a:pt x="247650" y="314960"/>
                  </a:lnTo>
                  <a:cubicBezTo>
                    <a:pt x="247650" y="304800"/>
                    <a:pt x="256540" y="295910"/>
                    <a:pt x="266700" y="295910"/>
                  </a:cubicBezTo>
                  <a:lnTo>
                    <a:pt x="5118100" y="295910"/>
                  </a:lnTo>
                  <a:cubicBezTo>
                    <a:pt x="5129530" y="294640"/>
                    <a:pt x="5137150" y="303530"/>
                    <a:pt x="5137150" y="314960"/>
                  </a:cubicBezTo>
                  <a:close/>
                </a:path>
              </a:pathLst>
            </a:custGeom>
            <a:solidFill>
              <a:srgbClr val="513C1A"/>
            </a:solidFill>
          </p:spPr>
        </p:sp>
        <p:sp>
          <p:nvSpPr>
            <p:cNvPr name="Freeform 10" id="10"/>
            <p:cNvSpPr/>
            <p:nvPr/>
          </p:nvSpPr>
          <p:spPr>
            <a:xfrm flipH="false" flipV="false" rot="0">
              <a:off x="247650" y="294640"/>
              <a:ext cx="4889500" cy="4693920"/>
            </a:xfrm>
            <a:custGeom>
              <a:avLst/>
              <a:gdLst/>
              <a:ahLst/>
              <a:cxnLst/>
              <a:rect r="r" b="b" t="t" l="l"/>
              <a:pathLst>
                <a:path h="4693920" w="4889500">
                  <a:moveTo>
                    <a:pt x="4870450" y="0"/>
                  </a:moveTo>
                  <a:lnTo>
                    <a:pt x="19050" y="0"/>
                  </a:lnTo>
                  <a:cubicBezTo>
                    <a:pt x="8890" y="0"/>
                    <a:pt x="0" y="8890"/>
                    <a:pt x="0" y="19050"/>
                  </a:cubicBezTo>
                  <a:lnTo>
                    <a:pt x="0" y="4674870"/>
                  </a:lnTo>
                  <a:cubicBezTo>
                    <a:pt x="0" y="4686300"/>
                    <a:pt x="8890" y="4693920"/>
                    <a:pt x="19050" y="4693920"/>
                  </a:cubicBezTo>
                  <a:lnTo>
                    <a:pt x="4870450" y="4693920"/>
                  </a:lnTo>
                  <a:cubicBezTo>
                    <a:pt x="4880610" y="4693920"/>
                    <a:pt x="4889500" y="4685030"/>
                    <a:pt x="4889500" y="4674870"/>
                  </a:cubicBezTo>
                  <a:lnTo>
                    <a:pt x="4889500" y="20320"/>
                  </a:lnTo>
                  <a:cubicBezTo>
                    <a:pt x="4889500" y="8890"/>
                    <a:pt x="4881880" y="0"/>
                    <a:pt x="4870450" y="0"/>
                  </a:cubicBezTo>
                  <a:close/>
                </a:path>
              </a:pathLst>
            </a:custGeom>
            <a:blipFill>
              <a:blip r:embed="rId5"/>
              <a:stretch>
                <a:fillRect l="0" t="-1850" r="0" b="-1850"/>
              </a:stretch>
            </a:blipFill>
          </p:spPr>
        </p:sp>
        <p:sp>
          <p:nvSpPr>
            <p:cNvPr name="Freeform 11" id="11"/>
            <p:cNvSpPr/>
            <p:nvPr/>
          </p:nvSpPr>
          <p:spPr>
            <a:xfrm flipH="false" flipV="false" rot="0">
              <a:off x="1270" y="6350"/>
              <a:ext cx="5457190" cy="6342380"/>
            </a:xfrm>
            <a:custGeom>
              <a:avLst/>
              <a:gdLst/>
              <a:ahLst/>
              <a:cxnLst/>
              <a:rect r="r" b="b" t="t" l="l"/>
              <a:pathLst>
                <a:path h="6342380" w="5457190">
                  <a:moveTo>
                    <a:pt x="5137150" y="302260"/>
                  </a:moveTo>
                  <a:cubicBezTo>
                    <a:pt x="5137150" y="302260"/>
                    <a:pt x="5133340" y="290830"/>
                    <a:pt x="5119370" y="289560"/>
                  </a:cubicBezTo>
                  <a:lnTo>
                    <a:pt x="248920" y="289560"/>
                  </a:lnTo>
                  <a:cubicBezTo>
                    <a:pt x="240030" y="289560"/>
                    <a:pt x="228600" y="293370"/>
                    <a:pt x="228600" y="303530"/>
                  </a:cubicBezTo>
                  <a:lnTo>
                    <a:pt x="232410" y="312420"/>
                  </a:lnTo>
                  <a:cubicBezTo>
                    <a:pt x="236220" y="307340"/>
                    <a:pt x="242570" y="304800"/>
                    <a:pt x="248920" y="304800"/>
                  </a:cubicBezTo>
                  <a:lnTo>
                    <a:pt x="5123180" y="304800"/>
                  </a:lnTo>
                  <a:lnTo>
                    <a:pt x="5123180" y="4966970"/>
                  </a:lnTo>
                  <a:cubicBezTo>
                    <a:pt x="5123180" y="4973320"/>
                    <a:pt x="5120640" y="4979670"/>
                    <a:pt x="5115560" y="4983480"/>
                  </a:cubicBezTo>
                  <a:lnTo>
                    <a:pt x="5120640" y="4983480"/>
                  </a:lnTo>
                  <a:cubicBezTo>
                    <a:pt x="5129530" y="4983480"/>
                    <a:pt x="5137150" y="4975860"/>
                    <a:pt x="5137150" y="4966970"/>
                  </a:cubicBezTo>
                  <a:lnTo>
                    <a:pt x="5137150" y="302260"/>
                  </a:lnTo>
                  <a:close/>
                  <a:moveTo>
                    <a:pt x="5438140" y="6324600"/>
                  </a:moveTo>
                  <a:lnTo>
                    <a:pt x="20320" y="6324600"/>
                  </a:lnTo>
                  <a:lnTo>
                    <a:pt x="20320" y="12700"/>
                  </a:lnTo>
                  <a:lnTo>
                    <a:pt x="6350" y="0"/>
                  </a:lnTo>
                  <a:lnTo>
                    <a:pt x="5080" y="0"/>
                  </a:lnTo>
                  <a:cubicBezTo>
                    <a:pt x="2540" y="3810"/>
                    <a:pt x="0" y="7620"/>
                    <a:pt x="0" y="12700"/>
                  </a:cubicBezTo>
                  <a:lnTo>
                    <a:pt x="0" y="6323330"/>
                  </a:lnTo>
                  <a:cubicBezTo>
                    <a:pt x="0" y="6334760"/>
                    <a:pt x="8890" y="6342380"/>
                    <a:pt x="19050" y="6342380"/>
                  </a:cubicBezTo>
                  <a:lnTo>
                    <a:pt x="5444490" y="6342380"/>
                  </a:lnTo>
                  <a:cubicBezTo>
                    <a:pt x="5449570" y="6342380"/>
                    <a:pt x="5453380" y="6341110"/>
                    <a:pt x="5457190" y="6337300"/>
                  </a:cubicBezTo>
                  <a:lnTo>
                    <a:pt x="5438140" y="6324600"/>
                  </a:lnTo>
                  <a:close/>
                </a:path>
              </a:pathLst>
            </a:custGeom>
            <a:solidFill>
              <a:srgbClr val="513C1A"/>
            </a:solidFill>
          </p:spPr>
        </p:sp>
        <p:sp>
          <p:nvSpPr>
            <p:cNvPr name="Freeform 12" id="12"/>
            <p:cNvSpPr/>
            <p:nvPr/>
          </p:nvSpPr>
          <p:spPr>
            <a:xfrm flipH="false" flipV="false" rot="0">
              <a:off x="7620" y="0"/>
              <a:ext cx="5458460" cy="6344920"/>
            </a:xfrm>
            <a:custGeom>
              <a:avLst/>
              <a:gdLst/>
              <a:ahLst/>
              <a:cxnLst/>
              <a:rect r="r" b="b" t="t" l="l"/>
              <a:pathLst>
                <a:path h="6344920" w="5458460">
                  <a:moveTo>
                    <a:pt x="5125720" y="4987290"/>
                  </a:moveTo>
                  <a:cubicBezTo>
                    <a:pt x="5121910" y="4992370"/>
                    <a:pt x="5116830" y="4994910"/>
                    <a:pt x="5110480" y="4994910"/>
                  </a:cubicBezTo>
                  <a:lnTo>
                    <a:pt x="243840" y="4994910"/>
                  </a:lnTo>
                  <a:cubicBezTo>
                    <a:pt x="237490" y="4994910"/>
                    <a:pt x="231140" y="4992370"/>
                    <a:pt x="227330" y="4986020"/>
                  </a:cubicBezTo>
                  <a:cubicBezTo>
                    <a:pt x="222250" y="4982210"/>
                    <a:pt x="219710" y="4977130"/>
                    <a:pt x="219710" y="4970780"/>
                  </a:cubicBezTo>
                  <a:lnTo>
                    <a:pt x="219710" y="314960"/>
                  </a:lnTo>
                  <a:cubicBezTo>
                    <a:pt x="219710" y="309880"/>
                    <a:pt x="222250" y="304800"/>
                    <a:pt x="226060" y="300990"/>
                  </a:cubicBezTo>
                  <a:lnTo>
                    <a:pt x="240030" y="311150"/>
                  </a:lnTo>
                  <a:lnTo>
                    <a:pt x="240030" y="4975860"/>
                  </a:lnTo>
                  <a:lnTo>
                    <a:pt x="5110480" y="4975860"/>
                  </a:lnTo>
                  <a:cubicBezTo>
                    <a:pt x="5113020" y="4975860"/>
                    <a:pt x="5115560" y="4974590"/>
                    <a:pt x="5116830" y="4974590"/>
                  </a:cubicBezTo>
                  <a:lnTo>
                    <a:pt x="5125720" y="4987290"/>
                  </a:lnTo>
                  <a:close/>
                  <a:moveTo>
                    <a:pt x="5458460" y="19050"/>
                  </a:moveTo>
                  <a:lnTo>
                    <a:pt x="5458460" y="6330950"/>
                  </a:lnTo>
                  <a:cubicBezTo>
                    <a:pt x="5458460" y="6336030"/>
                    <a:pt x="5455920" y="6341110"/>
                    <a:pt x="5450840" y="6344920"/>
                  </a:cubicBezTo>
                  <a:lnTo>
                    <a:pt x="5429250" y="6329680"/>
                  </a:lnTo>
                  <a:lnTo>
                    <a:pt x="5429250" y="20320"/>
                  </a:lnTo>
                  <a:lnTo>
                    <a:pt x="13970" y="20320"/>
                  </a:lnTo>
                  <a:lnTo>
                    <a:pt x="0" y="7620"/>
                  </a:lnTo>
                  <a:cubicBezTo>
                    <a:pt x="3810" y="2540"/>
                    <a:pt x="8890" y="0"/>
                    <a:pt x="15240" y="0"/>
                  </a:cubicBezTo>
                  <a:lnTo>
                    <a:pt x="5439410" y="0"/>
                  </a:lnTo>
                  <a:cubicBezTo>
                    <a:pt x="5449570" y="0"/>
                    <a:pt x="5458460" y="8890"/>
                    <a:pt x="5458460" y="19050"/>
                  </a:cubicBezTo>
                  <a:close/>
                  <a:moveTo>
                    <a:pt x="5455920" y="30480"/>
                  </a:moveTo>
                  <a:cubicBezTo>
                    <a:pt x="5453380" y="26670"/>
                    <a:pt x="5450840" y="24130"/>
                    <a:pt x="5447030" y="21590"/>
                  </a:cubicBezTo>
                  <a:lnTo>
                    <a:pt x="5455920" y="30480"/>
                  </a:lnTo>
                  <a:close/>
                </a:path>
              </a:pathLst>
            </a:custGeom>
            <a:solidFill>
              <a:srgbClr val="513C1A"/>
            </a:solidFill>
          </p:spPr>
        </p:sp>
      </p:grpSp>
      <p:grpSp>
        <p:nvGrpSpPr>
          <p:cNvPr name="Group 13" id="13"/>
          <p:cNvGrpSpPr>
            <a:grpSpLocks noChangeAspect="true"/>
          </p:cNvGrpSpPr>
          <p:nvPr/>
        </p:nvGrpSpPr>
        <p:grpSpPr>
          <a:xfrm rot="0">
            <a:off x="7749010" y="3522926"/>
            <a:ext cx="2789981" cy="3241149"/>
            <a:chOff x="0" y="0"/>
            <a:chExt cx="5466080" cy="6350000"/>
          </a:xfrm>
        </p:grpSpPr>
        <p:sp>
          <p:nvSpPr>
            <p:cNvPr name="Freeform 14" id="14"/>
            <p:cNvSpPr/>
            <p:nvPr/>
          </p:nvSpPr>
          <p:spPr>
            <a:xfrm flipH="false" flipV="false" rot="0">
              <a:off x="0" y="0"/>
              <a:ext cx="5438261" cy="6348730"/>
            </a:xfrm>
            <a:custGeom>
              <a:avLst/>
              <a:gdLst/>
              <a:ahLst/>
              <a:cxnLst/>
              <a:rect r="r" b="b" t="t" l="l"/>
              <a:pathLst>
                <a:path h="6348730" w="5438261">
                  <a:moveTo>
                    <a:pt x="5419090" y="0"/>
                  </a:moveTo>
                  <a:lnTo>
                    <a:pt x="19050" y="0"/>
                  </a:lnTo>
                  <a:cubicBezTo>
                    <a:pt x="8890" y="0"/>
                    <a:pt x="0" y="8890"/>
                    <a:pt x="0" y="20320"/>
                  </a:cubicBezTo>
                  <a:lnTo>
                    <a:pt x="0" y="6329680"/>
                  </a:lnTo>
                  <a:cubicBezTo>
                    <a:pt x="0" y="6339840"/>
                    <a:pt x="8890" y="6348730"/>
                    <a:pt x="19050" y="6348730"/>
                  </a:cubicBezTo>
                  <a:lnTo>
                    <a:pt x="5419090" y="6348730"/>
                  </a:lnTo>
                  <a:cubicBezTo>
                    <a:pt x="5429250" y="6348730"/>
                    <a:pt x="5438140" y="6339840"/>
                    <a:pt x="5438140" y="6329680"/>
                  </a:cubicBezTo>
                  <a:lnTo>
                    <a:pt x="5438140" y="20320"/>
                  </a:lnTo>
                  <a:cubicBezTo>
                    <a:pt x="5439410" y="8890"/>
                    <a:pt x="5430520" y="0"/>
                    <a:pt x="5419090" y="0"/>
                  </a:cubicBezTo>
                  <a:close/>
                  <a:moveTo>
                    <a:pt x="5137150" y="314960"/>
                  </a:moveTo>
                  <a:lnTo>
                    <a:pt x="5137150" y="4970780"/>
                  </a:lnTo>
                  <a:cubicBezTo>
                    <a:pt x="5137150" y="4980940"/>
                    <a:pt x="5128260" y="4989830"/>
                    <a:pt x="5118100" y="4989830"/>
                  </a:cubicBezTo>
                  <a:lnTo>
                    <a:pt x="266700" y="4989830"/>
                  </a:lnTo>
                  <a:cubicBezTo>
                    <a:pt x="256540" y="4989830"/>
                    <a:pt x="247650" y="4980940"/>
                    <a:pt x="247650" y="4970780"/>
                  </a:cubicBezTo>
                  <a:lnTo>
                    <a:pt x="247650" y="314960"/>
                  </a:lnTo>
                  <a:cubicBezTo>
                    <a:pt x="247650" y="304800"/>
                    <a:pt x="256540" y="295910"/>
                    <a:pt x="266700" y="295910"/>
                  </a:cubicBezTo>
                  <a:lnTo>
                    <a:pt x="5118100" y="295910"/>
                  </a:lnTo>
                  <a:cubicBezTo>
                    <a:pt x="5129530" y="294640"/>
                    <a:pt x="5137150" y="303530"/>
                    <a:pt x="5137150" y="314960"/>
                  </a:cubicBezTo>
                  <a:close/>
                </a:path>
              </a:pathLst>
            </a:custGeom>
            <a:solidFill>
              <a:srgbClr val="513C1A"/>
            </a:solidFill>
          </p:spPr>
        </p:sp>
        <p:sp>
          <p:nvSpPr>
            <p:cNvPr name="Freeform 15" id="15"/>
            <p:cNvSpPr/>
            <p:nvPr/>
          </p:nvSpPr>
          <p:spPr>
            <a:xfrm flipH="false" flipV="false" rot="0">
              <a:off x="247650" y="294640"/>
              <a:ext cx="4889500" cy="4693920"/>
            </a:xfrm>
            <a:custGeom>
              <a:avLst/>
              <a:gdLst/>
              <a:ahLst/>
              <a:cxnLst/>
              <a:rect r="r" b="b" t="t" l="l"/>
              <a:pathLst>
                <a:path h="4693920" w="4889500">
                  <a:moveTo>
                    <a:pt x="4870450" y="0"/>
                  </a:moveTo>
                  <a:lnTo>
                    <a:pt x="19050" y="0"/>
                  </a:lnTo>
                  <a:cubicBezTo>
                    <a:pt x="8890" y="0"/>
                    <a:pt x="0" y="8890"/>
                    <a:pt x="0" y="19050"/>
                  </a:cubicBezTo>
                  <a:lnTo>
                    <a:pt x="0" y="4674870"/>
                  </a:lnTo>
                  <a:cubicBezTo>
                    <a:pt x="0" y="4686300"/>
                    <a:pt x="8890" y="4693920"/>
                    <a:pt x="19050" y="4693920"/>
                  </a:cubicBezTo>
                  <a:lnTo>
                    <a:pt x="4870450" y="4693920"/>
                  </a:lnTo>
                  <a:cubicBezTo>
                    <a:pt x="4880610" y="4693920"/>
                    <a:pt x="4889500" y="4685030"/>
                    <a:pt x="4889500" y="4674870"/>
                  </a:cubicBezTo>
                  <a:lnTo>
                    <a:pt x="4889500" y="20320"/>
                  </a:lnTo>
                  <a:cubicBezTo>
                    <a:pt x="4889500" y="8890"/>
                    <a:pt x="4881880" y="0"/>
                    <a:pt x="4870450" y="0"/>
                  </a:cubicBezTo>
                  <a:close/>
                </a:path>
              </a:pathLst>
            </a:custGeom>
            <a:blipFill>
              <a:blip r:embed="rId6"/>
              <a:stretch>
                <a:fillRect l="-35333" t="0" r="-35333" b="0"/>
              </a:stretch>
            </a:blipFill>
          </p:spPr>
        </p:sp>
        <p:sp>
          <p:nvSpPr>
            <p:cNvPr name="Freeform 16" id="16"/>
            <p:cNvSpPr/>
            <p:nvPr/>
          </p:nvSpPr>
          <p:spPr>
            <a:xfrm flipH="false" flipV="false" rot="0">
              <a:off x="1270" y="6350"/>
              <a:ext cx="5457190" cy="6342380"/>
            </a:xfrm>
            <a:custGeom>
              <a:avLst/>
              <a:gdLst/>
              <a:ahLst/>
              <a:cxnLst/>
              <a:rect r="r" b="b" t="t" l="l"/>
              <a:pathLst>
                <a:path h="6342380" w="5457190">
                  <a:moveTo>
                    <a:pt x="5137150" y="302260"/>
                  </a:moveTo>
                  <a:cubicBezTo>
                    <a:pt x="5137150" y="302260"/>
                    <a:pt x="5133340" y="290830"/>
                    <a:pt x="5119370" y="289560"/>
                  </a:cubicBezTo>
                  <a:lnTo>
                    <a:pt x="248920" y="289560"/>
                  </a:lnTo>
                  <a:cubicBezTo>
                    <a:pt x="240030" y="289560"/>
                    <a:pt x="228600" y="293370"/>
                    <a:pt x="228600" y="303530"/>
                  </a:cubicBezTo>
                  <a:lnTo>
                    <a:pt x="232410" y="312420"/>
                  </a:lnTo>
                  <a:cubicBezTo>
                    <a:pt x="236220" y="307340"/>
                    <a:pt x="242570" y="304800"/>
                    <a:pt x="248920" y="304800"/>
                  </a:cubicBezTo>
                  <a:lnTo>
                    <a:pt x="5123180" y="304800"/>
                  </a:lnTo>
                  <a:lnTo>
                    <a:pt x="5123180" y="4966970"/>
                  </a:lnTo>
                  <a:cubicBezTo>
                    <a:pt x="5123180" y="4973320"/>
                    <a:pt x="5120640" y="4979670"/>
                    <a:pt x="5115560" y="4983480"/>
                  </a:cubicBezTo>
                  <a:lnTo>
                    <a:pt x="5120640" y="4983480"/>
                  </a:lnTo>
                  <a:cubicBezTo>
                    <a:pt x="5129530" y="4983480"/>
                    <a:pt x="5137150" y="4975860"/>
                    <a:pt x="5137150" y="4966970"/>
                  </a:cubicBezTo>
                  <a:lnTo>
                    <a:pt x="5137150" y="302260"/>
                  </a:lnTo>
                  <a:close/>
                  <a:moveTo>
                    <a:pt x="5438140" y="6324600"/>
                  </a:moveTo>
                  <a:lnTo>
                    <a:pt x="20320" y="6324600"/>
                  </a:lnTo>
                  <a:lnTo>
                    <a:pt x="20320" y="12700"/>
                  </a:lnTo>
                  <a:lnTo>
                    <a:pt x="6350" y="0"/>
                  </a:lnTo>
                  <a:lnTo>
                    <a:pt x="5080" y="0"/>
                  </a:lnTo>
                  <a:cubicBezTo>
                    <a:pt x="2540" y="3810"/>
                    <a:pt x="0" y="7620"/>
                    <a:pt x="0" y="12700"/>
                  </a:cubicBezTo>
                  <a:lnTo>
                    <a:pt x="0" y="6323330"/>
                  </a:lnTo>
                  <a:cubicBezTo>
                    <a:pt x="0" y="6334760"/>
                    <a:pt x="8890" y="6342380"/>
                    <a:pt x="19050" y="6342380"/>
                  </a:cubicBezTo>
                  <a:lnTo>
                    <a:pt x="5444490" y="6342380"/>
                  </a:lnTo>
                  <a:cubicBezTo>
                    <a:pt x="5449570" y="6342380"/>
                    <a:pt x="5453380" y="6341110"/>
                    <a:pt x="5457190" y="6337300"/>
                  </a:cubicBezTo>
                  <a:lnTo>
                    <a:pt x="5438140" y="6324600"/>
                  </a:lnTo>
                  <a:close/>
                </a:path>
              </a:pathLst>
            </a:custGeom>
            <a:solidFill>
              <a:srgbClr val="513C1A"/>
            </a:solidFill>
          </p:spPr>
        </p:sp>
        <p:sp>
          <p:nvSpPr>
            <p:cNvPr name="Freeform 17" id="17"/>
            <p:cNvSpPr/>
            <p:nvPr/>
          </p:nvSpPr>
          <p:spPr>
            <a:xfrm flipH="false" flipV="false" rot="0">
              <a:off x="7620" y="0"/>
              <a:ext cx="5458460" cy="6344920"/>
            </a:xfrm>
            <a:custGeom>
              <a:avLst/>
              <a:gdLst/>
              <a:ahLst/>
              <a:cxnLst/>
              <a:rect r="r" b="b" t="t" l="l"/>
              <a:pathLst>
                <a:path h="6344920" w="5458460">
                  <a:moveTo>
                    <a:pt x="5125720" y="4987290"/>
                  </a:moveTo>
                  <a:cubicBezTo>
                    <a:pt x="5121910" y="4992370"/>
                    <a:pt x="5116830" y="4994910"/>
                    <a:pt x="5110480" y="4994910"/>
                  </a:cubicBezTo>
                  <a:lnTo>
                    <a:pt x="243840" y="4994910"/>
                  </a:lnTo>
                  <a:cubicBezTo>
                    <a:pt x="237490" y="4994910"/>
                    <a:pt x="231140" y="4992370"/>
                    <a:pt x="227330" y="4986020"/>
                  </a:cubicBezTo>
                  <a:cubicBezTo>
                    <a:pt x="222250" y="4982210"/>
                    <a:pt x="219710" y="4977130"/>
                    <a:pt x="219710" y="4970780"/>
                  </a:cubicBezTo>
                  <a:lnTo>
                    <a:pt x="219710" y="314960"/>
                  </a:lnTo>
                  <a:cubicBezTo>
                    <a:pt x="219710" y="309880"/>
                    <a:pt x="222250" y="304800"/>
                    <a:pt x="226060" y="300990"/>
                  </a:cubicBezTo>
                  <a:lnTo>
                    <a:pt x="240030" y="311150"/>
                  </a:lnTo>
                  <a:lnTo>
                    <a:pt x="240030" y="4975860"/>
                  </a:lnTo>
                  <a:lnTo>
                    <a:pt x="5110480" y="4975860"/>
                  </a:lnTo>
                  <a:cubicBezTo>
                    <a:pt x="5113020" y="4975860"/>
                    <a:pt x="5115560" y="4974590"/>
                    <a:pt x="5116830" y="4974590"/>
                  </a:cubicBezTo>
                  <a:lnTo>
                    <a:pt x="5125720" y="4987290"/>
                  </a:lnTo>
                  <a:close/>
                  <a:moveTo>
                    <a:pt x="5458460" y="19050"/>
                  </a:moveTo>
                  <a:lnTo>
                    <a:pt x="5458460" y="6330950"/>
                  </a:lnTo>
                  <a:cubicBezTo>
                    <a:pt x="5458460" y="6336030"/>
                    <a:pt x="5455920" y="6341110"/>
                    <a:pt x="5450840" y="6344920"/>
                  </a:cubicBezTo>
                  <a:lnTo>
                    <a:pt x="5429250" y="6329680"/>
                  </a:lnTo>
                  <a:lnTo>
                    <a:pt x="5429250" y="20320"/>
                  </a:lnTo>
                  <a:lnTo>
                    <a:pt x="13970" y="20320"/>
                  </a:lnTo>
                  <a:lnTo>
                    <a:pt x="0" y="7620"/>
                  </a:lnTo>
                  <a:cubicBezTo>
                    <a:pt x="3810" y="2540"/>
                    <a:pt x="8890" y="0"/>
                    <a:pt x="15240" y="0"/>
                  </a:cubicBezTo>
                  <a:lnTo>
                    <a:pt x="5439410" y="0"/>
                  </a:lnTo>
                  <a:cubicBezTo>
                    <a:pt x="5449570" y="0"/>
                    <a:pt x="5458460" y="8890"/>
                    <a:pt x="5458460" y="19050"/>
                  </a:cubicBezTo>
                  <a:close/>
                  <a:moveTo>
                    <a:pt x="5455920" y="30480"/>
                  </a:moveTo>
                  <a:cubicBezTo>
                    <a:pt x="5453380" y="26670"/>
                    <a:pt x="5450840" y="24130"/>
                    <a:pt x="5447030" y="21590"/>
                  </a:cubicBezTo>
                  <a:lnTo>
                    <a:pt x="5455920" y="30480"/>
                  </a:lnTo>
                  <a:close/>
                </a:path>
              </a:pathLst>
            </a:custGeom>
            <a:solidFill>
              <a:srgbClr val="513C1A"/>
            </a:solidFill>
          </p:spPr>
        </p:sp>
      </p:grpSp>
      <p:grpSp>
        <p:nvGrpSpPr>
          <p:cNvPr name="Group 18" id="18"/>
          <p:cNvGrpSpPr>
            <a:grpSpLocks noChangeAspect="true"/>
          </p:cNvGrpSpPr>
          <p:nvPr/>
        </p:nvGrpSpPr>
        <p:grpSpPr>
          <a:xfrm rot="0">
            <a:off x="11429484" y="3522926"/>
            <a:ext cx="2789981" cy="3241149"/>
            <a:chOff x="0" y="0"/>
            <a:chExt cx="5466080" cy="6350000"/>
          </a:xfrm>
        </p:grpSpPr>
        <p:sp>
          <p:nvSpPr>
            <p:cNvPr name="Freeform 19" id="19"/>
            <p:cNvSpPr/>
            <p:nvPr/>
          </p:nvSpPr>
          <p:spPr>
            <a:xfrm flipH="false" flipV="false" rot="0">
              <a:off x="0" y="0"/>
              <a:ext cx="5438261" cy="6348730"/>
            </a:xfrm>
            <a:custGeom>
              <a:avLst/>
              <a:gdLst/>
              <a:ahLst/>
              <a:cxnLst/>
              <a:rect r="r" b="b" t="t" l="l"/>
              <a:pathLst>
                <a:path h="6348730" w="5438261">
                  <a:moveTo>
                    <a:pt x="5419090" y="0"/>
                  </a:moveTo>
                  <a:lnTo>
                    <a:pt x="19050" y="0"/>
                  </a:lnTo>
                  <a:cubicBezTo>
                    <a:pt x="8890" y="0"/>
                    <a:pt x="0" y="8890"/>
                    <a:pt x="0" y="20320"/>
                  </a:cubicBezTo>
                  <a:lnTo>
                    <a:pt x="0" y="6329680"/>
                  </a:lnTo>
                  <a:cubicBezTo>
                    <a:pt x="0" y="6339840"/>
                    <a:pt x="8890" y="6348730"/>
                    <a:pt x="19050" y="6348730"/>
                  </a:cubicBezTo>
                  <a:lnTo>
                    <a:pt x="5419090" y="6348730"/>
                  </a:lnTo>
                  <a:cubicBezTo>
                    <a:pt x="5429250" y="6348730"/>
                    <a:pt x="5438140" y="6339840"/>
                    <a:pt x="5438140" y="6329680"/>
                  </a:cubicBezTo>
                  <a:lnTo>
                    <a:pt x="5438140" y="20320"/>
                  </a:lnTo>
                  <a:cubicBezTo>
                    <a:pt x="5439410" y="8890"/>
                    <a:pt x="5430520" y="0"/>
                    <a:pt x="5419090" y="0"/>
                  </a:cubicBezTo>
                  <a:close/>
                  <a:moveTo>
                    <a:pt x="5137150" y="314960"/>
                  </a:moveTo>
                  <a:lnTo>
                    <a:pt x="5137150" y="4970780"/>
                  </a:lnTo>
                  <a:cubicBezTo>
                    <a:pt x="5137150" y="4980940"/>
                    <a:pt x="5128260" y="4989830"/>
                    <a:pt x="5118100" y="4989830"/>
                  </a:cubicBezTo>
                  <a:lnTo>
                    <a:pt x="266700" y="4989830"/>
                  </a:lnTo>
                  <a:cubicBezTo>
                    <a:pt x="256540" y="4989830"/>
                    <a:pt x="247650" y="4980940"/>
                    <a:pt x="247650" y="4970780"/>
                  </a:cubicBezTo>
                  <a:lnTo>
                    <a:pt x="247650" y="314960"/>
                  </a:lnTo>
                  <a:cubicBezTo>
                    <a:pt x="247650" y="304800"/>
                    <a:pt x="256540" y="295910"/>
                    <a:pt x="266700" y="295910"/>
                  </a:cubicBezTo>
                  <a:lnTo>
                    <a:pt x="5118100" y="295910"/>
                  </a:lnTo>
                  <a:cubicBezTo>
                    <a:pt x="5129530" y="294640"/>
                    <a:pt x="5137150" y="303530"/>
                    <a:pt x="5137150" y="314960"/>
                  </a:cubicBezTo>
                  <a:close/>
                </a:path>
              </a:pathLst>
            </a:custGeom>
            <a:solidFill>
              <a:srgbClr val="513C1A"/>
            </a:solidFill>
          </p:spPr>
        </p:sp>
        <p:sp>
          <p:nvSpPr>
            <p:cNvPr name="Freeform 20" id="20"/>
            <p:cNvSpPr/>
            <p:nvPr/>
          </p:nvSpPr>
          <p:spPr>
            <a:xfrm flipH="false" flipV="false" rot="0">
              <a:off x="247650" y="294640"/>
              <a:ext cx="4889500" cy="4693920"/>
            </a:xfrm>
            <a:custGeom>
              <a:avLst/>
              <a:gdLst/>
              <a:ahLst/>
              <a:cxnLst/>
              <a:rect r="r" b="b" t="t" l="l"/>
              <a:pathLst>
                <a:path h="4693920" w="4889500">
                  <a:moveTo>
                    <a:pt x="4870450" y="0"/>
                  </a:moveTo>
                  <a:lnTo>
                    <a:pt x="19050" y="0"/>
                  </a:lnTo>
                  <a:cubicBezTo>
                    <a:pt x="8890" y="0"/>
                    <a:pt x="0" y="8890"/>
                    <a:pt x="0" y="19050"/>
                  </a:cubicBezTo>
                  <a:lnTo>
                    <a:pt x="0" y="4674870"/>
                  </a:lnTo>
                  <a:cubicBezTo>
                    <a:pt x="0" y="4686300"/>
                    <a:pt x="8890" y="4693920"/>
                    <a:pt x="19050" y="4693920"/>
                  </a:cubicBezTo>
                  <a:lnTo>
                    <a:pt x="4870450" y="4693920"/>
                  </a:lnTo>
                  <a:cubicBezTo>
                    <a:pt x="4880610" y="4693920"/>
                    <a:pt x="4889500" y="4685030"/>
                    <a:pt x="4889500" y="4674870"/>
                  </a:cubicBezTo>
                  <a:lnTo>
                    <a:pt x="4889500" y="20320"/>
                  </a:lnTo>
                  <a:cubicBezTo>
                    <a:pt x="4889500" y="8890"/>
                    <a:pt x="4881880" y="0"/>
                    <a:pt x="4870450" y="0"/>
                  </a:cubicBezTo>
                  <a:close/>
                </a:path>
              </a:pathLst>
            </a:custGeom>
            <a:blipFill>
              <a:blip r:embed="rId7"/>
              <a:stretch>
                <a:fillRect l="-14000" t="0" r="-13999" b="0"/>
              </a:stretch>
            </a:blipFill>
          </p:spPr>
        </p:sp>
        <p:sp>
          <p:nvSpPr>
            <p:cNvPr name="Freeform 21" id="21"/>
            <p:cNvSpPr/>
            <p:nvPr/>
          </p:nvSpPr>
          <p:spPr>
            <a:xfrm flipH="false" flipV="false" rot="0">
              <a:off x="1270" y="6350"/>
              <a:ext cx="5457190" cy="6342380"/>
            </a:xfrm>
            <a:custGeom>
              <a:avLst/>
              <a:gdLst/>
              <a:ahLst/>
              <a:cxnLst/>
              <a:rect r="r" b="b" t="t" l="l"/>
              <a:pathLst>
                <a:path h="6342380" w="5457190">
                  <a:moveTo>
                    <a:pt x="5137150" y="302260"/>
                  </a:moveTo>
                  <a:cubicBezTo>
                    <a:pt x="5137150" y="302260"/>
                    <a:pt x="5133340" y="290830"/>
                    <a:pt x="5119370" y="289560"/>
                  </a:cubicBezTo>
                  <a:lnTo>
                    <a:pt x="248920" y="289560"/>
                  </a:lnTo>
                  <a:cubicBezTo>
                    <a:pt x="240030" y="289560"/>
                    <a:pt x="228600" y="293370"/>
                    <a:pt x="228600" y="303530"/>
                  </a:cubicBezTo>
                  <a:lnTo>
                    <a:pt x="232410" y="312420"/>
                  </a:lnTo>
                  <a:cubicBezTo>
                    <a:pt x="236220" y="307340"/>
                    <a:pt x="242570" y="304800"/>
                    <a:pt x="248920" y="304800"/>
                  </a:cubicBezTo>
                  <a:lnTo>
                    <a:pt x="5123180" y="304800"/>
                  </a:lnTo>
                  <a:lnTo>
                    <a:pt x="5123180" y="4966970"/>
                  </a:lnTo>
                  <a:cubicBezTo>
                    <a:pt x="5123180" y="4973320"/>
                    <a:pt x="5120640" y="4979670"/>
                    <a:pt x="5115560" y="4983480"/>
                  </a:cubicBezTo>
                  <a:lnTo>
                    <a:pt x="5120640" y="4983480"/>
                  </a:lnTo>
                  <a:cubicBezTo>
                    <a:pt x="5129530" y="4983480"/>
                    <a:pt x="5137150" y="4975860"/>
                    <a:pt x="5137150" y="4966970"/>
                  </a:cubicBezTo>
                  <a:lnTo>
                    <a:pt x="5137150" y="302260"/>
                  </a:lnTo>
                  <a:close/>
                  <a:moveTo>
                    <a:pt x="5438140" y="6324600"/>
                  </a:moveTo>
                  <a:lnTo>
                    <a:pt x="20320" y="6324600"/>
                  </a:lnTo>
                  <a:lnTo>
                    <a:pt x="20320" y="12700"/>
                  </a:lnTo>
                  <a:lnTo>
                    <a:pt x="6350" y="0"/>
                  </a:lnTo>
                  <a:lnTo>
                    <a:pt x="5080" y="0"/>
                  </a:lnTo>
                  <a:cubicBezTo>
                    <a:pt x="2540" y="3810"/>
                    <a:pt x="0" y="7620"/>
                    <a:pt x="0" y="12700"/>
                  </a:cubicBezTo>
                  <a:lnTo>
                    <a:pt x="0" y="6323330"/>
                  </a:lnTo>
                  <a:cubicBezTo>
                    <a:pt x="0" y="6334760"/>
                    <a:pt x="8890" y="6342380"/>
                    <a:pt x="19050" y="6342380"/>
                  </a:cubicBezTo>
                  <a:lnTo>
                    <a:pt x="5444490" y="6342380"/>
                  </a:lnTo>
                  <a:cubicBezTo>
                    <a:pt x="5449570" y="6342380"/>
                    <a:pt x="5453380" y="6341110"/>
                    <a:pt x="5457190" y="6337300"/>
                  </a:cubicBezTo>
                  <a:lnTo>
                    <a:pt x="5438140" y="6324600"/>
                  </a:lnTo>
                  <a:close/>
                </a:path>
              </a:pathLst>
            </a:custGeom>
            <a:solidFill>
              <a:srgbClr val="513C1A"/>
            </a:solidFill>
          </p:spPr>
        </p:sp>
        <p:sp>
          <p:nvSpPr>
            <p:cNvPr name="Freeform 22" id="22"/>
            <p:cNvSpPr/>
            <p:nvPr/>
          </p:nvSpPr>
          <p:spPr>
            <a:xfrm flipH="false" flipV="false" rot="0">
              <a:off x="7620" y="0"/>
              <a:ext cx="5458460" cy="6344920"/>
            </a:xfrm>
            <a:custGeom>
              <a:avLst/>
              <a:gdLst/>
              <a:ahLst/>
              <a:cxnLst/>
              <a:rect r="r" b="b" t="t" l="l"/>
              <a:pathLst>
                <a:path h="6344920" w="5458460">
                  <a:moveTo>
                    <a:pt x="5125720" y="4987290"/>
                  </a:moveTo>
                  <a:cubicBezTo>
                    <a:pt x="5121910" y="4992370"/>
                    <a:pt x="5116830" y="4994910"/>
                    <a:pt x="5110480" y="4994910"/>
                  </a:cubicBezTo>
                  <a:lnTo>
                    <a:pt x="243840" y="4994910"/>
                  </a:lnTo>
                  <a:cubicBezTo>
                    <a:pt x="237490" y="4994910"/>
                    <a:pt x="231140" y="4992370"/>
                    <a:pt x="227330" y="4986020"/>
                  </a:cubicBezTo>
                  <a:cubicBezTo>
                    <a:pt x="222250" y="4982210"/>
                    <a:pt x="219710" y="4977130"/>
                    <a:pt x="219710" y="4970780"/>
                  </a:cubicBezTo>
                  <a:lnTo>
                    <a:pt x="219710" y="314960"/>
                  </a:lnTo>
                  <a:cubicBezTo>
                    <a:pt x="219710" y="309880"/>
                    <a:pt x="222250" y="304800"/>
                    <a:pt x="226060" y="300990"/>
                  </a:cubicBezTo>
                  <a:lnTo>
                    <a:pt x="240030" y="311150"/>
                  </a:lnTo>
                  <a:lnTo>
                    <a:pt x="240030" y="4975860"/>
                  </a:lnTo>
                  <a:lnTo>
                    <a:pt x="5110480" y="4975860"/>
                  </a:lnTo>
                  <a:cubicBezTo>
                    <a:pt x="5113020" y="4975860"/>
                    <a:pt x="5115560" y="4974590"/>
                    <a:pt x="5116830" y="4974590"/>
                  </a:cubicBezTo>
                  <a:lnTo>
                    <a:pt x="5125720" y="4987290"/>
                  </a:lnTo>
                  <a:close/>
                  <a:moveTo>
                    <a:pt x="5458460" y="19050"/>
                  </a:moveTo>
                  <a:lnTo>
                    <a:pt x="5458460" y="6330950"/>
                  </a:lnTo>
                  <a:cubicBezTo>
                    <a:pt x="5458460" y="6336030"/>
                    <a:pt x="5455920" y="6341110"/>
                    <a:pt x="5450840" y="6344920"/>
                  </a:cubicBezTo>
                  <a:lnTo>
                    <a:pt x="5429250" y="6329680"/>
                  </a:lnTo>
                  <a:lnTo>
                    <a:pt x="5429250" y="20320"/>
                  </a:lnTo>
                  <a:lnTo>
                    <a:pt x="13970" y="20320"/>
                  </a:lnTo>
                  <a:lnTo>
                    <a:pt x="0" y="7620"/>
                  </a:lnTo>
                  <a:cubicBezTo>
                    <a:pt x="3810" y="2540"/>
                    <a:pt x="8890" y="0"/>
                    <a:pt x="15240" y="0"/>
                  </a:cubicBezTo>
                  <a:lnTo>
                    <a:pt x="5439410" y="0"/>
                  </a:lnTo>
                  <a:cubicBezTo>
                    <a:pt x="5449570" y="0"/>
                    <a:pt x="5458460" y="8890"/>
                    <a:pt x="5458460" y="19050"/>
                  </a:cubicBezTo>
                  <a:close/>
                  <a:moveTo>
                    <a:pt x="5455920" y="30480"/>
                  </a:moveTo>
                  <a:cubicBezTo>
                    <a:pt x="5453380" y="26670"/>
                    <a:pt x="5450840" y="24130"/>
                    <a:pt x="5447030" y="21590"/>
                  </a:cubicBezTo>
                  <a:lnTo>
                    <a:pt x="5455920" y="30480"/>
                  </a:lnTo>
                  <a:close/>
                </a:path>
              </a:pathLst>
            </a:custGeom>
            <a:solidFill>
              <a:srgbClr val="513C1A"/>
            </a:solidFill>
          </p:spPr>
        </p:sp>
      </p:grpSp>
      <p:grpSp>
        <p:nvGrpSpPr>
          <p:cNvPr name="Group 23" id="23"/>
          <p:cNvGrpSpPr>
            <a:grpSpLocks noChangeAspect="true"/>
          </p:cNvGrpSpPr>
          <p:nvPr/>
        </p:nvGrpSpPr>
        <p:grpSpPr>
          <a:xfrm rot="0">
            <a:off x="15105290" y="3522926"/>
            <a:ext cx="2789981" cy="3241149"/>
            <a:chOff x="0" y="0"/>
            <a:chExt cx="5466080" cy="6350000"/>
          </a:xfrm>
        </p:grpSpPr>
        <p:sp>
          <p:nvSpPr>
            <p:cNvPr name="Freeform 24" id="24"/>
            <p:cNvSpPr/>
            <p:nvPr/>
          </p:nvSpPr>
          <p:spPr>
            <a:xfrm flipH="false" flipV="false" rot="0">
              <a:off x="0" y="0"/>
              <a:ext cx="5438261" cy="6348730"/>
            </a:xfrm>
            <a:custGeom>
              <a:avLst/>
              <a:gdLst/>
              <a:ahLst/>
              <a:cxnLst/>
              <a:rect r="r" b="b" t="t" l="l"/>
              <a:pathLst>
                <a:path h="6348730" w="5438261">
                  <a:moveTo>
                    <a:pt x="5419090" y="0"/>
                  </a:moveTo>
                  <a:lnTo>
                    <a:pt x="19050" y="0"/>
                  </a:lnTo>
                  <a:cubicBezTo>
                    <a:pt x="8890" y="0"/>
                    <a:pt x="0" y="8890"/>
                    <a:pt x="0" y="20320"/>
                  </a:cubicBezTo>
                  <a:lnTo>
                    <a:pt x="0" y="6329680"/>
                  </a:lnTo>
                  <a:cubicBezTo>
                    <a:pt x="0" y="6339840"/>
                    <a:pt x="8890" y="6348730"/>
                    <a:pt x="19050" y="6348730"/>
                  </a:cubicBezTo>
                  <a:lnTo>
                    <a:pt x="5419090" y="6348730"/>
                  </a:lnTo>
                  <a:cubicBezTo>
                    <a:pt x="5429250" y="6348730"/>
                    <a:pt x="5438140" y="6339840"/>
                    <a:pt x="5438140" y="6329680"/>
                  </a:cubicBezTo>
                  <a:lnTo>
                    <a:pt x="5438140" y="20320"/>
                  </a:lnTo>
                  <a:cubicBezTo>
                    <a:pt x="5439410" y="8890"/>
                    <a:pt x="5430520" y="0"/>
                    <a:pt x="5419090" y="0"/>
                  </a:cubicBezTo>
                  <a:close/>
                  <a:moveTo>
                    <a:pt x="5137150" y="314960"/>
                  </a:moveTo>
                  <a:lnTo>
                    <a:pt x="5137150" y="4970780"/>
                  </a:lnTo>
                  <a:cubicBezTo>
                    <a:pt x="5137150" y="4980940"/>
                    <a:pt x="5128260" y="4989830"/>
                    <a:pt x="5118100" y="4989830"/>
                  </a:cubicBezTo>
                  <a:lnTo>
                    <a:pt x="266700" y="4989830"/>
                  </a:lnTo>
                  <a:cubicBezTo>
                    <a:pt x="256540" y="4989830"/>
                    <a:pt x="247650" y="4980940"/>
                    <a:pt x="247650" y="4970780"/>
                  </a:cubicBezTo>
                  <a:lnTo>
                    <a:pt x="247650" y="314960"/>
                  </a:lnTo>
                  <a:cubicBezTo>
                    <a:pt x="247650" y="304800"/>
                    <a:pt x="256540" y="295910"/>
                    <a:pt x="266700" y="295910"/>
                  </a:cubicBezTo>
                  <a:lnTo>
                    <a:pt x="5118100" y="295910"/>
                  </a:lnTo>
                  <a:cubicBezTo>
                    <a:pt x="5129530" y="294640"/>
                    <a:pt x="5137150" y="303530"/>
                    <a:pt x="5137150" y="314960"/>
                  </a:cubicBezTo>
                  <a:close/>
                </a:path>
              </a:pathLst>
            </a:custGeom>
            <a:solidFill>
              <a:srgbClr val="513C1A"/>
            </a:solidFill>
          </p:spPr>
        </p:sp>
        <p:sp>
          <p:nvSpPr>
            <p:cNvPr name="Freeform 25" id="25"/>
            <p:cNvSpPr/>
            <p:nvPr/>
          </p:nvSpPr>
          <p:spPr>
            <a:xfrm flipH="false" flipV="false" rot="0">
              <a:off x="247650" y="294640"/>
              <a:ext cx="4889500" cy="4693920"/>
            </a:xfrm>
            <a:custGeom>
              <a:avLst/>
              <a:gdLst/>
              <a:ahLst/>
              <a:cxnLst/>
              <a:rect r="r" b="b" t="t" l="l"/>
              <a:pathLst>
                <a:path h="4693920" w="4889500">
                  <a:moveTo>
                    <a:pt x="4870450" y="0"/>
                  </a:moveTo>
                  <a:lnTo>
                    <a:pt x="19050" y="0"/>
                  </a:lnTo>
                  <a:cubicBezTo>
                    <a:pt x="8890" y="0"/>
                    <a:pt x="0" y="8890"/>
                    <a:pt x="0" y="19050"/>
                  </a:cubicBezTo>
                  <a:lnTo>
                    <a:pt x="0" y="4674870"/>
                  </a:lnTo>
                  <a:cubicBezTo>
                    <a:pt x="0" y="4686300"/>
                    <a:pt x="8890" y="4693920"/>
                    <a:pt x="19050" y="4693920"/>
                  </a:cubicBezTo>
                  <a:lnTo>
                    <a:pt x="4870450" y="4693920"/>
                  </a:lnTo>
                  <a:cubicBezTo>
                    <a:pt x="4880610" y="4693920"/>
                    <a:pt x="4889500" y="4685030"/>
                    <a:pt x="4889500" y="4674870"/>
                  </a:cubicBezTo>
                  <a:lnTo>
                    <a:pt x="4889500" y="20320"/>
                  </a:lnTo>
                  <a:cubicBezTo>
                    <a:pt x="4889500" y="8890"/>
                    <a:pt x="4881880" y="0"/>
                    <a:pt x="4870450" y="0"/>
                  </a:cubicBezTo>
                  <a:close/>
                </a:path>
              </a:pathLst>
            </a:custGeom>
            <a:blipFill>
              <a:blip r:embed="rId8"/>
              <a:stretch>
                <a:fillRect l="-18629" t="-18433" r="-13738" b="-19449"/>
              </a:stretch>
            </a:blipFill>
          </p:spPr>
        </p:sp>
        <p:sp>
          <p:nvSpPr>
            <p:cNvPr name="Freeform 26" id="26"/>
            <p:cNvSpPr/>
            <p:nvPr/>
          </p:nvSpPr>
          <p:spPr>
            <a:xfrm flipH="false" flipV="false" rot="0">
              <a:off x="1270" y="6350"/>
              <a:ext cx="5457190" cy="6342380"/>
            </a:xfrm>
            <a:custGeom>
              <a:avLst/>
              <a:gdLst/>
              <a:ahLst/>
              <a:cxnLst/>
              <a:rect r="r" b="b" t="t" l="l"/>
              <a:pathLst>
                <a:path h="6342380" w="5457190">
                  <a:moveTo>
                    <a:pt x="5137150" y="302260"/>
                  </a:moveTo>
                  <a:cubicBezTo>
                    <a:pt x="5137150" y="302260"/>
                    <a:pt x="5133340" y="290830"/>
                    <a:pt x="5119370" y="289560"/>
                  </a:cubicBezTo>
                  <a:lnTo>
                    <a:pt x="248920" y="289560"/>
                  </a:lnTo>
                  <a:cubicBezTo>
                    <a:pt x="240030" y="289560"/>
                    <a:pt x="228600" y="293370"/>
                    <a:pt x="228600" y="303530"/>
                  </a:cubicBezTo>
                  <a:lnTo>
                    <a:pt x="232410" y="312420"/>
                  </a:lnTo>
                  <a:cubicBezTo>
                    <a:pt x="236220" y="307340"/>
                    <a:pt x="242570" y="304800"/>
                    <a:pt x="248920" y="304800"/>
                  </a:cubicBezTo>
                  <a:lnTo>
                    <a:pt x="5123180" y="304800"/>
                  </a:lnTo>
                  <a:lnTo>
                    <a:pt x="5123180" y="4966970"/>
                  </a:lnTo>
                  <a:cubicBezTo>
                    <a:pt x="5123180" y="4973320"/>
                    <a:pt x="5120640" y="4979670"/>
                    <a:pt x="5115560" y="4983480"/>
                  </a:cubicBezTo>
                  <a:lnTo>
                    <a:pt x="5120640" y="4983480"/>
                  </a:lnTo>
                  <a:cubicBezTo>
                    <a:pt x="5129530" y="4983480"/>
                    <a:pt x="5137150" y="4975860"/>
                    <a:pt x="5137150" y="4966970"/>
                  </a:cubicBezTo>
                  <a:lnTo>
                    <a:pt x="5137150" y="302260"/>
                  </a:lnTo>
                  <a:close/>
                  <a:moveTo>
                    <a:pt x="5438140" y="6324600"/>
                  </a:moveTo>
                  <a:lnTo>
                    <a:pt x="20320" y="6324600"/>
                  </a:lnTo>
                  <a:lnTo>
                    <a:pt x="20320" y="12700"/>
                  </a:lnTo>
                  <a:lnTo>
                    <a:pt x="6350" y="0"/>
                  </a:lnTo>
                  <a:lnTo>
                    <a:pt x="5080" y="0"/>
                  </a:lnTo>
                  <a:cubicBezTo>
                    <a:pt x="2540" y="3810"/>
                    <a:pt x="0" y="7620"/>
                    <a:pt x="0" y="12700"/>
                  </a:cubicBezTo>
                  <a:lnTo>
                    <a:pt x="0" y="6323330"/>
                  </a:lnTo>
                  <a:cubicBezTo>
                    <a:pt x="0" y="6334760"/>
                    <a:pt x="8890" y="6342380"/>
                    <a:pt x="19050" y="6342380"/>
                  </a:cubicBezTo>
                  <a:lnTo>
                    <a:pt x="5444490" y="6342380"/>
                  </a:lnTo>
                  <a:cubicBezTo>
                    <a:pt x="5449570" y="6342380"/>
                    <a:pt x="5453380" y="6341110"/>
                    <a:pt x="5457190" y="6337300"/>
                  </a:cubicBezTo>
                  <a:lnTo>
                    <a:pt x="5438140" y="6324600"/>
                  </a:lnTo>
                  <a:close/>
                </a:path>
              </a:pathLst>
            </a:custGeom>
            <a:solidFill>
              <a:srgbClr val="513C1A"/>
            </a:solidFill>
          </p:spPr>
        </p:sp>
        <p:sp>
          <p:nvSpPr>
            <p:cNvPr name="Freeform 27" id="27"/>
            <p:cNvSpPr/>
            <p:nvPr/>
          </p:nvSpPr>
          <p:spPr>
            <a:xfrm flipH="false" flipV="false" rot="0">
              <a:off x="7620" y="0"/>
              <a:ext cx="5458460" cy="6344920"/>
            </a:xfrm>
            <a:custGeom>
              <a:avLst/>
              <a:gdLst/>
              <a:ahLst/>
              <a:cxnLst/>
              <a:rect r="r" b="b" t="t" l="l"/>
              <a:pathLst>
                <a:path h="6344920" w="5458460">
                  <a:moveTo>
                    <a:pt x="5125720" y="4987290"/>
                  </a:moveTo>
                  <a:cubicBezTo>
                    <a:pt x="5121910" y="4992370"/>
                    <a:pt x="5116830" y="4994910"/>
                    <a:pt x="5110480" y="4994910"/>
                  </a:cubicBezTo>
                  <a:lnTo>
                    <a:pt x="243840" y="4994910"/>
                  </a:lnTo>
                  <a:cubicBezTo>
                    <a:pt x="237490" y="4994910"/>
                    <a:pt x="231140" y="4992370"/>
                    <a:pt x="227330" y="4986020"/>
                  </a:cubicBezTo>
                  <a:cubicBezTo>
                    <a:pt x="222250" y="4982210"/>
                    <a:pt x="219710" y="4977130"/>
                    <a:pt x="219710" y="4970780"/>
                  </a:cubicBezTo>
                  <a:lnTo>
                    <a:pt x="219710" y="314960"/>
                  </a:lnTo>
                  <a:cubicBezTo>
                    <a:pt x="219710" y="309880"/>
                    <a:pt x="222250" y="304800"/>
                    <a:pt x="226060" y="300990"/>
                  </a:cubicBezTo>
                  <a:lnTo>
                    <a:pt x="240030" y="311150"/>
                  </a:lnTo>
                  <a:lnTo>
                    <a:pt x="240030" y="4975860"/>
                  </a:lnTo>
                  <a:lnTo>
                    <a:pt x="5110480" y="4975860"/>
                  </a:lnTo>
                  <a:cubicBezTo>
                    <a:pt x="5113020" y="4975860"/>
                    <a:pt x="5115560" y="4974590"/>
                    <a:pt x="5116830" y="4974590"/>
                  </a:cubicBezTo>
                  <a:lnTo>
                    <a:pt x="5125720" y="4987290"/>
                  </a:lnTo>
                  <a:close/>
                  <a:moveTo>
                    <a:pt x="5458460" y="19050"/>
                  </a:moveTo>
                  <a:lnTo>
                    <a:pt x="5458460" y="6330950"/>
                  </a:lnTo>
                  <a:cubicBezTo>
                    <a:pt x="5458460" y="6336030"/>
                    <a:pt x="5455920" y="6341110"/>
                    <a:pt x="5450840" y="6344920"/>
                  </a:cubicBezTo>
                  <a:lnTo>
                    <a:pt x="5429250" y="6329680"/>
                  </a:lnTo>
                  <a:lnTo>
                    <a:pt x="5429250" y="20320"/>
                  </a:lnTo>
                  <a:lnTo>
                    <a:pt x="13970" y="20320"/>
                  </a:lnTo>
                  <a:lnTo>
                    <a:pt x="0" y="7620"/>
                  </a:lnTo>
                  <a:cubicBezTo>
                    <a:pt x="3810" y="2540"/>
                    <a:pt x="8890" y="0"/>
                    <a:pt x="15240" y="0"/>
                  </a:cubicBezTo>
                  <a:lnTo>
                    <a:pt x="5439410" y="0"/>
                  </a:lnTo>
                  <a:cubicBezTo>
                    <a:pt x="5449570" y="0"/>
                    <a:pt x="5458460" y="8890"/>
                    <a:pt x="5458460" y="19050"/>
                  </a:cubicBezTo>
                  <a:close/>
                  <a:moveTo>
                    <a:pt x="5455920" y="30480"/>
                  </a:moveTo>
                  <a:cubicBezTo>
                    <a:pt x="5453380" y="26670"/>
                    <a:pt x="5450840" y="24130"/>
                    <a:pt x="5447030" y="21590"/>
                  </a:cubicBezTo>
                  <a:lnTo>
                    <a:pt x="5455920" y="30480"/>
                  </a:lnTo>
                  <a:close/>
                </a:path>
              </a:pathLst>
            </a:custGeom>
            <a:solidFill>
              <a:srgbClr val="513C1A"/>
            </a:solidFill>
          </p:spPr>
        </p:sp>
      </p:grpSp>
      <p:sp>
        <p:nvSpPr>
          <p:cNvPr name="Freeform 28" id="28"/>
          <p:cNvSpPr/>
          <p:nvPr/>
        </p:nvSpPr>
        <p:spPr>
          <a:xfrm flipH="false" flipV="false" rot="0">
            <a:off x="11988970" y="7703873"/>
            <a:ext cx="1671009" cy="1554427"/>
          </a:xfrm>
          <a:custGeom>
            <a:avLst/>
            <a:gdLst/>
            <a:ahLst/>
            <a:cxnLst/>
            <a:rect r="r" b="b" t="t" l="l"/>
            <a:pathLst>
              <a:path h="1554427" w="1671009">
                <a:moveTo>
                  <a:pt x="0" y="0"/>
                </a:moveTo>
                <a:lnTo>
                  <a:pt x="1671009" y="0"/>
                </a:lnTo>
                <a:lnTo>
                  <a:pt x="1671009" y="1554427"/>
                </a:lnTo>
                <a:lnTo>
                  <a:pt x="0" y="1554427"/>
                </a:lnTo>
                <a:lnTo>
                  <a:pt x="0" y="0"/>
                </a:lnTo>
                <a:close/>
              </a:path>
            </a:pathLst>
          </a:custGeom>
          <a:blipFill>
            <a:blip r:embed="rId9"/>
            <a:stretch>
              <a:fillRect l="0" t="0" r="0" b="0"/>
            </a:stretch>
          </a:blipFill>
        </p:spPr>
      </p:sp>
      <p:sp>
        <p:nvSpPr>
          <p:cNvPr name="Freeform 29" id="29"/>
          <p:cNvSpPr/>
          <p:nvPr/>
        </p:nvSpPr>
        <p:spPr>
          <a:xfrm flipH="false" flipV="false" rot="0">
            <a:off x="15688804" y="7703873"/>
            <a:ext cx="1671009" cy="1554427"/>
          </a:xfrm>
          <a:custGeom>
            <a:avLst/>
            <a:gdLst/>
            <a:ahLst/>
            <a:cxnLst/>
            <a:rect r="r" b="b" t="t" l="l"/>
            <a:pathLst>
              <a:path h="1554427" w="1671009">
                <a:moveTo>
                  <a:pt x="0" y="0"/>
                </a:moveTo>
                <a:lnTo>
                  <a:pt x="1671009" y="0"/>
                </a:lnTo>
                <a:lnTo>
                  <a:pt x="1671009" y="1554427"/>
                </a:lnTo>
                <a:lnTo>
                  <a:pt x="0" y="1554427"/>
                </a:lnTo>
                <a:lnTo>
                  <a:pt x="0" y="0"/>
                </a:lnTo>
                <a:close/>
              </a:path>
            </a:pathLst>
          </a:custGeom>
          <a:blipFill>
            <a:blip r:embed="rId9"/>
            <a:stretch>
              <a:fillRect l="0" t="0" r="0" b="0"/>
            </a:stretch>
          </a:blipFill>
        </p:spPr>
      </p:sp>
      <p:sp>
        <p:nvSpPr>
          <p:cNvPr name="Freeform 30" id="30"/>
          <p:cNvSpPr/>
          <p:nvPr/>
        </p:nvSpPr>
        <p:spPr>
          <a:xfrm flipH="false" flipV="false" rot="0">
            <a:off x="4535844" y="7402936"/>
            <a:ext cx="1855364" cy="1855364"/>
          </a:xfrm>
          <a:custGeom>
            <a:avLst/>
            <a:gdLst/>
            <a:ahLst/>
            <a:cxnLst/>
            <a:rect r="r" b="b" t="t" l="l"/>
            <a:pathLst>
              <a:path h="1855364" w="1855364">
                <a:moveTo>
                  <a:pt x="0" y="0"/>
                </a:moveTo>
                <a:lnTo>
                  <a:pt x="1855364" y="0"/>
                </a:lnTo>
                <a:lnTo>
                  <a:pt x="1855364" y="1855364"/>
                </a:lnTo>
                <a:lnTo>
                  <a:pt x="0" y="1855364"/>
                </a:lnTo>
                <a:lnTo>
                  <a:pt x="0" y="0"/>
                </a:lnTo>
                <a:close/>
              </a:path>
            </a:pathLst>
          </a:custGeom>
          <a:blipFill>
            <a:blip r:embed="rId10"/>
            <a:stretch>
              <a:fillRect l="0" t="0" r="0" b="0"/>
            </a:stretch>
          </a:blipFill>
        </p:spPr>
      </p:sp>
      <p:sp>
        <p:nvSpPr>
          <p:cNvPr name="Freeform 31" id="31"/>
          <p:cNvSpPr/>
          <p:nvPr/>
        </p:nvSpPr>
        <p:spPr>
          <a:xfrm flipH="false" flipV="false" rot="0">
            <a:off x="860038" y="7402936"/>
            <a:ext cx="1855364" cy="1855364"/>
          </a:xfrm>
          <a:custGeom>
            <a:avLst/>
            <a:gdLst/>
            <a:ahLst/>
            <a:cxnLst/>
            <a:rect r="r" b="b" t="t" l="l"/>
            <a:pathLst>
              <a:path h="1855364" w="1855364">
                <a:moveTo>
                  <a:pt x="0" y="0"/>
                </a:moveTo>
                <a:lnTo>
                  <a:pt x="1855364" y="0"/>
                </a:lnTo>
                <a:lnTo>
                  <a:pt x="1855364" y="1855364"/>
                </a:lnTo>
                <a:lnTo>
                  <a:pt x="0" y="1855364"/>
                </a:lnTo>
                <a:lnTo>
                  <a:pt x="0" y="0"/>
                </a:lnTo>
                <a:close/>
              </a:path>
            </a:pathLst>
          </a:custGeom>
          <a:blipFill>
            <a:blip r:embed="rId10"/>
            <a:stretch>
              <a:fillRect l="0" t="0" r="0" b="0"/>
            </a:stretch>
          </a:blipFill>
        </p:spPr>
      </p:sp>
      <p:sp>
        <p:nvSpPr>
          <p:cNvPr name="Freeform 32" id="32"/>
          <p:cNvSpPr/>
          <p:nvPr/>
        </p:nvSpPr>
        <p:spPr>
          <a:xfrm flipH="false" flipV="false" rot="0">
            <a:off x="8354681" y="7679662"/>
            <a:ext cx="1578638" cy="1578638"/>
          </a:xfrm>
          <a:custGeom>
            <a:avLst/>
            <a:gdLst/>
            <a:ahLst/>
            <a:cxnLst/>
            <a:rect r="r" b="b" t="t" l="l"/>
            <a:pathLst>
              <a:path h="1578638" w="1578638">
                <a:moveTo>
                  <a:pt x="0" y="0"/>
                </a:moveTo>
                <a:lnTo>
                  <a:pt x="1578638" y="0"/>
                </a:lnTo>
                <a:lnTo>
                  <a:pt x="1578638" y="1578638"/>
                </a:lnTo>
                <a:lnTo>
                  <a:pt x="0" y="1578638"/>
                </a:lnTo>
                <a:lnTo>
                  <a:pt x="0" y="0"/>
                </a:lnTo>
                <a:close/>
              </a:path>
            </a:pathLst>
          </a:custGeom>
          <a:blipFill>
            <a:blip r:embed="rId11">
              <a:extLst>
                <a:ext uri="{96DAC541-7B7A-43D3-8B79-37D633B846F1}">
                  <asvg:svgBlip xmlns:asvg="http://schemas.microsoft.com/office/drawing/2016/SVG/main" r:embed="rId12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33" id="33"/>
          <p:cNvSpPr txBox="true"/>
          <p:nvPr/>
        </p:nvSpPr>
        <p:spPr>
          <a:xfrm rot="0">
            <a:off x="1028700" y="1152525"/>
            <a:ext cx="11927791" cy="111264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7853"/>
              </a:lnSpc>
            </a:pPr>
            <a:r>
              <a:rPr lang="en-US" sz="7699" b="true">
                <a:solidFill>
                  <a:srgbClr val="FFECD9"/>
                </a:solidFill>
                <a:latin typeface="Hagrid Text Heavy"/>
                <a:ea typeface="Hagrid Text Heavy"/>
                <a:cs typeface="Hagrid Text Heavy"/>
                <a:sym typeface="Hagrid Text Heavy"/>
              </a:rPr>
              <a:t>Predstavenie tímu</a:t>
            </a:r>
          </a:p>
        </p:txBody>
      </p:sp>
      <p:sp>
        <p:nvSpPr>
          <p:cNvPr name="TextBox 34" id="34"/>
          <p:cNvSpPr txBox="true"/>
          <p:nvPr/>
        </p:nvSpPr>
        <p:spPr>
          <a:xfrm rot="0">
            <a:off x="392730" y="6235881"/>
            <a:ext cx="2789981" cy="52819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876"/>
              </a:lnSpc>
            </a:pPr>
            <a:r>
              <a:rPr lang="en-US" b="true" sz="3800">
                <a:solidFill>
                  <a:srgbClr val="FFECD9"/>
                </a:solidFill>
                <a:latin typeface="Hagrid Text Bold"/>
                <a:ea typeface="Hagrid Text Bold"/>
                <a:cs typeface="Hagrid Text Bold"/>
                <a:sym typeface="Hagrid Text Bold"/>
              </a:rPr>
              <a:t>Denis V.</a:t>
            </a:r>
          </a:p>
        </p:txBody>
      </p:sp>
      <p:sp>
        <p:nvSpPr>
          <p:cNvPr name="TextBox 35" id="35"/>
          <p:cNvSpPr txBox="true"/>
          <p:nvPr/>
        </p:nvSpPr>
        <p:spPr>
          <a:xfrm rot="0">
            <a:off x="4068535" y="6235881"/>
            <a:ext cx="2789981" cy="52819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876"/>
              </a:lnSpc>
            </a:pPr>
            <a:r>
              <a:rPr lang="en-US" b="true" sz="3800">
                <a:solidFill>
                  <a:srgbClr val="FFECD9"/>
                </a:solidFill>
                <a:latin typeface="Hagrid Text Bold"/>
                <a:ea typeface="Hagrid Text Bold"/>
                <a:cs typeface="Hagrid Text Bold"/>
                <a:sym typeface="Hagrid Text Bold"/>
              </a:rPr>
              <a:t>Martin Ž.</a:t>
            </a:r>
          </a:p>
        </p:txBody>
      </p:sp>
      <p:sp>
        <p:nvSpPr>
          <p:cNvPr name="TextBox 36" id="36"/>
          <p:cNvSpPr txBox="true"/>
          <p:nvPr/>
        </p:nvSpPr>
        <p:spPr>
          <a:xfrm rot="0">
            <a:off x="7744341" y="6235881"/>
            <a:ext cx="2789981" cy="52819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876"/>
              </a:lnSpc>
            </a:pPr>
            <a:r>
              <a:rPr lang="en-US" b="true" sz="3800">
                <a:solidFill>
                  <a:srgbClr val="FFECD9"/>
                </a:solidFill>
                <a:latin typeface="Hagrid Text Bold"/>
                <a:ea typeface="Hagrid Text Bold"/>
                <a:cs typeface="Hagrid Text Bold"/>
                <a:sym typeface="Hagrid Text Bold"/>
              </a:rPr>
              <a:t>Matej K.</a:t>
            </a:r>
          </a:p>
        </p:txBody>
      </p:sp>
      <p:sp>
        <p:nvSpPr>
          <p:cNvPr name="TextBox 37" id="37"/>
          <p:cNvSpPr txBox="true"/>
          <p:nvPr/>
        </p:nvSpPr>
        <p:spPr>
          <a:xfrm rot="0">
            <a:off x="11424815" y="6235881"/>
            <a:ext cx="2789981" cy="52819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876"/>
              </a:lnSpc>
            </a:pPr>
            <a:r>
              <a:rPr lang="en-US" b="true" sz="3800">
                <a:solidFill>
                  <a:srgbClr val="FFECD9"/>
                </a:solidFill>
                <a:latin typeface="Hagrid Text Bold"/>
                <a:ea typeface="Hagrid Text Bold"/>
                <a:cs typeface="Hagrid Text Bold"/>
                <a:sym typeface="Hagrid Text Bold"/>
              </a:rPr>
              <a:t>Matej P.</a:t>
            </a:r>
          </a:p>
        </p:txBody>
      </p:sp>
      <p:sp>
        <p:nvSpPr>
          <p:cNvPr name="TextBox 38" id="38"/>
          <p:cNvSpPr txBox="true"/>
          <p:nvPr/>
        </p:nvSpPr>
        <p:spPr>
          <a:xfrm rot="0">
            <a:off x="15105290" y="6235881"/>
            <a:ext cx="2789981" cy="52819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876"/>
              </a:lnSpc>
            </a:pPr>
            <a:r>
              <a:rPr lang="en-US" b="true" sz="3800">
                <a:solidFill>
                  <a:srgbClr val="FFECD9"/>
                </a:solidFill>
                <a:latin typeface="Hagrid Text Bold"/>
                <a:ea typeface="Hagrid Text Bold"/>
                <a:cs typeface="Hagrid Text Bold"/>
                <a:sym typeface="Hagrid Text Bold"/>
              </a:rPr>
              <a:t>Laura S.</a:t>
            </a:r>
          </a:p>
        </p:txBody>
      </p:sp>
    </p:spTree>
  </p:cSld>
  <p:clrMapOvr>
    <a:masterClrMapping/>
  </p:clrMapOvr>
  <p:transition spd="fast">
    <p:fade/>
  </p:transition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74552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1028700" y="2412345"/>
            <a:ext cx="14462796" cy="138887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820421" indent="-410210" lvl="1">
              <a:lnSpc>
                <a:spcPts val="5624"/>
              </a:lnSpc>
              <a:buFont typeface="Arial"/>
              <a:buChar char="•"/>
            </a:pPr>
            <a:r>
              <a:rPr lang="en-US" sz="3800">
                <a:solidFill>
                  <a:srgbClr val="FFECD9"/>
                </a:solidFill>
                <a:latin typeface="Hagrid Text"/>
                <a:ea typeface="Hagrid Text"/>
                <a:cs typeface="Hagrid Text"/>
                <a:sym typeface="Hagrid Text"/>
              </a:rPr>
              <a:t>V mestách aj na dedinách sú stovky ľudí, ktorí chcú pomáhať - ale nevedia kde, kedy a komu</a:t>
            </a:r>
          </a:p>
        </p:txBody>
      </p:sp>
      <p:sp>
        <p:nvSpPr>
          <p:cNvPr name="Freeform 3" id="3"/>
          <p:cNvSpPr/>
          <p:nvPr/>
        </p:nvSpPr>
        <p:spPr>
          <a:xfrm flipH="false" flipV="false" rot="0">
            <a:off x="15295418" y="6403769"/>
            <a:ext cx="2992582" cy="4114800"/>
          </a:xfrm>
          <a:custGeom>
            <a:avLst/>
            <a:gdLst/>
            <a:ahLst/>
            <a:cxnLst/>
            <a:rect r="r" b="b" t="t" l="l"/>
            <a:pathLst>
              <a:path h="4114800" w="2992582">
                <a:moveTo>
                  <a:pt x="0" y="0"/>
                </a:moveTo>
                <a:lnTo>
                  <a:pt x="2992582" y="0"/>
                </a:lnTo>
                <a:lnTo>
                  <a:pt x="2992582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-145832" y="7706340"/>
            <a:ext cx="4043253" cy="2812229"/>
          </a:xfrm>
          <a:custGeom>
            <a:avLst/>
            <a:gdLst/>
            <a:ahLst/>
            <a:cxnLst/>
            <a:rect r="r" b="b" t="t" l="l"/>
            <a:pathLst>
              <a:path h="2812229" w="4043253">
                <a:moveTo>
                  <a:pt x="0" y="0"/>
                </a:moveTo>
                <a:lnTo>
                  <a:pt x="4043253" y="0"/>
                </a:lnTo>
                <a:lnTo>
                  <a:pt x="4043253" y="2812229"/>
                </a:lnTo>
                <a:lnTo>
                  <a:pt x="0" y="2812229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5" id="5"/>
          <p:cNvSpPr txBox="true"/>
          <p:nvPr/>
        </p:nvSpPr>
        <p:spPr>
          <a:xfrm rot="0">
            <a:off x="1028700" y="1152525"/>
            <a:ext cx="12681689" cy="111264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7854"/>
              </a:lnSpc>
            </a:pPr>
            <a:r>
              <a:rPr lang="en-US" sz="7700" b="true">
                <a:solidFill>
                  <a:srgbClr val="FFECD9"/>
                </a:solidFill>
                <a:latin typeface="Hagrid Text Heavy"/>
                <a:ea typeface="Hagrid Text Heavy"/>
                <a:cs typeface="Hagrid Text Heavy"/>
                <a:sym typeface="Hagrid Text Heavy"/>
              </a:rPr>
              <a:t>Problematika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1028700" y="4029817"/>
            <a:ext cx="16230600" cy="138887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820421" indent="-410210" lvl="1">
              <a:lnSpc>
                <a:spcPts val="5624"/>
              </a:lnSpc>
              <a:buFont typeface="Arial"/>
              <a:buChar char="•"/>
            </a:pPr>
            <a:r>
              <a:rPr lang="en-US" sz="3800">
                <a:solidFill>
                  <a:srgbClr val="FFECD9"/>
                </a:solidFill>
                <a:latin typeface="Hagrid Text"/>
                <a:ea typeface="Hagrid Text"/>
                <a:cs typeface="Hagrid Text"/>
                <a:sym typeface="Hagrid Text"/>
              </a:rPr>
              <a:t>Mladý ochotný ľúdia z Košíc chcú pomôcť bezmocným postihnutým ľuďom - ale nevedia kde, kedy a komu</a:t>
            </a:r>
          </a:p>
        </p:txBody>
      </p:sp>
    </p:spTree>
  </p:cSld>
  <p:clrMapOvr>
    <a:masterClrMapping/>
  </p:clrMapOvr>
  <p:transition spd="fast">
    <p:fade/>
  </p:transition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74552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4081627">
            <a:off x="8738539" y="5477801"/>
            <a:ext cx="12614222" cy="12847818"/>
          </a:xfrm>
          <a:custGeom>
            <a:avLst/>
            <a:gdLst/>
            <a:ahLst/>
            <a:cxnLst/>
            <a:rect r="r" b="b" t="t" l="l"/>
            <a:pathLst>
              <a:path h="12847818" w="12614222">
                <a:moveTo>
                  <a:pt x="0" y="0"/>
                </a:moveTo>
                <a:lnTo>
                  <a:pt x="12614222" y="0"/>
                </a:lnTo>
                <a:lnTo>
                  <a:pt x="12614222" y="12847819"/>
                </a:lnTo>
                <a:lnTo>
                  <a:pt x="0" y="12847819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10237808" y="6182825"/>
            <a:ext cx="5303586" cy="4122261"/>
          </a:xfrm>
          <a:custGeom>
            <a:avLst/>
            <a:gdLst/>
            <a:ahLst/>
            <a:cxnLst/>
            <a:rect r="r" b="b" t="t" l="l"/>
            <a:pathLst>
              <a:path h="4122261" w="5303586">
                <a:moveTo>
                  <a:pt x="0" y="0"/>
                </a:moveTo>
                <a:lnTo>
                  <a:pt x="5303586" y="0"/>
                </a:lnTo>
                <a:lnTo>
                  <a:pt x="5303586" y="4122261"/>
                </a:lnTo>
                <a:lnTo>
                  <a:pt x="0" y="4122261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-14328" r="0" b="-14328"/>
            </a:stretch>
          </a:blipFill>
        </p:spPr>
      </p:sp>
      <p:sp>
        <p:nvSpPr>
          <p:cNvPr name="Freeform 4" id="4"/>
          <p:cNvSpPr/>
          <p:nvPr/>
        </p:nvSpPr>
        <p:spPr>
          <a:xfrm flipH="true" flipV="false" rot="0">
            <a:off x="13864008" y="5368652"/>
            <a:ext cx="5750608" cy="5750608"/>
          </a:xfrm>
          <a:custGeom>
            <a:avLst/>
            <a:gdLst/>
            <a:ahLst/>
            <a:cxnLst/>
            <a:rect r="r" b="b" t="t" l="l"/>
            <a:pathLst>
              <a:path h="5750608" w="5750608">
                <a:moveTo>
                  <a:pt x="5750607" y="0"/>
                </a:moveTo>
                <a:lnTo>
                  <a:pt x="0" y="0"/>
                </a:lnTo>
                <a:lnTo>
                  <a:pt x="0" y="5750608"/>
                </a:lnTo>
                <a:lnTo>
                  <a:pt x="5750607" y="5750608"/>
                </a:lnTo>
                <a:lnTo>
                  <a:pt x="5750607" y="0"/>
                </a:lnTo>
                <a:close/>
              </a:path>
            </a:pathLst>
          </a:custGeom>
          <a:blipFill>
            <a:blip r:embed="rId5"/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-10453745">
            <a:off x="-4305844" y="5272704"/>
            <a:ext cx="12614222" cy="12847818"/>
          </a:xfrm>
          <a:custGeom>
            <a:avLst/>
            <a:gdLst/>
            <a:ahLst/>
            <a:cxnLst/>
            <a:rect r="r" b="b" t="t" l="l"/>
            <a:pathLst>
              <a:path h="12847818" w="12614222">
                <a:moveTo>
                  <a:pt x="0" y="0"/>
                </a:moveTo>
                <a:lnTo>
                  <a:pt x="12614221" y="0"/>
                </a:lnTo>
                <a:lnTo>
                  <a:pt x="12614221" y="12847818"/>
                </a:lnTo>
                <a:lnTo>
                  <a:pt x="0" y="12847818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0">
            <a:off x="529958" y="3962558"/>
            <a:ext cx="5750608" cy="5750608"/>
          </a:xfrm>
          <a:custGeom>
            <a:avLst/>
            <a:gdLst/>
            <a:ahLst/>
            <a:cxnLst/>
            <a:rect r="r" b="b" t="t" l="l"/>
            <a:pathLst>
              <a:path h="5750608" w="5750608">
                <a:moveTo>
                  <a:pt x="0" y="0"/>
                </a:moveTo>
                <a:lnTo>
                  <a:pt x="5750608" y="0"/>
                </a:lnTo>
                <a:lnTo>
                  <a:pt x="5750608" y="5750608"/>
                </a:lnTo>
                <a:lnTo>
                  <a:pt x="0" y="5750608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0">
            <a:off x="-691107" y="5143500"/>
            <a:ext cx="6208481" cy="6208481"/>
          </a:xfrm>
          <a:custGeom>
            <a:avLst/>
            <a:gdLst/>
            <a:ahLst/>
            <a:cxnLst/>
            <a:rect r="r" b="b" t="t" l="l"/>
            <a:pathLst>
              <a:path h="6208481" w="6208481">
                <a:moveTo>
                  <a:pt x="0" y="0"/>
                </a:moveTo>
                <a:lnTo>
                  <a:pt x="6208481" y="0"/>
                </a:lnTo>
                <a:lnTo>
                  <a:pt x="6208481" y="6208481"/>
                </a:lnTo>
                <a:lnTo>
                  <a:pt x="0" y="6208481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 l="0" t="0" r="0" b="0"/>
            </a:stretch>
          </a:blipFill>
        </p:spPr>
      </p:sp>
      <p:sp>
        <p:nvSpPr>
          <p:cNvPr name="TextBox 8" id="8"/>
          <p:cNvSpPr txBox="true"/>
          <p:nvPr/>
        </p:nvSpPr>
        <p:spPr>
          <a:xfrm rot="0">
            <a:off x="1028700" y="933360"/>
            <a:ext cx="12681689" cy="136868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9690"/>
              </a:lnSpc>
            </a:pPr>
            <a:r>
              <a:rPr lang="en-US" sz="9500" b="true">
                <a:solidFill>
                  <a:srgbClr val="FFECD9"/>
                </a:solidFill>
                <a:latin typeface="Hagrid Text Heavy"/>
                <a:ea typeface="Hagrid Text Heavy"/>
                <a:cs typeface="Hagrid Text Heavy"/>
                <a:sym typeface="Hagrid Text Heavy"/>
              </a:rPr>
              <a:t>Cieľové skupiny</a:t>
            </a:r>
          </a:p>
        </p:txBody>
      </p:sp>
    </p:spTree>
  </p:cSld>
  <p:clrMapOvr>
    <a:masterClrMapping/>
  </p:clrMapOvr>
  <p:transition spd="fast">
    <p:fade/>
  </p:transition>
</p:sld>
</file>

<file path=ppt/slides/slide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74552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-10453745">
            <a:off x="-7936975" y="-10072570"/>
            <a:ext cx="30923348" cy="31496003"/>
          </a:xfrm>
          <a:custGeom>
            <a:avLst/>
            <a:gdLst/>
            <a:ahLst/>
            <a:cxnLst/>
            <a:rect r="r" b="b" t="t" l="l"/>
            <a:pathLst>
              <a:path h="31496003" w="30923348">
                <a:moveTo>
                  <a:pt x="0" y="0"/>
                </a:moveTo>
                <a:lnTo>
                  <a:pt x="30923348" y="0"/>
                </a:lnTo>
                <a:lnTo>
                  <a:pt x="30923348" y="31496002"/>
                </a:lnTo>
                <a:lnTo>
                  <a:pt x="0" y="31496002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4081627">
            <a:off x="8942234" y="4198784"/>
            <a:ext cx="14813518" cy="15087843"/>
          </a:xfrm>
          <a:custGeom>
            <a:avLst/>
            <a:gdLst/>
            <a:ahLst/>
            <a:cxnLst/>
            <a:rect r="r" b="b" t="t" l="l"/>
            <a:pathLst>
              <a:path h="15087843" w="14813518">
                <a:moveTo>
                  <a:pt x="0" y="0"/>
                </a:moveTo>
                <a:lnTo>
                  <a:pt x="14813519" y="0"/>
                </a:lnTo>
                <a:lnTo>
                  <a:pt x="14813519" y="15087842"/>
                </a:lnTo>
                <a:lnTo>
                  <a:pt x="0" y="15087842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17259300" y="9258300"/>
            <a:ext cx="3435516" cy="3435516"/>
          </a:xfrm>
          <a:custGeom>
            <a:avLst/>
            <a:gdLst/>
            <a:ahLst/>
            <a:cxnLst/>
            <a:rect r="r" b="b" t="t" l="l"/>
            <a:pathLst>
              <a:path h="3435516" w="3435516">
                <a:moveTo>
                  <a:pt x="0" y="0"/>
                </a:moveTo>
                <a:lnTo>
                  <a:pt x="3435516" y="0"/>
                </a:lnTo>
                <a:lnTo>
                  <a:pt x="3435516" y="3435516"/>
                </a:lnTo>
                <a:lnTo>
                  <a:pt x="0" y="3435516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13024893" y="5096490"/>
            <a:ext cx="6208481" cy="6208481"/>
          </a:xfrm>
          <a:custGeom>
            <a:avLst/>
            <a:gdLst/>
            <a:ahLst/>
            <a:cxnLst/>
            <a:rect r="r" b="b" t="t" l="l"/>
            <a:pathLst>
              <a:path h="6208481" w="6208481">
                <a:moveTo>
                  <a:pt x="0" y="0"/>
                </a:moveTo>
                <a:lnTo>
                  <a:pt x="6208481" y="0"/>
                </a:lnTo>
                <a:lnTo>
                  <a:pt x="6208481" y="6208480"/>
                </a:lnTo>
                <a:lnTo>
                  <a:pt x="0" y="6208480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0" t="0" r="0" b="0"/>
            </a:stretch>
          </a:blipFill>
        </p:spPr>
      </p:sp>
      <p:sp>
        <p:nvSpPr>
          <p:cNvPr name="TextBox 6" id="6"/>
          <p:cNvSpPr txBox="true"/>
          <p:nvPr/>
        </p:nvSpPr>
        <p:spPr>
          <a:xfrm rot="0">
            <a:off x="811369" y="2760959"/>
            <a:ext cx="16230600" cy="233553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906778" indent="-453389" lvl="1">
              <a:lnSpc>
                <a:spcPts val="6299"/>
              </a:lnSpc>
              <a:buFont typeface="Arial"/>
              <a:buChar char="•"/>
            </a:pPr>
            <a:r>
              <a:rPr lang="en-US" sz="4199">
                <a:solidFill>
                  <a:srgbClr val="FFECD9"/>
                </a:solidFill>
                <a:latin typeface="Hagrid Text"/>
                <a:ea typeface="Hagrid Text"/>
                <a:cs typeface="Hagrid Text"/>
                <a:sym typeface="Hagrid Text"/>
              </a:rPr>
              <a:t>Mladí ľudia s veľa volným časom</a:t>
            </a:r>
          </a:p>
          <a:p>
            <a:pPr algn="l" marL="906778" indent="-453389" lvl="1">
              <a:lnSpc>
                <a:spcPts val="6299"/>
              </a:lnSpc>
              <a:buFont typeface="Arial"/>
              <a:buChar char="•"/>
            </a:pPr>
            <a:r>
              <a:rPr lang="en-US" sz="4199">
                <a:solidFill>
                  <a:srgbClr val="FFECD9"/>
                </a:solidFill>
                <a:latin typeface="Hagrid Text"/>
                <a:ea typeface="Hagrid Text"/>
                <a:cs typeface="Hagrid Text"/>
                <a:sym typeface="Hagrid Text"/>
              </a:rPr>
              <a:t>Ochotný pômocť, ale nevedia komu a ako</a:t>
            </a:r>
          </a:p>
          <a:p>
            <a:pPr algn="l" marL="906778" indent="-453389" lvl="1">
              <a:lnSpc>
                <a:spcPts val="6299"/>
              </a:lnSpc>
              <a:buFont typeface="Arial"/>
              <a:buChar char="•"/>
            </a:pPr>
            <a:r>
              <a:rPr lang="en-US" sz="4199">
                <a:solidFill>
                  <a:srgbClr val="FFECD9"/>
                </a:solidFill>
                <a:latin typeface="Hagrid Text"/>
                <a:ea typeface="Hagrid Text"/>
                <a:cs typeface="Hagrid Text"/>
                <a:sym typeface="Hagrid Text"/>
              </a:rPr>
              <a:t>Veková skupina: 18-40 rokov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1028700" y="933360"/>
            <a:ext cx="12681689" cy="136652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9690"/>
              </a:lnSpc>
            </a:pPr>
            <a:r>
              <a:rPr lang="en-US" sz="9500" b="true">
                <a:solidFill>
                  <a:srgbClr val="FFECD9"/>
                </a:solidFill>
                <a:latin typeface="Hagrid Text Heavy"/>
                <a:ea typeface="Hagrid Text Heavy"/>
                <a:cs typeface="Hagrid Text Heavy"/>
                <a:sym typeface="Hagrid Text Heavy"/>
              </a:rPr>
              <a:t>Pomocníci</a:t>
            </a:r>
          </a:p>
        </p:txBody>
      </p:sp>
    </p:spTree>
  </p:cSld>
  <p:clrMapOvr>
    <a:masterClrMapping/>
  </p:clrMapOvr>
  <p:transition spd="slow">
    <p:fade/>
  </p:transition>
</p:sld>
</file>

<file path=ppt/slides/slide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74552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4081627">
            <a:off x="8738539" y="5477801"/>
            <a:ext cx="12614222" cy="12847818"/>
          </a:xfrm>
          <a:custGeom>
            <a:avLst/>
            <a:gdLst/>
            <a:ahLst/>
            <a:cxnLst/>
            <a:rect r="r" b="b" t="t" l="l"/>
            <a:pathLst>
              <a:path h="12847818" w="12614222">
                <a:moveTo>
                  <a:pt x="0" y="0"/>
                </a:moveTo>
                <a:lnTo>
                  <a:pt x="12614222" y="0"/>
                </a:lnTo>
                <a:lnTo>
                  <a:pt x="12614222" y="12847819"/>
                </a:lnTo>
                <a:lnTo>
                  <a:pt x="0" y="12847819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10237808" y="6182825"/>
            <a:ext cx="5303586" cy="4122261"/>
          </a:xfrm>
          <a:custGeom>
            <a:avLst/>
            <a:gdLst/>
            <a:ahLst/>
            <a:cxnLst/>
            <a:rect r="r" b="b" t="t" l="l"/>
            <a:pathLst>
              <a:path h="4122261" w="5303586">
                <a:moveTo>
                  <a:pt x="0" y="0"/>
                </a:moveTo>
                <a:lnTo>
                  <a:pt x="5303586" y="0"/>
                </a:lnTo>
                <a:lnTo>
                  <a:pt x="5303586" y="4122261"/>
                </a:lnTo>
                <a:lnTo>
                  <a:pt x="0" y="4122261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-14328" r="0" b="-14328"/>
            </a:stretch>
          </a:blipFill>
        </p:spPr>
      </p:sp>
      <p:sp>
        <p:nvSpPr>
          <p:cNvPr name="Freeform 4" id="4"/>
          <p:cNvSpPr/>
          <p:nvPr/>
        </p:nvSpPr>
        <p:spPr>
          <a:xfrm flipH="true" flipV="false" rot="0">
            <a:off x="13864008" y="5368652"/>
            <a:ext cx="5750608" cy="5750608"/>
          </a:xfrm>
          <a:custGeom>
            <a:avLst/>
            <a:gdLst/>
            <a:ahLst/>
            <a:cxnLst/>
            <a:rect r="r" b="b" t="t" l="l"/>
            <a:pathLst>
              <a:path h="5750608" w="5750608">
                <a:moveTo>
                  <a:pt x="5750607" y="0"/>
                </a:moveTo>
                <a:lnTo>
                  <a:pt x="0" y="0"/>
                </a:lnTo>
                <a:lnTo>
                  <a:pt x="0" y="5750608"/>
                </a:lnTo>
                <a:lnTo>
                  <a:pt x="5750607" y="5750608"/>
                </a:lnTo>
                <a:lnTo>
                  <a:pt x="5750607" y="0"/>
                </a:lnTo>
                <a:close/>
              </a:path>
            </a:pathLst>
          </a:custGeom>
          <a:blipFill>
            <a:blip r:embed="rId5"/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-10453745">
            <a:off x="-4305844" y="5272704"/>
            <a:ext cx="12614222" cy="12847818"/>
          </a:xfrm>
          <a:custGeom>
            <a:avLst/>
            <a:gdLst/>
            <a:ahLst/>
            <a:cxnLst/>
            <a:rect r="r" b="b" t="t" l="l"/>
            <a:pathLst>
              <a:path h="12847818" w="12614222">
                <a:moveTo>
                  <a:pt x="0" y="0"/>
                </a:moveTo>
                <a:lnTo>
                  <a:pt x="12614221" y="0"/>
                </a:lnTo>
                <a:lnTo>
                  <a:pt x="12614221" y="12847818"/>
                </a:lnTo>
                <a:lnTo>
                  <a:pt x="0" y="12847818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0">
            <a:off x="529958" y="3962558"/>
            <a:ext cx="5750608" cy="5750608"/>
          </a:xfrm>
          <a:custGeom>
            <a:avLst/>
            <a:gdLst/>
            <a:ahLst/>
            <a:cxnLst/>
            <a:rect r="r" b="b" t="t" l="l"/>
            <a:pathLst>
              <a:path h="5750608" w="5750608">
                <a:moveTo>
                  <a:pt x="0" y="0"/>
                </a:moveTo>
                <a:lnTo>
                  <a:pt x="5750608" y="0"/>
                </a:lnTo>
                <a:lnTo>
                  <a:pt x="5750608" y="5750608"/>
                </a:lnTo>
                <a:lnTo>
                  <a:pt x="0" y="5750608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0">
            <a:off x="-691107" y="5143500"/>
            <a:ext cx="6208481" cy="6208481"/>
          </a:xfrm>
          <a:custGeom>
            <a:avLst/>
            <a:gdLst/>
            <a:ahLst/>
            <a:cxnLst/>
            <a:rect r="r" b="b" t="t" l="l"/>
            <a:pathLst>
              <a:path h="6208481" w="6208481">
                <a:moveTo>
                  <a:pt x="0" y="0"/>
                </a:moveTo>
                <a:lnTo>
                  <a:pt x="6208481" y="0"/>
                </a:lnTo>
                <a:lnTo>
                  <a:pt x="6208481" y="6208481"/>
                </a:lnTo>
                <a:lnTo>
                  <a:pt x="0" y="6208481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 l="0" t="0" r="0" b="0"/>
            </a:stretch>
          </a:blipFill>
        </p:spPr>
      </p:sp>
      <p:sp>
        <p:nvSpPr>
          <p:cNvPr name="TextBox 8" id="8"/>
          <p:cNvSpPr txBox="true"/>
          <p:nvPr/>
        </p:nvSpPr>
        <p:spPr>
          <a:xfrm rot="0">
            <a:off x="1028700" y="933360"/>
            <a:ext cx="12681689" cy="136868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9690"/>
              </a:lnSpc>
            </a:pPr>
            <a:r>
              <a:rPr lang="en-US" sz="9500" b="true">
                <a:solidFill>
                  <a:srgbClr val="FFECD9"/>
                </a:solidFill>
                <a:latin typeface="Hagrid Text Heavy"/>
                <a:ea typeface="Hagrid Text Heavy"/>
                <a:cs typeface="Hagrid Text Heavy"/>
                <a:sym typeface="Hagrid Text Heavy"/>
              </a:rPr>
              <a:t>Cieľové skupiny</a:t>
            </a:r>
          </a:p>
        </p:txBody>
      </p:sp>
    </p:spTree>
  </p:cSld>
  <p:clrMapOvr>
    <a:masterClrMapping/>
  </p:clrMapOvr>
  <p:transition spd="fast">
    <p:fade/>
  </p:transition>
</p:sld>
</file>

<file path=ppt/slides/slide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74552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-10453745">
            <a:off x="-7936975" y="-10072570"/>
            <a:ext cx="30923348" cy="31496003"/>
          </a:xfrm>
          <a:custGeom>
            <a:avLst/>
            <a:gdLst/>
            <a:ahLst/>
            <a:cxnLst/>
            <a:rect r="r" b="b" t="t" l="l"/>
            <a:pathLst>
              <a:path h="31496003" w="30923348">
                <a:moveTo>
                  <a:pt x="0" y="0"/>
                </a:moveTo>
                <a:lnTo>
                  <a:pt x="30923348" y="0"/>
                </a:lnTo>
                <a:lnTo>
                  <a:pt x="30923348" y="31496002"/>
                </a:lnTo>
                <a:lnTo>
                  <a:pt x="0" y="31496002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17259300" y="9258300"/>
            <a:ext cx="3435516" cy="3435516"/>
          </a:xfrm>
          <a:custGeom>
            <a:avLst/>
            <a:gdLst/>
            <a:ahLst/>
            <a:cxnLst/>
            <a:rect r="r" b="b" t="t" l="l"/>
            <a:pathLst>
              <a:path h="3435516" w="3435516">
                <a:moveTo>
                  <a:pt x="0" y="0"/>
                </a:moveTo>
                <a:lnTo>
                  <a:pt x="3435516" y="0"/>
                </a:lnTo>
                <a:lnTo>
                  <a:pt x="3435516" y="3435516"/>
                </a:lnTo>
                <a:lnTo>
                  <a:pt x="0" y="3435516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4081627">
            <a:off x="8942234" y="4198784"/>
            <a:ext cx="14813518" cy="15087843"/>
          </a:xfrm>
          <a:custGeom>
            <a:avLst/>
            <a:gdLst/>
            <a:ahLst/>
            <a:cxnLst/>
            <a:rect r="r" b="b" t="t" l="l"/>
            <a:pathLst>
              <a:path h="15087843" w="14813518">
                <a:moveTo>
                  <a:pt x="0" y="0"/>
                </a:moveTo>
                <a:lnTo>
                  <a:pt x="14813519" y="0"/>
                </a:lnTo>
                <a:lnTo>
                  <a:pt x="14813519" y="15087842"/>
                </a:lnTo>
                <a:lnTo>
                  <a:pt x="0" y="15087842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10837481" y="6182825"/>
            <a:ext cx="5303586" cy="4122261"/>
          </a:xfrm>
          <a:custGeom>
            <a:avLst/>
            <a:gdLst/>
            <a:ahLst/>
            <a:cxnLst/>
            <a:rect r="r" b="b" t="t" l="l"/>
            <a:pathLst>
              <a:path h="4122261" w="5303586">
                <a:moveTo>
                  <a:pt x="0" y="0"/>
                </a:moveTo>
                <a:lnTo>
                  <a:pt x="5303586" y="0"/>
                </a:lnTo>
                <a:lnTo>
                  <a:pt x="5303586" y="4122261"/>
                </a:lnTo>
                <a:lnTo>
                  <a:pt x="0" y="4122261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 l="0" t="-14328" r="0" b="-14328"/>
            </a:stretch>
          </a:blipFill>
        </p:spPr>
      </p:sp>
      <p:sp>
        <p:nvSpPr>
          <p:cNvPr name="Freeform 6" id="6"/>
          <p:cNvSpPr/>
          <p:nvPr/>
        </p:nvSpPr>
        <p:spPr>
          <a:xfrm flipH="true" flipV="false" rot="0">
            <a:off x="13984747" y="5368652"/>
            <a:ext cx="5750608" cy="5750608"/>
          </a:xfrm>
          <a:custGeom>
            <a:avLst/>
            <a:gdLst/>
            <a:ahLst/>
            <a:cxnLst/>
            <a:rect r="r" b="b" t="t" l="l"/>
            <a:pathLst>
              <a:path h="5750608" w="5750608">
                <a:moveTo>
                  <a:pt x="5750608" y="0"/>
                </a:moveTo>
                <a:lnTo>
                  <a:pt x="0" y="0"/>
                </a:lnTo>
                <a:lnTo>
                  <a:pt x="0" y="5750608"/>
                </a:lnTo>
                <a:lnTo>
                  <a:pt x="5750608" y="5750608"/>
                </a:lnTo>
                <a:lnTo>
                  <a:pt x="5750608" y="0"/>
                </a:lnTo>
                <a:close/>
              </a:path>
            </a:pathLst>
          </a:custGeom>
          <a:blipFill>
            <a:blip r:embed="rId8"/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0">
            <a:off x="-4463508" y="9258300"/>
            <a:ext cx="6208481" cy="6208481"/>
          </a:xfrm>
          <a:custGeom>
            <a:avLst/>
            <a:gdLst/>
            <a:ahLst/>
            <a:cxnLst/>
            <a:rect r="r" b="b" t="t" l="l"/>
            <a:pathLst>
              <a:path h="6208481" w="6208481">
                <a:moveTo>
                  <a:pt x="0" y="0"/>
                </a:moveTo>
                <a:lnTo>
                  <a:pt x="6208480" y="0"/>
                </a:lnTo>
                <a:lnTo>
                  <a:pt x="6208480" y="6208481"/>
                </a:lnTo>
                <a:lnTo>
                  <a:pt x="0" y="6208481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TextBox 8" id="8"/>
          <p:cNvSpPr txBox="true"/>
          <p:nvPr/>
        </p:nvSpPr>
        <p:spPr>
          <a:xfrm rot="0">
            <a:off x="878044" y="2808584"/>
            <a:ext cx="14462796" cy="215074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820421" indent="-410210" lvl="1">
              <a:lnSpc>
                <a:spcPts val="5700"/>
              </a:lnSpc>
              <a:buFont typeface="Arial"/>
              <a:buChar char="•"/>
            </a:pPr>
            <a:r>
              <a:rPr lang="en-US" sz="3800">
                <a:solidFill>
                  <a:srgbClr val="FFECD9"/>
                </a:solidFill>
                <a:latin typeface="Hagrid Text"/>
                <a:ea typeface="Hagrid Text"/>
                <a:cs typeface="Hagrid Text"/>
                <a:sym typeface="Hagrid Text"/>
              </a:rPr>
              <a:t>Potrebujú okamžitú pomoc v bežných situáciách</a:t>
            </a:r>
          </a:p>
          <a:p>
            <a:pPr algn="l" marL="820421" indent="-410210" lvl="1">
              <a:lnSpc>
                <a:spcPts val="5700"/>
              </a:lnSpc>
              <a:buFont typeface="Arial"/>
              <a:buChar char="•"/>
            </a:pPr>
            <a:r>
              <a:rPr lang="en-US" sz="3800">
                <a:solidFill>
                  <a:srgbClr val="FFECD9"/>
                </a:solidFill>
                <a:latin typeface="Hagrid Text"/>
                <a:ea typeface="Hagrid Text"/>
                <a:cs typeface="Hagrid Text"/>
                <a:sym typeface="Hagrid Text"/>
              </a:rPr>
              <a:t>Často nevedia, na koho sa môžu obrátiť</a:t>
            </a:r>
          </a:p>
          <a:p>
            <a:pPr algn="l" marL="820421" indent="-410210" lvl="1">
              <a:lnSpc>
                <a:spcPts val="5700"/>
              </a:lnSpc>
              <a:buFont typeface="Arial"/>
              <a:buChar char="•"/>
            </a:pPr>
            <a:r>
              <a:rPr lang="en-US" sz="3800">
                <a:solidFill>
                  <a:srgbClr val="FFECD9"/>
                </a:solidFill>
                <a:latin typeface="Hagrid Text"/>
                <a:ea typeface="Hagrid Text"/>
                <a:cs typeface="Hagrid Text"/>
                <a:sym typeface="Hagrid Text"/>
              </a:rPr>
              <a:t>Veková skupina: 40–∞ rokov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1001869" y="1038135"/>
            <a:ext cx="18585915" cy="91555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426"/>
              </a:lnSpc>
            </a:pPr>
            <a:r>
              <a:rPr lang="en-US" sz="6300" b="true">
                <a:solidFill>
                  <a:srgbClr val="FFECD9"/>
                </a:solidFill>
                <a:latin typeface="Hagrid Text Heavy"/>
                <a:ea typeface="Hagrid Text Heavy"/>
                <a:cs typeface="Hagrid Text Heavy"/>
                <a:sym typeface="Hagrid Text Heavy"/>
              </a:rPr>
              <a:t>Ľudia so zdravotným postihnutím </a:t>
            </a:r>
          </a:p>
        </p:txBody>
      </p:sp>
    </p:spTree>
  </p:cSld>
  <p:clrMapOvr>
    <a:masterClrMapping/>
  </p:clrMapOvr>
  <p:transition spd="slow">
    <p:fade/>
  </p:transition>
</p:sld>
</file>

<file path=ppt/slides/slide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74552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996395" y="2734351"/>
            <a:ext cx="16198119" cy="6875698"/>
            <a:chOff x="0" y="0"/>
            <a:chExt cx="21597492" cy="9167597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9374029" y="0"/>
              <a:ext cx="12223463" cy="9167597"/>
            </a:xfrm>
            <a:custGeom>
              <a:avLst/>
              <a:gdLst/>
              <a:ahLst/>
              <a:cxnLst/>
              <a:rect r="r" b="b" t="t" l="l"/>
              <a:pathLst>
                <a:path h="9167597" w="12223463">
                  <a:moveTo>
                    <a:pt x="0" y="0"/>
                  </a:moveTo>
                  <a:lnTo>
                    <a:pt x="12223463" y="0"/>
                  </a:lnTo>
                  <a:lnTo>
                    <a:pt x="12223463" y="9167597"/>
                  </a:lnTo>
                  <a:lnTo>
                    <a:pt x="0" y="916759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0" t="0" r="0" b="0"/>
              </a:stretch>
            </a:blipFill>
          </p:spPr>
        </p:sp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10884673" cy="9167597"/>
            </a:xfrm>
            <a:custGeom>
              <a:avLst/>
              <a:gdLst/>
              <a:ahLst/>
              <a:cxnLst/>
              <a:rect r="r" b="b" t="t" l="l"/>
              <a:pathLst>
                <a:path h="9167597" w="10884673">
                  <a:moveTo>
                    <a:pt x="0" y="0"/>
                  </a:moveTo>
                  <a:lnTo>
                    <a:pt x="10884673" y="0"/>
                  </a:lnTo>
                  <a:lnTo>
                    <a:pt x="10884673" y="9167597"/>
                  </a:lnTo>
                  <a:lnTo>
                    <a:pt x="0" y="916759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0" t="0" r="-12299" b="0"/>
              </a:stretch>
            </a:blipFill>
          </p:spPr>
        </p:sp>
      </p:grpSp>
      <p:sp>
        <p:nvSpPr>
          <p:cNvPr name="Freeform 5" id="5"/>
          <p:cNvSpPr/>
          <p:nvPr/>
        </p:nvSpPr>
        <p:spPr>
          <a:xfrm flipH="false" flipV="false" rot="9506658">
            <a:off x="-2440529" y="-9203845"/>
            <a:ext cx="16649603" cy="11030362"/>
          </a:xfrm>
          <a:custGeom>
            <a:avLst/>
            <a:gdLst/>
            <a:ahLst/>
            <a:cxnLst/>
            <a:rect r="r" b="b" t="t" l="l"/>
            <a:pathLst>
              <a:path h="11030362" w="16649603">
                <a:moveTo>
                  <a:pt x="0" y="0"/>
                </a:moveTo>
                <a:lnTo>
                  <a:pt x="16649603" y="0"/>
                </a:lnTo>
                <a:lnTo>
                  <a:pt x="16649603" y="11030362"/>
                </a:lnTo>
                <a:lnTo>
                  <a:pt x="0" y="11030362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0">
            <a:off x="13058906" y="2976831"/>
            <a:ext cx="5247060" cy="5285500"/>
          </a:xfrm>
          <a:custGeom>
            <a:avLst/>
            <a:gdLst/>
            <a:ahLst/>
            <a:cxnLst/>
            <a:rect r="r" b="b" t="t" l="l"/>
            <a:pathLst>
              <a:path h="5285500" w="5247060">
                <a:moveTo>
                  <a:pt x="0" y="0"/>
                </a:moveTo>
                <a:lnTo>
                  <a:pt x="5247059" y="0"/>
                </a:lnTo>
                <a:lnTo>
                  <a:pt x="5247059" y="5285500"/>
                </a:lnTo>
                <a:lnTo>
                  <a:pt x="0" y="5285500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0">
            <a:off x="400056" y="5548770"/>
            <a:ext cx="2499529" cy="4660138"/>
          </a:xfrm>
          <a:custGeom>
            <a:avLst/>
            <a:gdLst/>
            <a:ahLst/>
            <a:cxnLst/>
            <a:rect r="r" b="b" t="t" l="l"/>
            <a:pathLst>
              <a:path h="4660138" w="2499529">
                <a:moveTo>
                  <a:pt x="0" y="0"/>
                </a:moveTo>
                <a:lnTo>
                  <a:pt x="2499528" y="0"/>
                </a:lnTo>
                <a:lnTo>
                  <a:pt x="2499528" y="4660138"/>
                </a:lnTo>
                <a:lnTo>
                  <a:pt x="0" y="4660138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8" id="8"/>
          <p:cNvGrpSpPr/>
          <p:nvPr/>
        </p:nvGrpSpPr>
        <p:grpSpPr>
          <a:xfrm rot="0">
            <a:off x="3779017" y="6806718"/>
            <a:ext cx="2105256" cy="2144242"/>
            <a:chOff x="0" y="0"/>
            <a:chExt cx="2807008" cy="2858989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2807008" cy="2858989"/>
            </a:xfrm>
            <a:custGeom>
              <a:avLst/>
              <a:gdLst/>
              <a:ahLst/>
              <a:cxnLst/>
              <a:rect r="r" b="b" t="t" l="l"/>
              <a:pathLst>
                <a:path h="2858989" w="2807008">
                  <a:moveTo>
                    <a:pt x="0" y="0"/>
                  </a:moveTo>
                  <a:lnTo>
                    <a:pt x="2807008" y="0"/>
                  </a:lnTo>
                  <a:lnTo>
                    <a:pt x="2807008" y="2858989"/>
                  </a:lnTo>
                  <a:lnTo>
                    <a:pt x="0" y="2858989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9">
                <a:extLst>
                  <a:ext uri="{96DAC541-7B7A-43D3-8B79-37D633B846F1}">
                    <asvg:svgBlip xmlns:asvg="http://schemas.microsoft.com/office/drawing/2016/SVG/main" r:embed="rId10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TextBox 10" id="10"/>
            <p:cNvSpPr txBox="true"/>
            <p:nvPr/>
          </p:nvSpPr>
          <p:spPr>
            <a:xfrm rot="0">
              <a:off x="511424" y="1362820"/>
              <a:ext cx="1861404" cy="537953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3348"/>
                </a:lnSpc>
              </a:pPr>
              <a:r>
                <a:rPr lang="en-US" sz="2232" b="true">
                  <a:solidFill>
                    <a:srgbClr val="FFECD9"/>
                  </a:solidFill>
                  <a:latin typeface="Hagrid Text Bold"/>
                  <a:ea typeface="Hagrid Text Bold"/>
                  <a:cs typeface="Hagrid Text Bold"/>
                  <a:sym typeface="Hagrid Text Bold"/>
                </a:rPr>
                <a:t>APPka</a:t>
              </a:r>
            </a:p>
          </p:txBody>
        </p:sp>
      </p:grpSp>
      <p:grpSp>
        <p:nvGrpSpPr>
          <p:cNvPr name="Group 11" id="11"/>
          <p:cNvGrpSpPr/>
          <p:nvPr/>
        </p:nvGrpSpPr>
        <p:grpSpPr>
          <a:xfrm rot="0">
            <a:off x="9628615" y="3348368"/>
            <a:ext cx="3567192" cy="2057556"/>
            <a:chOff x="0" y="0"/>
            <a:chExt cx="4756256" cy="2743409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4756256" cy="2743409"/>
            </a:xfrm>
            <a:custGeom>
              <a:avLst/>
              <a:gdLst/>
              <a:ahLst/>
              <a:cxnLst/>
              <a:rect r="r" b="b" t="t" l="l"/>
              <a:pathLst>
                <a:path h="2743409" w="4756256">
                  <a:moveTo>
                    <a:pt x="0" y="0"/>
                  </a:moveTo>
                  <a:lnTo>
                    <a:pt x="4756256" y="0"/>
                  </a:lnTo>
                  <a:lnTo>
                    <a:pt x="4756256" y="2743409"/>
                  </a:lnTo>
                  <a:lnTo>
                    <a:pt x="0" y="2743409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1">
                <a:extLst>
                  <a:ext uri="{96DAC541-7B7A-43D3-8B79-37D633B846F1}">
                    <asvg:svgBlip xmlns:asvg="http://schemas.microsoft.com/office/drawing/2016/SVG/main" r:embed="rId12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TextBox 13" id="13"/>
            <p:cNvSpPr txBox="true"/>
            <p:nvPr/>
          </p:nvSpPr>
          <p:spPr>
            <a:xfrm rot="0">
              <a:off x="557643" y="633463"/>
              <a:ext cx="3640971" cy="1102098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3283"/>
                </a:lnSpc>
              </a:pPr>
              <a:r>
                <a:rPr lang="en-US" sz="2188" b="true">
                  <a:solidFill>
                    <a:srgbClr val="FFECD9"/>
                  </a:solidFill>
                  <a:latin typeface="Hagrid Text Bold"/>
                  <a:ea typeface="Hagrid Text Bold"/>
                  <a:cs typeface="Hagrid Text Bold"/>
                  <a:sym typeface="Hagrid Text Bold"/>
                </a:rPr>
                <a:t>Interaktívne</a:t>
              </a:r>
            </a:p>
            <a:p>
              <a:pPr algn="ctr">
                <a:lnSpc>
                  <a:spcPts val="3283"/>
                </a:lnSpc>
              </a:pPr>
              <a:r>
                <a:rPr lang="en-US" b="true" sz="2188">
                  <a:solidFill>
                    <a:srgbClr val="FFECD9"/>
                  </a:solidFill>
                  <a:latin typeface="Hagrid Text Bold"/>
                  <a:ea typeface="Hagrid Text Bold"/>
                  <a:cs typeface="Hagrid Text Bold"/>
                  <a:sym typeface="Hagrid Text Bold"/>
                </a:rPr>
                <a:t>tabule</a:t>
              </a:r>
            </a:p>
          </p:txBody>
        </p:sp>
      </p:grpSp>
      <p:sp>
        <p:nvSpPr>
          <p:cNvPr name="Freeform 14" id="14"/>
          <p:cNvSpPr/>
          <p:nvPr/>
        </p:nvSpPr>
        <p:spPr>
          <a:xfrm flipH="false" flipV="false" rot="0">
            <a:off x="2945678" y="3214882"/>
            <a:ext cx="4302432" cy="3035170"/>
          </a:xfrm>
          <a:custGeom>
            <a:avLst/>
            <a:gdLst/>
            <a:ahLst/>
            <a:cxnLst/>
            <a:rect r="r" b="b" t="t" l="l"/>
            <a:pathLst>
              <a:path h="3035170" w="4302432">
                <a:moveTo>
                  <a:pt x="0" y="0"/>
                </a:moveTo>
                <a:lnTo>
                  <a:pt x="4302432" y="0"/>
                </a:lnTo>
                <a:lnTo>
                  <a:pt x="4302432" y="3035170"/>
                </a:lnTo>
                <a:lnTo>
                  <a:pt x="0" y="3035170"/>
                </a:lnTo>
                <a:lnTo>
                  <a:pt x="0" y="0"/>
                </a:lnTo>
                <a:close/>
              </a:path>
            </a:pathLst>
          </a:custGeom>
          <a:blipFill>
            <a:blip r:embed="rId13">
              <a:extLst>
                <a:ext uri="{96DAC541-7B7A-43D3-8B79-37D633B846F1}">
                  <asvg:svgBlip xmlns:asvg="http://schemas.microsoft.com/office/drawing/2016/SVG/main" r:embed="rId1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5" id="15"/>
          <p:cNvSpPr/>
          <p:nvPr/>
        </p:nvSpPr>
        <p:spPr>
          <a:xfrm flipH="false" flipV="false" rot="0">
            <a:off x="7619585" y="5319729"/>
            <a:ext cx="3565208" cy="3631231"/>
          </a:xfrm>
          <a:custGeom>
            <a:avLst/>
            <a:gdLst/>
            <a:ahLst/>
            <a:cxnLst/>
            <a:rect r="r" b="b" t="t" l="l"/>
            <a:pathLst>
              <a:path h="3631231" w="3565208">
                <a:moveTo>
                  <a:pt x="0" y="0"/>
                </a:moveTo>
                <a:lnTo>
                  <a:pt x="3565208" y="0"/>
                </a:lnTo>
                <a:lnTo>
                  <a:pt x="3565208" y="3631231"/>
                </a:lnTo>
                <a:lnTo>
                  <a:pt x="0" y="3631231"/>
                </a:lnTo>
                <a:lnTo>
                  <a:pt x="0" y="0"/>
                </a:lnTo>
                <a:close/>
              </a:path>
            </a:pathLst>
          </a:custGeom>
          <a:blipFill>
            <a:blip r:embed="rId15">
              <a:extLst>
                <a:ext uri="{96DAC541-7B7A-43D3-8B79-37D633B846F1}">
                  <asvg:svgBlip xmlns:asvg="http://schemas.microsoft.com/office/drawing/2016/SVG/main" r:embed="rId1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16" id="16"/>
          <p:cNvSpPr txBox="true"/>
          <p:nvPr/>
        </p:nvSpPr>
        <p:spPr>
          <a:xfrm rot="0">
            <a:off x="565173" y="598231"/>
            <a:ext cx="9063442" cy="80200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609"/>
              </a:lnSpc>
            </a:pPr>
            <a:r>
              <a:rPr lang="en-US" sz="5499" b="true">
                <a:solidFill>
                  <a:srgbClr val="FFECD9"/>
                </a:solidFill>
                <a:latin typeface="Hagrid Text Heavy"/>
                <a:ea typeface="Hagrid Text Heavy"/>
                <a:cs typeface="Hagrid Text Heavy"/>
                <a:sym typeface="Hagrid Text Heavy"/>
              </a:rPr>
              <a:t>Brainstorm</a:t>
            </a:r>
          </a:p>
        </p:txBody>
      </p:sp>
      <p:sp>
        <p:nvSpPr>
          <p:cNvPr name="TextBox 17" id="17"/>
          <p:cNvSpPr txBox="true"/>
          <p:nvPr/>
        </p:nvSpPr>
        <p:spPr>
          <a:xfrm rot="0">
            <a:off x="13662647" y="5476943"/>
            <a:ext cx="3981011" cy="61150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800"/>
              </a:lnSpc>
            </a:pPr>
            <a:r>
              <a:rPr lang="en-US" sz="3200" b="true">
                <a:solidFill>
                  <a:srgbClr val="FFECD9"/>
                </a:solidFill>
                <a:latin typeface="Hagrid Text Bold"/>
                <a:ea typeface="Hagrid Text Bold"/>
                <a:cs typeface="Hagrid Text Bold"/>
                <a:sym typeface="Hagrid Text Bold"/>
              </a:rPr>
              <a:t>Žiadosti poštou</a:t>
            </a:r>
          </a:p>
        </p:txBody>
      </p:sp>
      <p:sp>
        <p:nvSpPr>
          <p:cNvPr name="TextBox 18" id="18"/>
          <p:cNvSpPr txBox="true"/>
          <p:nvPr/>
        </p:nvSpPr>
        <p:spPr>
          <a:xfrm rot="0">
            <a:off x="3267098" y="3750777"/>
            <a:ext cx="3981011" cy="186880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800"/>
              </a:lnSpc>
            </a:pPr>
            <a:r>
              <a:rPr lang="en-US" sz="3200" b="true">
                <a:solidFill>
                  <a:srgbClr val="FFECD9"/>
                </a:solidFill>
                <a:latin typeface="Hagrid Text Bold"/>
                <a:ea typeface="Hagrid Text Bold"/>
                <a:cs typeface="Hagrid Text Bold"/>
                <a:sym typeface="Hagrid Text Bold"/>
              </a:rPr>
              <a:t>Vyhradená tel.</a:t>
            </a:r>
          </a:p>
          <a:p>
            <a:pPr algn="l">
              <a:lnSpc>
                <a:spcPts val="4800"/>
              </a:lnSpc>
            </a:pPr>
            <a:r>
              <a:rPr lang="en-US" sz="3200" b="true">
                <a:solidFill>
                  <a:srgbClr val="FFECD9"/>
                </a:solidFill>
                <a:latin typeface="Hagrid Text Bold"/>
                <a:ea typeface="Hagrid Text Bold"/>
                <a:cs typeface="Hagrid Text Bold"/>
                <a:sym typeface="Hagrid Text Bold"/>
              </a:rPr>
              <a:t>linka pre </a:t>
            </a:r>
          </a:p>
          <a:p>
            <a:pPr algn="l">
              <a:lnSpc>
                <a:spcPts val="4800"/>
              </a:lnSpc>
            </a:pPr>
            <a:r>
              <a:rPr lang="en-US" sz="3200" b="true">
                <a:solidFill>
                  <a:srgbClr val="FFECD9"/>
                </a:solidFill>
                <a:latin typeface="Hagrid Text Bold"/>
                <a:ea typeface="Hagrid Text Bold"/>
                <a:cs typeface="Hagrid Text Bold"/>
                <a:sym typeface="Hagrid Text Bold"/>
              </a:rPr>
              <a:t>pomocníkov</a:t>
            </a:r>
          </a:p>
        </p:txBody>
      </p:sp>
      <p:sp>
        <p:nvSpPr>
          <p:cNvPr name="TextBox 19" id="19"/>
          <p:cNvSpPr txBox="true"/>
          <p:nvPr/>
        </p:nvSpPr>
        <p:spPr>
          <a:xfrm rot="0">
            <a:off x="8051424" y="6462880"/>
            <a:ext cx="3981011" cy="124015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800"/>
              </a:lnSpc>
            </a:pPr>
            <a:r>
              <a:rPr lang="en-US" sz="3200" b="true">
                <a:solidFill>
                  <a:srgbClr val="FFECD9"/>
                </a:solidFill>
                <a:latin typeface="Hagrid Text Bold"/>
                <a:ea typeface="Hagrid Text Bold"/>
                <a:cs typeface="Hagrid Text Bold"/>
                <a:sym typeface="Hagrid Text Bold"/>
              </a:rPr>
              <a:t>Prenájom</a:t>
            </a:r>
          </a:p>
          <a:p>
            <a:pPr algn="l">
              <a:lnSpc>
                <a:spcPts val="4800"/>
              </a:lnSpc>
            </a:pPr>
            <a:r>
              <a:rPr lang="en-US" sz="3200" b="true">
                <a:solidFill>
                  <a:srgbClr val="FFECD9"/>
                </a:solidFill>
                <a:latin typeface="Hagrid Text Bold"/>
                <a:ea typeface="Hagrid Text Bold"/>
                <a:cs typeface="Hagrid Text Bold"/>
                <a:sym typeface="Hagrid Text Bold"/>
              </a:rPr>
              <a:t>pomocníka</a:t>
            </a:r>
          </a:p>
        </p:txBody>
      </p:sp>
    </p:spTree>
  </p:cSld>
  <p:clrMapOvr>
    <a:masterClrMapping/>
  </p:clrMapOvr>
  <p:transition spd="med">
    <p:push dir="l"/>
  </p:transition>
</p:sld>
</file>

<file path=ppt/slides/slide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74552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true" rot="8597407">
            <a:off x="-1484299" y="-14454380"/>
            <a:ext cx="27928919" cy="18502909"/>
          </a:xfrm>
          <a:custGeom>
            <a:avLst/>
            <a:gdLst/>
            <a:ahLst/>
            <a:cxnLst/>
            <a:rect r="r" b="b" t="t" l="l"/>
            <a:pathLst>
              <a:path h="18502909" w="27928919">
                <a:moveTo>
                  <a:pt x="0" y="18502908"/>
                </a:moveTo>
                <a:lnTo>
                  <a:pt x="27928919" y="18502908"/>
                </a:lnTo>
                <a:lnTo>
                  <a:pt x="27928919" y="0"/>
                </a:lnTo>
                <a:lnTo>
                  <a:pt x="0" y="0"/>
                </a:lnTo>
                <a:lnTo>
                  <a:pt x="0" y="18502908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true" flipV="false" rot="0">
            <a:off x="-751662" y="6907621"/>
            <a:ext cx="2837897" cy="3407954"/>
          </a:xfrm>
          <a:custGeom>
            <a:avLst/>
            <a:gdLst/>
            <a:ahLst/>
            <a:cxnLst/>
            <a:rect r="r" b="b" t="t" l="l"/>
            <a:pathLst>
              <a:path h="3407954" w="2837897">
                <a:moveTo>
                  <a:pt x="2837896" y="0"/>
                </a:moveTo>
                <a:lnTo>
                  <a:pt x="0" y="0"/>
                </a:lnTo>
                <a:lnTo>
                  <a:pt x="0" y="3407954"/>
                </a:lnTo>
                <a:lnTo>
                  <a:pt x="2837896" y="3407954"/>
                </a:lnTo>
                <a:lnTo>
                  <a:pt x="2837896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true" flipV="false" rot="0">
            <a:off x="1962409" y="9136546"/>
            <a:ext cx="941312" cy="1302854"/>
          </a:xfrm>
          <a:custGeom>
            <a:avLst/>
            <a:gdLst/>
            <a:ahLst/>
            <a:cxnLst/>
            <a:rect r="r" b="b" t="t" l="l"/>
            <a:pathLst>
              <a:path h="1302854" w="941312">
                <a:moveTo>
                  <a:pt x="941313" y="0"/>
                </a:moveTo>
                <a:lnTo>
                  <a:pt x="0" y="0"/>
                </a:lnTo>
                <a:lnTo>
                  <a:pt x="0" y="1302854"/>
                </a:lnTo>
                <a:lnTo>
                  <a:pt x="941313" y="1302854"/>
                </a:lnTo>
                <a:lnTo>
                  <a:pt x="941313" y="0"/>
                </a:lnTo>
                <a:close/>
              </a:path>
            </a:pathLst>
          </a:custGeom>
          <a:blipFill>
            <a:blip r:embed="rId6"/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4986602" y="8819830"/>
            <a:ext cx="2569882" cy="1776431"/>
          </a:xfrm>
          <a:custGeom>
            <a:avLst/>
            <a:gdLst/>
            <a:ahLst/>
            <a:cxnLst/>
            <a:rect r="r" b="b" t="t" l="l"/>
            <a:pathLst>
              <a:path h="1776431" w="2569882">
                <a:moveTo>
                  <a:pt x="0" y="0"/>
                </a:moveTo>
                <a:lnTo>
                  <a:pt x="2569882" y="0"/>
                </a:lnTo>
                <a:lnTo>
                  <a:pt x="2569882" y="1776431"/>
                </a:lnTo>
                <a:lnTo>
                  <a:pt x="0" y="1776431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0">
            <a:off x="14673962" y="6762713"/>
            <a:ext cx="3991980" cy="3552862"/>
          </a:xfrm>
          <a:custGeom>
            <a:avLst/>
            <a:gdLst/>
            <a:ahLst/>
            <a:cxnLst/>
            <a:rect r="r" b="b" t="t" l="l"/>
            <a:pathLst>
              <a:path h="3552862" w="3991980">
                <a:moveTo>
                  <a:pt x="0" y="0"/>
                </a:moveTo>
                <a:lnTo>
                  <a:pt x="3991980" y="0"/>
                </a:lnTo>
                <a:lnTo>
                  <a:pt x="3991980" y="3552862"/>
                </a:lnTo>
                <a:lnTo>
                  <a:pt x="0" y="3552862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0">
            <a:off x="13653670" y="8995742"/>
            <a:ext cx="1048868" cy="1424608"/>
          </a:xfrm>
          <a:custGeom>
            <a:avLst/>
            <a:gdLst/>
            <a:ahLst/>
            <a:cxnLst/>
            <a:rect r="r" b="b" t="t" l="l"/>
            <a:pathLst>
              <a:path h="1424608" w="1048868">
                <a:moveTo>
                  <a:pt x="0" y="0"/>
                </a:moveTo>
                <a:lnTo>
                  <a:pt x="1048867" y="0"/>
                </a:lnTo>
                <a:lnTo>
                  <a:pt x="1048867" y="1424608"/>
                </a:lnTo>
                <a:lnTo>
                  <a:pt x="0" y="1424608"/>
                </a:lnTo>
                <a:lnTo>
                  <a:pt x="0" y="0"/>
                </a:lnTo>
                <a:close/>
              </a:path>
            </a:pathLst>
          </a:custGeom>
          <a:blipFill>
            <a:blip r:embed="rId9"/>
            <a:stretch>
              <a:fillRect l="0" t="0" r="0" b="0"/>
            </a:stretch>
          </a:blipFill>
        </p:spPr>
      </p:sp>
      <p:sp>
        <p:nvSpPr>
          <p:cNvPr name="TextBox 8" id="8"/>
          <p:cNvSpPr txBox="true"/>
          <p:nvPr/>
        </p:nvSpPr>
        <p:spPr>
          <a:xfrm rot="0">
            <a:off x="745000" y="2505802"/>
            <a:ext cx="17590625" cy="440181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712473" indent="-356237" lvl="1">
              <a:lnSpc>
                <a:spcPts val="5775"/>
              </a:lnSpc>
              <a:buFont typeface="Arial"/>
              <a:buChar char="•"/>
            </a:pPr>
            <a:r>
              <a:rPr lang="en-US" b="true" sz="3300">
                <a:solidFill>
                  <a:srgbClr val="FFECD9"/>
                </a:solidFill>
                <a:latin typeface="Hagrid Text Bold"/>
                <a:ea typeface="Hagrid Text Bold"/>
                <a:cs typeface="Hagrid Text Bold"/>
                <a:sym typeface="Hagrid Text Bold"/>
              </a:rPr>
              <a:t>Mobilná aplikácia + verejný kiosk (obecný úrad, kostol, komunitné centrum)</a:t>
            </a:r>
          </a:p>
          <a:p>
            <a:pPr algn="l" marL="712473" indent="-356237" lvl="1">
              <a:lnSpc>
                <a:spcPts val="5775"/>
              </a:lnSpc>
              <a:buFont typeface="Arial"/>
              <a:buChar char="•"/>
            </a:pPr>
            <a:r>
              <a:rPr lang="en-US" b="true" sz="3300">
                <a:solidFill>
                  <a:srgbClr val="FFECD9"/>
                </a:solidFill>
                <a:latin typeface="Hagrid Text Bold"/>
                <a:ea typeface="Hagrid Text Bold"/>
                <a:cs typeface="Hagrid Text Bold"/>
                <a:sym typeface="Hagrid Text Bold"/>
              </a:rPr>
              <a:t>Prihlásenie cez účet alebo telefónne číslo</a:t>
            </a:r>
          </a:p>
          <a:p>
            <a:pPr algn="l" marL="712473" indent="-356237" lvl="1">
              <a:lnSpc>
                <a:spcPts val="5775"/>
              </a:lnSpc>
              <a:buFont typeface="Arial"/>
              <a:buChar char="•"/>
            </a:pPr>
            <a:r>
              <a:rPr lang="en-US" b="true" sz="3300">
                <a:solidFill>
                  <a:srgbClr val="FFECD9"/>
                </a:solidFill>
                <a:latin typeface="Hagrid Text Bold"/>
                <a:ea typeface="Hagrid Text Bold"/>
                <a:cs typeface="Hagrid Text Bold"/>
                <a:sym typeface="Hagrid Text Bold"/>
              </a:rPr>
              <a:t>Postihnutý jednoducho zadá žiadosť a svoje kontaktné údaje</a:t>
            </a:r>
          </a:p>
          <a:p>
            <a:pPr algn="l" marL="712473" indent="-356237" lvl="1">
              <a:lnSpc>
                <a:spcPts val="5775"/>
              </a:lnSpc>
              <a:buFont typeface="Arial"/>
              <a:buChar char="•"/>
            </a:pPr>
            <a:r>
              <a:rPr lang="en-US" b="true" sz="3300">
                <a:solidFill>
                  <a:srgbClr val="FFECD9"/>
                </a:solidFill>
                <a:latin typeface="Hagrid Text Bold"/>
                <a:ea typeface="Hagrid Text Bold"/>
                <a:cs typeface="Hagrid Text Bold"/>
                <a:sym typeface="Hagrid Text Bold"/>
              </a:rPr>
              <a:t>Pomocník vidí aktuálne požiadavky, kontaktuje osobu a ide pomôcť</a:t>
            </a:r>
          </a:p>
          <a:p>
            <a:pPr algn="l" marL="712473" indent="-356237" lvl="1">
              <a:lnSpc>
                <a:spcPts val="5775"/>
              </a:lnSpc>
              <a:buFont typeface="Arial"/>
              <a:buChar char="•"/>
            </a:pPr>
            <a:r>
              <a:rPr lang="en-US" b="true" sz="3300">
                <a:solidFill>
                  <a:srgbClr val="FFECD9"/>
                </a:solidFill>
                <a:latin typeface="Hagrid Text Bold"/>
                <a:ea typeface="Hagrid Text Bold"/>
                <a:cs typeface="Hagrid Text Bold"/>
                <a:sym typeface="Hagrid Text Bold"/>
              </a:rPr>
              <a:t>Systém zabezpečuje prehľad, overenie a hodnotenie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257741" y="85725"/>
            <a:ext cx="17556591" cy="149740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609"/>
              </a:lnSpc>
            </a:pPr>
            <a:r>
              <a:rPr lang="en-US" sz="5499" b="true">
                <a:solidFill>
                  <a:srgbClr val="FFECD9"/>
                </a:solidFill>
                <a:latin typeface="Hagrid Text Bold"/>
                <a:ea typeface="Hagrid Text Bold"/>
                <a:cs typeface="Hagrid Text Bold"/>
                <a:sym typeface="Hagrid Text Bold"/>
              </a:rPr>
              <a:t>Výsledok brainstormingu</a:t>
            </a:r>
          </a:p>
          <a:p>
            <a:pPr algn="ctr">
              <a:lnSpc>
                <a:spcPts val="5609"/>
              </a:lnSpc>
            </a:pPr>
            <a:r>
              <a:rPr lang="en-US" b="true" sz="5499">
                <a:solidFill>
                  <a:srgbClr val="FFECD9"/>
                </a:solidFill>
                <a:latin typeface="Hagrid Text Bold"/>
                <a:ea typeface="Hagrid Text Bold"/>
                <a:cs typeface="Hagrid Text Bold"/>
                <a:sym typeface="Hagrid Text Bold"/>
              </a:rPr>
              <a:t>Naše riešenie</a:t>
            </a:r>
          </a:p>
        </p:txBody>
      </p:sp>
    </p:spTree>
  </p:cSld>
  <p:clrMapOvr>
    <a:masterClrMapping/>
  </p:clrMapOvr>
  <p:transition spd="slow">
    <p:push dir="l"/>
  </p:transition>
</p:sld>
</file>

<file path=ppt/slides/slide10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74552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-2005804">
            <a:off x="-404738" y="1421103"/>
            <a:ext cx="9929144" cy="9237218"/>
          </a:xfrm>
          <a:custGeom>
            <a:avLst/>
            <a:gdLst/>
            <a:ahLst/>
            <a:cxnLst/>
            <a:rect r="r" b="b" t="t" l="l"/>
            <a:pathLst>
              <a:path h="9237218" w="9929144">
                <a:moveTo>
                  <a:pt x="0" y="0"/>
                </a:moveTo>
                <a:lnTo>
                  <a:pt x="9929144" y="0"/>
                </a:lnTo>
                <a:lnTo>
                  <a:pt x="9929144" y="9237218"/>
                </a:lnTo>
                <a:lnTo>
                  <a:pt x="0" y="9237218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-2362140">
            <a:off x="10836452" y="3061455"/>
            <a:ext cx="9929144" cy="9237218"/>
          </a:xfrm>
          <a:custGeom>
            <a:avLst/>
            <a:gdLst/>
            <a:ahLst/>
            <a:cxnLst/>
            <a:rect r="r" b="b" t="t" l="l"/>
            <a:pathLst>
              <a:path h="9237218" w="9929144">
                <a:moveTo>
                  <a:pt x="0" y="0"/>
                </a:moveTo>
                <a:lnTo>
                  <a:pt x="9929144" y="0"/>
                </a:lnTo>
                <a:lnTo>
                  <a:pt x="9929144" y="9237218"/>
                </a:lnTo>
                <a:lnTo>
                  <a:pt x="0" y="9237218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9506658">
            <a:off x="-2440529" y="-9203845"/>
            <a:ext cx="16649603" cy="11030362"/>
          </a:xfrm>
          <a:custGeom>
            <a:avLst/>
            <a:gdLst/>
            <a:ahLst/>
            <a:cxnLst/>
            <a:rect r="r" b="b" t="t" l="l"/>
            <a:pathLst>
              <a:path h="11030362" w="16649603">
                <a:moveTo>
                  <a:pt x="0" y="0"/>
                </a:moveTo>
                <a:lnTo>
                  <a:pt x="16649603" y="0"/>
                </a:lnTo>
                <a:lnTo>
                  <a:pt x="16649603" y="11030362"/>
                </a:lnTo>
                <a:lnTo>
                  <a:pt x="0" y="11030362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5" id="5"/>
          <p:cNvSpPr txBox="true"/>
          <p:nvPr/>
        </p:nvSpPr>
        <p:spPr>
          <a:xfrm rot="0">
            <a:off x="565173" y="598231"/>
            <a:ext cx="9063442" cy="80200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609"/>
              </a:lnSpc>
            </a:pPr>
            <a:r>
              <a:rPr lang="en-US" sz="5499" b="true">
                <a:solidFill>
                  <a:srgbClr val="FFECD9"/>
                </a:solidFill>
                <a:latin typeface="Hagrid Text Heavy"/>
                <a:ea typeface="Hagrid Text Heavy"/>
                <a:cs typeface="Hagrid Text Heavy"/>
                <a:sym typeface="Hagrid Text Heavy"/>
              </a:rPr>
              <a:t>Roadmap</a:t>
            </a:r>
          </a:p>
        </p:txBody>
      </p:sp>
      <p:sp>
        <p:nvSpPr>
          <p:cNvPr name="Freeform 6" id="6"/>
          <p:cNvSpPr/>
          <p:nvPr/>
        </p:nvSpPr>
        <p:spPr>
          <a:xfrm flipH="false" flipV="false" rot="0">
            <a:off x="1028700" y="4941451"/>
            <a:ext cx="914841" cy="1488141"/>
          </a:xfrm>
          <a:custGeom>
            <a:avLst/>
            <a:gdLst/>
            <a:ahLst/>
            <a:cxnLst/>
            <a:rect r="r" b="b" t="t" l="l"/>
            <a:pathLst>
              <a:path h="1488141" w="914841">
                <a:moveTo>
                  <a:pt x="0" y="0"/>
                </a:moveTo>
                <a:lnTo>
                  <a:pt x="914841" y="0"/>
                </a:lnTo>
                <a:lnTo>
                  <a:pt x="914841" y="1488141"/>
                </a:lnTo>
                <a:lnTo>
                  <a:pt x="0" y="1488141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0">
            <a:off x="4639473" y="5295642"/>
            <a:ext cx="914841" cy="1488141"/>
          </a:xfrm>
          <a:custGeom>
            <a:avLst/>
            <a:gdLst/>
            <a:ahLst/>
            <a:cxnLst/>
            <a:rect r="r" b="b" t="t" l="l"/>
            <a:pathLst>
              <a:path h="1488141" w="914841">
                <a:moveTo>
                  <a:pt x="0" y="0"/>
                </a:moveTo>
                <a:lnTo>
                  <a:pt x="914841" y="0"/>
                </a:lnTo>
                <a:lnTo>
                  <a:pt x="914841" y="1488141"/>
                </a:lnTo>
                <a:lnTo>
                  <a:pt x="0" y="1488141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8" id="8"/>
          <p:cNvSpPr/>
          <p:nvPr/>
        </p:nvSpPr>
        <p:spPr>
          <a:xfrm flipH="false" flipV="false" rot="0">
            <a:off x="8713774" y="5143500"/>
            <a:ext cx="914841" cy="1488141"/>
          </a:xfrm>
          <a:custGeom>
            <a:avLst/>
            <a:gdLst/>
            <a:ahLst/>
            <a:cxnLst/>
            <a:rect r="r" b="b" t="t" l="l"/>
            <a:pathLst>
              <a:path h="1488141" w="914841">
                <a:moveTo>
                  <a:pt x="0" y="0"/>
                </a:moveTo>
                <a:lnTo>
                  <a:pt x="914841" y="0"/>
                </a:lnTo>
                <a:lnTo>
                  <a:pt x="914841" y="1488141"/>
                </a:lnTo>
                <a:lnTo>
                  <a:pt x="0" y="1488141"/>
                </a:lnTo>
                <a:lnTo>
                  <a:pt x="0" y="0"/>
                </a:lnTo>
                <a:close/>
              </a:path>
            </a:pathLst>
          </a:custGeom>
          <a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9" id="9"/>
          <p:cNvSpPr/>
          <p:nvPr/>
        </p:nvSpPr>
        <p:spPr>
          <a:xfrm flipH="false" flipV="false" rot="0">
            <a:off x="11247540" y="7466237"/>
            <a:ext cx="914841" cy="1488141"/>
          </a:xfrm>
          <a:custGeom>
            <a:avLst/>
            <a:gdLst/>
            <a:ahLst/>
            <a:cxnLst/>
            <a:rect r="r" b="b" t="t" l="l"/>
            <a:pathLst>
              <a:path h="1488141" w="914841">
                <a:moveTo>
                  <a:pt x="0" y="0"/>
                </a:moveTo>
                <a:lnTo>
                  <a:pt x="914841" y="0"/>
                </a:lnTo>
                <a:lnTo>
                  <a:pt x="914841" y="1488142"/>
                </a:lnTo>
                <a:lnTo>
                  <a:pt x="0" y="1488142"/>
                </a:lnTo>
                <a:lnTo>
                  <a:pt x="0" y="0"/>
                </a:lnTo>
                <a:close/>
              </a:path>
            </a:pathLst>
          </a:custGeom>
          <a:blipFill>
            <a:blip r:embed="rId12">
              <a:extLst>
                <a:ext uri="{96DAC541-7B7A-43D3-8B79-37D633B846F1}">
                  <asvg:svgBlip xmlns:asvg="http://schemas.microsoft.com/office/drawing/2016/SVG/main" r:embed="rId1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0" id="10"/>
          <p:cNvSpPr/>
          <p:nvPr/>
        </p:nvSpPr>
        <p:spPr>
          <a:xfrm flipH="false" flipV="false" rot="0">
            <a:off x="15324681" y="6631641"/>
            <a:ext cx="914841" cy="1488141"/>
          </a:xfrm>
          <a:custGeom>
            <a:avLst/>
            <a:gdLst/>
            <a:ahLst/>
            <a:cxnLst/>
            <a:rect r="r" b="b" t="t" l="l"/>
            <a:pathLst>
              <a:path h="1488141" w="914841">
                <a:moveTo>
                  <a:pt x="0" y="0"/>
                </a:moveTo>
                <a:lnTo>
                  <a:pt x="914841" y="0"/>
                </a:lnTo>
                <a:lnTo>
                  <a:pt x="914841" y="1488142"/>
                </a:lnTo>
                <a:lnTo>
                  <a:pt x="0" y="1488142"/>
                </a:lnTo>
                <a:lnTo>
                  <a:pt x="0" y="0"/>
                </a:lnTo>
                <a:close/>
              </a:path>
            </a:pathLst>
          </a:custGeom>
          <a:blipFill>
            <a:blip r:embed="rId14">
              <a:extLst>
                <a:ext uri="{96DAC541-7B7A-43D3-8B79-37D633B846F1}">
                  <asvg:svgBlip xmlns:asvg="http://schemas.microsoft.com/office/drawing/2016/SVG/main" r:embed="rId15"/>
                </a:ext>
              </a:extLst>
            </a:blip>
            <a:stretch>
              <a:fillRect l="0" t="0" r="0" b="0"/>
            </a:stretch>
          </a:blipFill>
        </p:spPr>
      </p:sp>
    </p:spTree>
  </p:cSld>
  <p:clrMapOvr>
    <a:masterClrMapping/>
  </p:clrMapOvr>
  <p:transition spd="slow">
    <p:push dir="l"/>
  </p:transition>
</p:sld>
</file>

<file path=ppt/slides/slide1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74552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-2005804">
            <a:off x="-404738" y="1421103"/>
            <a:ext cx="9929144" cy="9237218"/>
          </a:xfrm>
          <a:custGeom>
            <a:avLst/>
            <a:gdLst/>
            <a:ahLst/>
            <a:cxnLst/>
            <a:rect r="r" b="b" t="t" l="l"/>
            <a:pathLst>
              <a:path h="9237218" w="9929144">
                <a:moveTo>
                  <a:pt x="0" y="0"/>
                </a:moveTo>
                <a:lnTo>
                  <a:pt x="9929144" y="0"/>
                </a:lnTo>
                <a:lnTo>
                  <a:pt x="9929144" y="9237218"/>
                </a:lnTo>
                <a:lnTo>
                  <a:pt x="0" y="9237218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-2362140">
            <a:off x="10836452" y="3061455"/>
            <a:ext cx="9929144" cy="9237218"/>
          </a:xfrm>
          <a:custGeom>
            <a:avLst/>
            <a:gdLst/>
            <a:ahLst/>
            <a:cxnLst/>
            <a:rect r="r" b="b" t="t" l="l"/>
            <a:pathLst>
              <a:path h="9237218" w="9929144">
                <a:moveTo>
                  <a:pt x="0" y="0"/>
                </a:moveTo>
                <a:lnTo>
                  <a:pt x="9929144" y="0"/>
                </a:lnTo>
                <a:lnTo>
                  <a:pt x="9929144" y="9237218"/>
                </a:lnTo>
                <a:lnTo>
                  <a:pt x="0" y="9237218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9506658">
            <a:off x="-2440529" y="-9203845"/>
            <a:ext cx="16649603" cy="11030362"/>
          </a:xfrm>
          <a:custGeom>
            <a:avLst/>
            <a:gdLst/>
            <a:ahLst/>
            <a:cxnLst/>
            <a:rect r="r" b="b" t="t" l="l"/>
            <a:pathLst>
              <a:path h="11030362" w="16649603">
                <a:moveTo>
                  <a:pt x="0" y="0"/>
                </a:moveTo>
                <a:lnTo>
                  <a:pt x="16649603" y="0"/>
                </a:lnTo>
                <a:lnTo>
                  <a:pt x="16649603" y="11030362"/>
                </a:lnTo>
                <a:lnTo>
                  <a:pt x="0" y="11030362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-3030743" y="-6594543"/>
            <a:ext cx="24128260" cy="39248636"/>
          </a:xfrm>
          <a:custGeom>
            <a:avLst/>
            <a:gdLst/>
            <a:ahLst/>
            <a:cxnLst/>
            <a:rect r="r" b="b" t="t" l="l"/>
            <a:pathLst>
              <a:path h="39248636" w="24128260">
                <a:moveTo>
                  <a:pt x="0" y="0"/>
                </a:moveTo>
                <a:lnTo>
                  <a:pt x="24128260" y="0"/>
                </a:lnTo>
                <a:lnTo>
                  <a:pt x="24128260" y="39248636"/>
                </a:lnTo>
                <a:lnTo>
                  <a:pt x="0" y="39248636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6" id="6"/>
          <p:cNvSpPr txBox="true"/>
          <p:nvPr/>
        </p:nvSpPr>
        <p:spPr>
          <a:xfrm rot="0">
            <a:off x="6746389" y="4384550"/>
            <a:ext cx="4573995" cy="7611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379"/>
              </a:lnSpc>
            </a:pPr>
            <a:r>
              <a:rPr lang="en-US" b="true" sz="5273">
                <a:solidFill>
                  <a:srgbClr val="000000"/>
                </a:solidFill>
                <a:latin typeface="Hagrid Text Heavy"/>
                <a:ea typeface="Hagrid Text Heavy"/>
                <a:cs typeface="Hagrid Text Heavy"/>
                <a:sym typeface="Hagrid Text Heavy"/>
              </a:rPr>
              <a:t>Empathize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6463313" y="5678004"/>
            <a:ext cx="5361374" cy="121320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236"/>
              </a:lnSpc>
            </a:pPr>
            <a:r>
              <a:rPr lang="en-US" sz="2157">
                <a:solidFill>
                  <a:srgbClr val="000000"/>
                </a:solidFill>
                <a:latin typeface="Hagrid Text"/>
                <a:ea typeface="Hagrid Text"/>
                <a:cs typeface="Hagrid Text"/>
                <a:sym typeface="Hagrid Text"/>
              </a:rPr>
              <a:t>Zhodnotenie našich empatických rozhovorov</a:t>
            </a:r>
          </a:p>
          <a:p>
            <a:pPr algn="l">
              <a:lnSpc>
                <a:spcPts val="3236"/>
              </a:lnSpc>
            </a:pPr>
          </a:p>
        </p:txBody>
      </p:sp>
    </p:spTree>
  </p:cSld>
  <p:clrMapOvr>
    <a:masterClrMapping/>
  </p:clrMapOvr>
  <p:transition spd="slow">
    <p:fade/>
  </p:transition>
</p:sld>
</file>

<file path=ppt/slides/slide1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74552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-2005804">
            <a:off x="-404738" y="1421103"/>
            <a:ext cx="9929144" cy="9237218"/>
          </a:xfrm>
          <a:custGeom>
            <a:avLst/>
            <a:gdLst/>
            <a:ahLst/>
            <a:cxnLst/>
            <a:rect r="r" b="b" t="t" l="l"/>
            <a:pathLst>
              <a:path h="9237218" w="9929144">
                <a:moveTo>
                  <a:pt x="0" y="0"/>
                </a:moveTo>
                <a:lnTo>
                  <a:pt x="9929144" y="0"/>
                </a:lnTo>
                <a:lnTo>
                  <a:pt x="9929144" y="9237218"/>
                </a:lnTo>
                <a:lnTo>
                  <a:pt x="0" y="9237218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-2362140">
            <a:off x="10836452" y="3061455"/>
            <a:ext cx="9929144" cy="9237218"/>
          </a:xfrm>
          <a:custGeom>
            <a:avLst/>
            <a:gdLst/>
            <a:ahLst/>
            <a:cxnLst/>
            <a:rect r="r" b="b" t="t" l="l"/>
            <a:pathLst>
              <a:path h="9237218" w="9929144">
                <a:moveTo>
                  <a:pt x="0" y="0"/>
                </a:moveTo>
                <a:lnTo>
                  <a:pt x="9929144" y="0"/>
                </a:lnTo>
                <a:lnTo>
                  <a:pt x="9929144" y="9237218"/>
                </a:lnTo>
                <a:lnTo>
                  <a:pt x="0" y="9237218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9506658">
            <a:off x="-2440529" y="-9203845"/>
            <a:ext cx="16649603" cy="11030362"/>
          </a:xfrm>
          <a:custGeom>
            <a:avLst/>
            <a:gdLst/>
            <a:ahLst/>
            <a:cxnLst/>
            <a:rect r="r" b="b" t="t" l="l"/>
            <a:pathLst>
              <a:path h="11030362" w="16649603">
                <a:moveTo>
                  <a:pt x="0" y="0"/>
                </a:moveTo>
                <a:lnTo>
                  <a:pt x="16649603" y="0"/>
                </a:lnTo>
                <a:lnTo>
                  <a:pt x="16649603" y="11030362"/>
                </a:lnTo>
                <a:lnTo>
                  <a:pt x="0" y="11030362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5" id="5"/>
          <p:cNvSpPr txBox="true"/>
          <p:nvPr/>
        </p:nvSpPr>
        <p:spPr>
          <a:xfrm rot="0">
            <a:off x="565173" y="598231"/>
            <a:ext cx="9063442" cy="80200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609"/>
              </a:lnSpc>
            </a:pPr>
            <a:r>
              <a:rPr lang="en-US" sz="5499" b="true">
                <a:solidFill>
                  <a:srgbClr val="FFECD9"/>
                </a:solidFill>
                <a:latin typeface="Hagrid Text Heavy"/>
                <a:ea typeface="Hagrid Text Heavy"/>
                <a:cs typeface="Hagrid Text Heavy"/>
                <a:sym typeface="Hagrid Text Heavy"/>
              </a:rPr>
              <a:t>Roadmap</a:t>
            </a:r>
          </a:p>
        </p:txBody>
      </p:sp>
      <p:sp>
        <p:nvSpPr>
          <p:cNvPr name="Freeform 6" id="6"/>
          <p:cNvSpPr/>
          <p:nvPr/>
        </p:nvSpPr>
        <p:spPr>
          <a:xfrm flipH="false" flipV="false" rot="0">
            <a:off x="4639473" y="5295642"/>
            <a:ext cx="914841" cy="1488141"/>
          </a:xfrm>
          <a:custGeom>
            <a:avLst/>
            <a:gdLst/>
            <a:ahLst/>
            <a:cxnLst/>
            <a:rect r="r" b="b" t="t" l="l"/>
            <a:pathLst>
              <a:path h="1488141" w="914841">
                <a:moveTo>
                  <a:pt x="0" y="0"/>
                </a:moveTo>
                <a:lnTo>
                  <a:pt x="914841" y="0"/>
                </a:lnTo>
                <a:lnTo>
                  <a:pt x="914841" y="1488141"/>
                </a:lnTo>
                <a:lnTo>
                  <a:pt x="0" y="1488141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0">
            <a:off x="8713774" y="5143500"/>
            <a:ext cx="914841" cy="1488141"/>
          </a:xfrm>
          <a:custGeom>
            <a:avLst/>
            <a:gdLst/>
            <a:ahLst/>
            <a:cxnLst/>
            <a:rect r="r" b="b" t="t" l="l"/>
            <a:pathLst>
              <a:path h="1488141" w="914841">
                <a:moveTo>
                  <a:pt x="0" y="0"/>
                </a:moveTo>
                <a:lnTo>
                  <a:pt x="914841" y="0"/>
                </a:lnTo>
                <a:lnTo>
                  <a:pt x="914841" y="1488141"/>
                </a:lnTo>
                <a:lnTo>
                  <a:pt x="0" y="1488141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8" id="8"/>
          <p:cNvSpPr/>
          <p:nvPr/>
        </p:nvSpPr>
        <p:spPr>
          <a:xfrm flipH="false" flipV="false" rot="0">
            <a:off x="11247540" y="7466237"/>
            <a:ext cx="914841" cy="1488141"/>
          </a:xfrm>
          <a:custGeom>
            <a:avLst/>
            <a:gdLst/>
            <a:ahLst/>
            <a:cxnLst/>
            <a:rect r="r" b="b" t="t" l="l"/>
            <a:pathLst>
              <a:path h="1488141" w="914841">
                <a:moveTo>
                  <a:pt x="0" y="0"/>
                </a:moveTo>
                <a:lnTo>
                  <a:pt x="914841" y="0"/>
                </a:lnTo>
                <a:lnTo>
                  <a:pt x="914841" y="1488142"/>
                </a:lnTo>
                <a:lnTo>
                  <a:pt x="0" y="1488142"/>
                </a:lnTo>
                <a:lnTo>
                  <a:pt x="0" y="0"/>
                </a:lnTo>
                <a:close/>
              </a:path>
            </a:pathLst>
          </a:custGeom>
          <a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9" id="9"/>
          <p:cNvSpPr/>
          <p:nvPr/>
        </p:nvSpPr>
        <p:spPr>
          <a:xfrm flipH="false" flipV="false" rot="0">
            <a:off x="15324681" y="6631641"/>
            <a:ext cx="914841" cy="1488141"/>
          </a:xfrm>
          <a:custGeom>
            <a:avLst/>
            <a:gdLst/>
            <a:ahLst/>
            <a:cxnLst/>
            <a:rect r="r" b="b" t="t" l="l"/>
            <a:pathLst>
              <a:path h="1488141" w="914841">
                <a:moveTo>
                  <a:pt x="0" y="0"/>
                </a:moveTo>
                <a:lnTo>
                  <a:pt x="914841" y="0"/>
                </a:lnTo>
                <a:lnTo>
                  <a:pt x="914841" y="1488142"/>
                </a:lnTo>
                <a:lnTo>
                  <a:pt x="0" y="1488142"/>
                </a:lnTo>
                <a:lnTo>
                  <a:pt x="0" y="0"/>
                </a:lnTo>
                <a:close/>
              </a:path>
            </a:pathLst>
          </a:custGeom>
          <a:blipFill>
            <a:blip r:embed="rId12">
              <a:extLst>
                <a:ext uri="{96DAC541-7B7A-43D3-8B79-37D633B846F1}">
                  <asvg:svgBlip xmlns:asvg="http://schemas.microsoft.com/office/drawing/2016/SVG/main" r:embed="rId13"/>
                </a:ext>
              </a:extLst>
            </a:blip>
            <a:stretch>
              <a:fillRect l="0" t="0" r="0" b="0"/>
            </a:stretch>
          </a:blipFill>
        </p:spPr>
      </p:sp>
    </p:spTree>
  </p:cSld>
  <p:clrMapOvr>
    <a:masterClrMapping/>
  </p:clrMapOvr>
  <p:transition spd="fast">
    <p:circle/>
  </p:transition>
</p:sld>
</file>

<file path=ppt/slides/slide1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74552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-2005804">
            <a:off x="-404738" y="1421103"/>
            <a:ext cx="9929144" cy="9237218"/>
          </a:xfrm>
          <a:custGeom>
            <a:avLst/>
            <a:gdLst/>
            <a:ahLst/>
            <a:cxnLst/>
            <a:rect r="r" b="b" t="t" l="l"/>
            <a:pathLst>
              <a:path h="9237218" w="9929144">
                <a:moveTo>
                  <a:pt x="0" y="0"/>
                </a:moveTo>
                <a:lnTo>
                  <a:pt x="9929144" y="0"/>
                </a:lnTo>
                <a:lnTo>
                  <a:pt x="9929144" y="9237218"/>
                </a:lnTo>
                <a:lnTo>
                  <a:pt x="0" y="9237218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-2362140">
            <a:off x="10836452" y="3061455"/>
            <a:ext cx="9929144" cy="9237218"/>
          </a:xfrm>
          <a:custGeom>
            <a:avLst/>
            <a:gdLst/>
            <a:ahLst/>
            <a:cxnLst/>
            <a:rect r="r" b="b" t="t" l="l"/>
            <a:pathLst>
              <a:path h="9237218" w="9929144">
                <a:moveTo>
                  <a:pt x="0" y="0"/>
                </a:moveTo>
                <a:lnTo>
                  <a:pt x="9929144" y="0"/>
                </a:lnTo>
                <a:lnTo>
                  <a:pt x="9929144" y="9237218"/>
                </a:lnTo>
                <a:lnTo>
                  <a:pt x="0" y="9237218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9506658">
            <a:off x="-2440529" y="-9203845"/>
            <a:ext cx="16649603" cy="11030362"/>
          </a:xfrm>
          <a:custGeom>
            <a:avLst/>
            <a:gdLst/>
            <a:ahLst/>
            <a:cxnLst/>
            <a:rect r="r" b="b" t="t" l="l"/>
            <a:pathLst>
              <a:path h="11030362" w="16649603">
                <a:moveTo>
                  <a:pt x="0" y="0"/>
                </a:moveTo>
                <a:lnTo>
                  <a:pt x="16649603" y="0"/>
                </a:lnTo>
                <a:lnTo>
                  <a:pt x="16649603" y="11030362"/>
                </a:lnTo>
                <a:lnTo>
                  <a:pt x="0" y="11030362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-3030743" y="-6594543"/>
            <a:ext cx="24128260" cy="39248636"/>
          </a:xfrm>
          <a:custGeom>
            <a:avLst/>
            <a:gdLst/>
            <a:ahLst/>
            <a:cxnLst/>
            <a:rect r="r" b="b" t="t" l="l"/>
            <a:pathLst>
              <a:path h="39248636" w="24128260">
                <a:moveTo>
                  <a:pt x="0" y="0"/>
                </a:moveTo>
                <a:lnTo>
                  <a:pt x="24128260" y="0"/>
                </a:lnTo>
                <a:lnTo>
                  <a:pt x="24128260" y="39248636"/>
                </a:lnTo>
                <a:lnTo>
                  <a:pt x="0" y="39248636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6" id="6"/>
          <p:cNvSpPr txBox="true"/>
          <p:nvPr/>
        </p:nvSpPr>
        <p:spPr>
          <a:xfrm rot="0">
            <a:off x="5884273" y="4381594"/>
            <a:ext cx="6667490" cy="76190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379"/>
              </a:lnSpc>
            </a:pPr>
            <a:r>
              <a:rPr lang="en-US" b="true" sz="5273">
                <a:solidFill>
                  <a:srgbClr val="000000"/>
                </a:solidFill>
                <a:latin typeface="Hagrid Text Heavy"/>
                <a:ea typeface="Hagrid Text Heavy"/>
                <a:cs typeface="Hagrid Text Heavy"/>
                <a:sym typeface="Hagrid Text Heavy"/>
              </a:rPr>
              <a:t>Brainstorming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6463313" y="5678004"/>
            <a:ext cx="5361374" cy="39405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236"/>
              </a:lnSpc>
            </a:pPr>
            <a:r>
              <a:rPr lang="en-US" sz="2157">
                <a:solidFill>
                  <a:srgbClr val="000000"/>
                </a:solidFill>
                <a:latin typeface="Hagrid Text"/>
                <a:ea typeface="Hagrid Text"/>
                <a:cs typeface="Hagrid Text"/>
                <a:sym typeface="Hagrid Text"/>
              </a:rPr>
              <a:t>Preskúmanie možností a nápadov</a:t>
            </a:r>
          </a:p>
        </p:txBody>
      </p:sp>
    </p:spTree>
  </p:cSld>
  <p:clrMapOvr>
    <a:masterClrMapping/>
  </p:clrMapOvr>
  <p:transition spd="slow">
    <p:fade/>
  </p:transition>
</p:sld>
</file>

<file path=ppt/slides/slide1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74552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-2005804">
            <a:off x="-404738" y="1421103"/>
            <a:ext cx="9929144" cy="9237218"/>
          </a:xfrm>
          <a:custGeom>
            <a:avLst/>
            <a:gdLst/>
            <a:ahLst/>
            <a:cxnLst/>
            <a:rect r="r" b="b" t="t" l="l"/>
            <a:pathLst>
              <a:path h="9237218" w="9929144">
                <a:moveTo>
                  <a:pt x="0" y="0"/>
                </a:moveTo>
                <a:lnTo>
                  <a:pt x="9929144" y="0"/>
                </a:lnTo>
                <a:lnTo>
                  <a:pt x="9929144" y="9237218"/>
                </a:lnTo>
                <a:lnTo>
                  <a:pt x="0" y="9237218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-2362140">
            <a:off x="10836452" y="3061455"/>
            <a:ext cx="9929144" cy="9237218"/>
          </a:xfrm>
          <a:custGeom>
            <a:avLst/>
            <a:gdLst/>
            <a:ahLst/>
            <a:cxnLst/>
            <a:rect r="r" b="b" t="t" l="l"/>
            <a:pathLst>
              <a:path h="9237218" w="9929144">
                <a:moveTo>
                  <a:pt x="0" y="0"/>
                </a:moveTo>
                <a:lnTo>
                  <a:pt x="9929144" y="0"/>
                </a:lnTo>
                <a:lnTo>
                  <a:pt x="9929144" y="9237218"/>
                </a:lnTo>
                <a:lnTo>
                  <a:pt x="0" y="9237218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9506658">
            <a:off x="-2440529" y="-9203845"/>
            <a:ext cx="16649603" cy="11030362"/>
          </a:xfrm>
          <a:custGeom>
            <a:avLst/>
            <a:gdLst/>
            <a:ahLst/>
            <a:cxnLst/>
            <a:rect r="r" b="b" t="t" l="l"/>
            <a:pathLst>
              <a:path h="11030362" w="16649603">
                <a:moveTo>
                  <a:pt x="0" y="0"/>
                </a:moveTo>
                <a:lnTo>
                  <a:pt x="16649603" y="0"/>
                </a:lnTo>
                <a:lnTo>
                  <a:pt x="16649603" y="11030362"/>
                </a:lnTo>
                <a:lnTo>
                  <a:pt x="0" y="11030362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5" id="5"/>
          <p:cNvSpPr txBox="true"/>
          <p:nvPr/>
        </p:nvSpPr>
        <p:spPr>
          <a:xfrm rot="0">
            <a:off x="565173" y="598231"/>
            <a:ext cx="9063442" cy="80200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609"/>
              </a:lnSpc>
            </a:pPr>
            <a:r>
              <a:rPr lang="en-US" sz="5499" b="true">
                <a:solidFill>
                  <a:srgbClr val="FFECD9"/>
                </a:solidFill>
                <a:latin typeface="Hagrid Text Heavy"/>
                <a:ea typeface="Hagrid Text Heavy"/>
                <a:cs typeface="Hagrid Text Heavy"/>
                <a:sym typeface="Hagrid Text Heavy"/>
              </a:rPr>
              <a:t>Roadmap</a:t>
            </a:r>
          </a:p>
        </p:txBody>
      </p:sp>
      <p:sp>
        <p:nvSpPr>
          <p:cNvPr name="Freeform 6" id="6"/>
          <p:cNvSpPr/>
          <p:nvPr/>
        </p:nvSpPr>
        <p:spPr>
          <a:xfrm flipH="false" flipV="false" rot="0">
            <a:off x="8713774" y="5143500"/>
            <a:ext cx="914841" cy="1488141"/>
          </a:xfrm>
          <a:custGeom>
            <a:avLst/>
            <a:gdLst/>
            <a:ahLst/>
            <a:cxnLst/>
            <a:rect r="r" b="b" t="t" l="l"/>
            <a:pathLst>
              <a:path h="1488141" w="914841">
                <a:moveTo>
                  <a:pt x="0" y="0"/>
                </a:moveTo>
                <a:lnTo>
                  <a:pt x="914841" y="0"/>
                </a:lnTo>
                <a:lnTo>
                  <a:pt x="914841" y="1488141"/>
                </a:lnTo>
                <a:lnTo>
                  <a:pt x="0" y="1488141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0">
            <a:off x="11247540" y="7466237"/>
            <a:ext cx="914841" cy="1488141"/>
          </a:xfrm>
          <a:custGeom>
            <a:avLst/>
            <a:gdLst/>
            <a:ahLst/>
            <a:cxnLst/>
            <a:rect r="r" b="b" t="t" l="l"/>
            <a:pathLst>
              <a:path h="1488141" w="914841">
                <a:moveTo>
                  <a:pt x="0" y="0"/>
                </a:moveTo>
                <a:lnTo>
                  <a:pt x="914841" y="0"/>
                </a:lnTo>
                <a:lnTo>
                  <a:pt x="914841" y="1488142"/>
                </a:lnTo>
                <a:lnTo>
                  <a:pt x="0" y="1488142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8" id="8"/>
          <p:cNvSpPr/>
          <p:nvPr/>
        </p:nvSpPr>
        <p:spPr>
          <a:xfrm flipH="false" flipV="false" rot="0">
            <a:off x="15324681" y="6631641"/>
            <a:ext cx="914841" cy="1488141"/>
          </a:xfrm>
          <a:custGeom>
            <a:avLst/>
            <a:gdLst/>
            <a:ahLst/>
            <a:cxnLst/>
            <a:rect r="r" b="b" t="t" l="l"/>
            <a:pathLst>
              <a:path h="1488141" w="914841">
                <a:moveTo>
                  <a:pt x="0" y="0"/>
                </a:moveTo>
                <a:lnTo>
                  <a:pt x="914841" y="0"/>
                </a:lnTo>
                <a:lnTo>
                  <a:pt x="914841" y="1488142"/>
                </a:lnTo>
                <a:lnTo>
                  <a:pt x="0" y="1488142"/>
                </a:lnTo>
                <a:lnTo>
                  <a:pt x="0" y="0"/>
                </a:lnTo>
                <a:close/>
              </a:path>
            </a:pathLst>
          </a:custGeom>
          <a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 l="0" t="0" r="0" b="0"/>
            </a:stretch>
          </a:blipFill>
        </p:spPr>
      </p:sp>
    </p:spTree>
  </p:cSld>
  <p:clrMapOvr>
    <a:masterClrMapping/>
  </p:clrMapOvr>
  <p:transition spd="fast">
    <p:circle/>
  </p:transition>
</p:sld>
</file>

<file path=ppt/slides/slide1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74552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-2005804">
            <a:off x="-404738" y="1421103"/>
            <a:ext cx="9929144" cy="9237218"/>
          </a:xfrm>
          <a:custGeom>
            <a:avLst/>
            <a:gdLst/>
            <a:ahLst/>
            <a:cxnLst/>
            <a:rect r="r" b="b" t="t" l="l"/>
            <a:pathLst>
              <a:path h="9237218" w="9929144">
                <a:moveTo>
                  <a:pt x="0" y="0"/>
                </a:moveTo>
                <a:lnTo>
                  <a:pt x="9929144" y="0"/>
                </a:lnTo>
                <a:lnTo>
                  <a:pt x="9929144" y="9237218"/>
                </a:lnTo>
                <a:lnTo>
                  <a:pt x="0" y="9237218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-2362140">
            <a:off x="10836452" y="3061455"/>
            <a:ext cx="9929144" cy="9237218"/>
          </a:xfrm>
          <a:custGeom>
            <a:avLst/>
            <a:gdLst/>
            <a:ahLst/>
            <a:cxnLst/>
            <a:rect r="r" b="b" t="t" l="l"/>
            <a:pathLst>
              <a:path h="9237218" w="9929144">
                <a:moveTo>
                  <a:pt x="0" y="0"/>
                </a:moveTo>
                <a:lnTo>
                  <a:pt x="9929144" y="0"/>
                </a:lnTo>
                <a:lnTo>
                  <a:pt x="9929144" y="9237218"/>
                </a:lnTo>
                <a:lnTo>
                  <a:pt x="0" y="9237218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9506658">
            <a:off x="-2440529" y="-9203845"/>
            <a:ext cx="16649603" cy="11030362"/>
          </a:xfrm>
          <a:custGeom>
            <a:avLst/>
            <a:gdLst/>
            <a:ahLst/>
            <a:cxnLst/>
            <a:rect r="r" b="b" t="t" l="l"/>
            <a:pathLst>
              <a:path h="11030362" w="16649603">
                <a:moveTo>
                  <a:pt x="0" y="0"/>
                </a:moveTo>
                <a:lnTo>
                  <a:pt x="16649603" y="0"/>
                </a:lnTo>
                <a:lnTo>
                  <a:pt x="16649603" y="11030362"/>
                </a:lnTo>
                <a:lnTo>
                  <a:pt x="0" y="11030362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-3030743" y="-6594543"/>
            <a:ext cx="24128260" cy="39248636"/>
          </a:xfrm>
          <a:custGeom>
            <a:avLst/>
            <a:gdLst/>
            <a:ahLst/>
            <a:cxnLst/>
            <a:rect r="r" b="b" t="t" l="l"/>
            <a:pathLst>
              <a:path h="39248636" w="24128260">
                <a:moveTo>
                  <a:pt x="0" y="0"/>
                </a:moveTo>
                <a:lnTo>
                  <a:pt x="24128260" y="0"/>
                </a:lnTo>
                <a:lnTo>
                  <a:pt x="24128260" y="39248636"/>
                </a:lnTo>
                <a:lnTo>
                  <a:pt x="0" y="39248636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6" id="6"/>
          <p:cNvSpPr txBox="true"/>
          <p:nvPr/>
        </p:nvSpPr>
        <p:spPr>
          <a:xfrm rot="0">
            <a:off x="6746389" y="3797740"/>
            <a:ext cx="4501151" cy="148898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379"/>
              </a:lnSpc>
            </a:pPr>
            <a:r>
              <a:rPr lang="en-US" b="true" sz="5273">
                <a:solidFill>
                  <a:srgbClr val="000000"/>
                </a:solidFill>
                <a:latin typeface="Hagrid Text Heavy"/>
                <a:ea typeface="Hagrid Text Heavy"/>
                <a:cs typeface="Hagrid Text Heavy"/>
                <a:sym typeface="Hagrid Text Heavy"/>
              </a:rPr>
              <a:t>Need statement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6463313" y="5678004"/>
            <a:ext cx="5361374" cy="80362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236"/>
              </a:lnSpc>
            </a:pPr>
            <a:r>
              <a:rPr lang="en-US" sz="2157">
                <a:solidFill>
                  <a:srgbClr val="000000"/>
                </a:solidFill>
                <a:latin typeface="Hagrid Text"/>
                <a:ea typeface="Hagrid Text"/>
                <a:cs typeface="Hagrid Text"/>
                <a:sym typeface="Hagrid Text"/>
              </a:rPr>
              <a:t>Určenie si otázok a nastavenie priority </a:t>
            </a:r>
          </a:p>
        </p:txBody>
      </p:sp>
    </p:spTree>
  </p:cSld>
  <p:clrMapOvr>
    <a:masterClrMapping/>
  </p:clrMapOvr>
  <p:transition spd="slow">
    <p:fade/>
  </p:transition>
</p:sld>
</file>

<file path=ppt/slides/slide1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74552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-2005804">
            <a:off x="-404738" y="1421103"/>
            <a:ext cx="9929144" cy="9237218"/>
          </a:xfrm>
          <a:custGeom>
            <a:avLst/>
            <a:gdLst/>
            <a:ahLst/>
            <a:cxnLst/>
            <a:rect r="r" b="b" t="t" l="l"/>
            <a:pathLst>
              <a:path h="9237218" w="9929144">
                <a:moveTo>
                  <a:pt x="0" y="0"/>
                </a:moveTo>
                <a:lnTo>
                  <a:pt x="9929144" y="0"/>
                </a:lnTo>
                <a:lnTo>
                  <a:pt x="9929144" y="9237218"/>
                </a:lnTo>
                <a:lnTo>
                  <a:pt x="0" y="9237218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-2362140">
            <a:off x="10836452" y="3061455"/>
            <a:ext cx="9929144" cy="9237218"/>
          </a:xfrm>
          <a:custGeom>
            <a:avLst/>
            <a:gdLst/>
            <a:ahLst/>
            <a:cxnLst/>
            <a:rect r="r" b="b" t="t" l="l"/>
            <a:pathLst>
              <a:path h="9237218" w="9929144">
                <a:moveTo>
                  <a:pt x="0" y="0"/>
                </a:moveTo>
                <a:lnTo>
                  <a:pt x="9929144" y="0"/>
                </a:lnTo>
                <a:lnTo>
                  <a:pt x="9929144" y="9237218"/>
                </a:lnTo>
                <a:lnTo>
                  <a:pt x="0" y="9237218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9506658">
            <a:off x="-2440529" y="-9203845"/>
            <a:ext cx="16649603" cy="11030362"/>
          </a:xfrm>
          <a:custGeom>
            <a:avLst/>
            <a:gdLst/>
            <a:ahLst/>
            <a:cxnLst/>
            <a:rect r="r" b="b" t="t" l="l"/>
            <a:pathLst>
              <a:path h="11030362" w="16649603">
                <a:moveTo>
                  <a:pt x="0" y="0"/>
                </a:moveTo>
                <a:lnTo>
                  <a:pt x="16649603" y="0"/>
                </a:lnTo>
                <a:lnTo>
                  <a:pt x="16649603" y="11030362"/>
                </a:lnTo>
                <a:lnTo>
                  <a:pt x="0" y="11030362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5" id="5"/>
          <p:cNvSpPr txBox="true"/>
          <p:nvPr/>
        </p:nvSpPr>
        <p:spPr>
          <a:xfrm rot="0">
            <a:off x="565173" y="598231"/>
            <a:ext cx="9063442" cy="80200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609"/>
              </a:lnSpc>
            </a:pPr>
            <a:r>
              <a:rPr lang="en-US" sz="5499" b="true">
                <a:solidFill>
                  <a:srgbClr val="FFECD9"/>
                </a:solidFill>
                <a:latin typeface="Hagrid Text Heavy"/>
                <a:ea typeface="Hagrid Text Heavy"/>
                <a:cs typeface="Hagrid Text Heavy"/>
                <a:sym typeface="Hagrid Text Heavy"/>
              </a:rPr>
              <a:t>Roadmap</a:t>
            </a:r>
          </a:p>
        </p:txBody>
      </p:sp>
      <p:sp>
        <p:nvSpPr>
          <p:cNvPr name="Freeform 6" id="6"/>
          <p:cNvSpPr/>
          <p:nvPr/>
        </p:nvSpPr>
        <p:spPr>
          <a:xfrm flipH="false" flipV="false" rot="0">
            <a:off x="11247540" y="7466237"/>
            <a:ext cx="914841" cy="1488141"/>
          </a:xfrm>
          <a:custGeom>
            <a:avLst/>
            <a:gdLst/>
            <a:ahLst/>
            <a:cxnLst/>
            <a:rect r="r" b="b" t="t" l="l"/>
            <a:pathLst>
              <a:path h="1488141" w="914841">
                <a:moveTo>
                  <a:pt x="0" y="0"/>
                </a:moveTo>
                <a:lnTo>
                  <a:pt x="914841" y="0"/>
                </a:lnTo>
                <a:lnTo>
                  <a:pt x="914841" y="1488142"/>
                </a:lnTo>
                <a:lnTo>
                  <a:pt x="0" y="1488142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0">
            <a:off x="15324681" y="6631641"/>
            <a:ext cx="914841" cy="1488141"/>
          </a:xfrm>
          <a:custGeom>
            <a:avLst/>
            <a:gdLst/>
            <a:ahLst/>
            <a:cxnLst/>
            <a:rect r="r" b="b" t="t" l="l"/>
            <a:pathLst>
              <a:path h="1488141" w="914841">
                <a:moveTo>
                  <a:pt x="0" y="0"/>
                </a:moveTo>
                <a:lnTo>
                  <a:pt x="914841" y="0"/>
                </a:lnTo>
                <a:lnTo>
                  <a:pt x="914841" y="1488142"/>
                </a:lnTo>
                <a:lnTo>
                  <a:pt x="0" y="1488142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</p:sp>
    </p:spTree>
  </p:cSld>
  <p:clrMapOvr>
    <a:masterClrMapping/>
  </p:clrMapOvr>
  <p:transition spd="fast">
    <p:circle/>
  </p:transition>
</p:sld>
</file>

<file path=ppt/slides/slide1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74552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-2005804">
            <a:off x="-404738" y="1421103"/>
            <a:ext cx="9929144" cy="9237218"/>
          </a:xfrm>
          <a:custGeom>
            <a:avLst/>
            <a:gdLst/>
            <a:ahLst/>
            <a:cxnLst/>
            <a:rect r="r" b="b" t="t" l="l"/>
            <a:pathLst>
              <a:path h="9237218" w="9929144">
                <a:moveTo>
                  <a:pt x="0" y="0"/>
                </a:moveTo>
                <a:lnTo>
                  <a:pt x="9929144" y="0"/>
                </a:lnTo>
                <a:lnTo>
                  <a:pt x="9929144" y="9237218"/>
                </a:lnTo>
                <a:lnTo>
                  <a:pt x="0" y="9237218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-2362140">
            <a:off x="10836452" y="3061455"/>
            <a:ext cx="9929144" cy="9237218"/>
          </a:xfrm>
          <a:custGeom>
            <a:avLst/>
            <a:gdLst/>
            <a:ahLst/>
            <a:cxnLst/>
            <a:rect r="r" b="b" t="t" l="l"/>
            <a:pathLst>
              <a:path h="9237218" w="9929144">
                <a:moveTo>
                  <a:pt x="0" y="0"/>
                </a:moveTo>
                <a:lnTo>
                  <a:pt x="9929144" y="0"/>
                </a:lnTo>
                <a:lnTo>
                  <a:pt x="9929144" y="9237218"/>
                </a:lnTo>
                <a:lnTo>
                  <a:pt x="0" y="9237218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9506658">
            <a:off x="-2440529" y="-9203845"/>
            <a:ext cx="16649603" cy="11030362"/>
          </a:xfrm>
          <a:custGeom>
            <a:avLst/>
            <a:gdLst/>
            <a:ahLst/>
            <a:cxnLst/>
            <a:rect r="r" b="b" t="t" l="l"/>
            <a:pathLst>
              <a:path h="11030362" w="16649603">
                <a:moveTo>
                  <a:pt x="0" y="0"/>
                </a:moveTo>
                <a:lnTo>
                  <a:pt x="16649603" y="0"/>
                </a:lnTo>
                <a:lnTo>
                  <a:pt x="16649603" y="11030362"/>
                </a:lnTo>
                <a:lnTo>
                  <a:pt x="0" y="11030362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-3030743" y="-6594543"/>
            <a:ext cx="24128260" cy="39248636"/>
          </a:xfrm>
          <a:custGeom>
            <a:avLst/>
            <a:gdLst/>
            <a:ahLst/>
            <a:cxnLst/>
            <a:rect r="r" b="b" t="t" l="l"/>
            <a:pathLst>
              <a:path h="39248636" w="24128260">
                <a:moveTo>
                  <a:pt x="0" y="0"/>
                </a:moveTo>
                <a:lnTo>
                  <a:pt x="24128260" y="0"/>
                </a:lnTo>
                <a:lnTo>
                  <a:pt x="24128260" y="39248636"/>
                </a:lnTo>
                <a:lnTo>
                  <a:pt x="0" y="39248636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6" id="6"/>
          <p:cNvSpPr txBox="true"/>
          <p:nvPr/>
        </p:nvSpPr>
        <p:spPr>
          <a:xfrm rot="0">
            <a:off x="6746389" y="4384550"/>
            <a:ext cx="4573995" cy="76190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379"/>
              </a:lnSpc>
            </a:pPr>
            <a:r>
              <a:rPr lang="en-US" b="true" sz="5273">
                <a:solidFill>
                  <a:srgbClr val="000000"/>
                </a:solidFill>
                <a:latin typeface="Hagrid Text Heavy"/>
                <a:ea typeface="Hagrid Text Heavy"/>
                <a:cs typeface="Hagrid Text Heavy"/>
                <a:sym typeface="Hagrid Text Heavy"/>
              </a:rPr>
              <a:t>Prototype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6463313" y="5678004"/>
            <a:ext cx="5361374" cy="39405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236"/>
              </a:lnSpc>
            </a:pPr>
            <a:r>
              <a:rPr lang="en-US" sz="2157">
                <a:solidFill>
                  <a:srgbClr val="000000"/>
                </a:solidFill>
                <a:latin typeface="Hagrid Text"/>
                <a:ea typeface="Hagrid Text"/>
                <a:cs typeface="Hagrid Text"/>
                <a:sym typeface="Hagrid Text"/>
              </a:rPr>
              <a:t>Vytvorenie nášho prototypu</a:t>
            </a:r>
          </a:p>
        </p:txBody>
      </p:sp>
    </p:spTree>
  </p:cSld>
  <p:clrMapOvr>
    <a:masterClrMapping/>
  </p:clrMapOvr>
  <p:transition spd="slow">
    <p:fade/>
  </p:transition>
</p:sld>
</file>

<file path=ppt/slides/slide1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74552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-2005804">
            <a:off x="-404738" y="1421103"/>
            <a:ext cx="9929144" cy="9237218"/>
          </a:xfrm>
          <a:custGeom>
            <a:avLst/>
            <a:gdLst/>
            <a:ahLst/>
            <a:cxnLst/>
            <a:rect r="r" b="b" t="t" l="l"/>
            <a:pathLst>
              <a:path h="9237218" w="9929144">
                <a:moveTo>
                  <a:pt x="0" y="0"/>
                </a:moveTo>
                <a:lnTo>
                  <a:pt x="9929144" y="0"/>
                </a:lnTo>
                <a:lnTo>
                  <a:pt x="9929144" y="9237218"/>
                </a:lnTo>
                <a:lnTo>
                  <a:pt x="0" y="9237218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-2362140">
            <a:off x="10836452" y="3061455"/>
            <a:ext cx="9929144" cy="9237218"/>
          </a:xfrm>
          <a:custGeom>
            <a:avLst/>
            <a:gdLst/>
            <a:ahLst/>
            <a:cxnLst/>
            <a:rect r="r" b="b" t="t" l="l"/>
            <a:pathLst>
              <a:path h="9237218" w="9929144">
                <a:moveTo>
                  <a:pt x="0" y="0"/>
                </a:moveTo>
                <a:lnTo>
                  <a:pt x="9929144" y="0"/>
                </a:lnTo>
                <a:lnTo>
                  <a:pt x="9929144" y="9237218"/>
                </a:lnTo>
                <a:lnTo>
                  <a:pt x="0" y="9237218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9506658">
            <a:off x="-2440529" y="-9203845"/>
            <a:ext cx="16649603" cy="11030362"/>
          </a:xfrm>
          <a:custGeom>
            <a:avLst/>
            <a:gdLst/>
            <a:ahLst/>
            <a:cxnLst/>
            <a:rect r="r" b="b" t="t" l="l"/>
            <a:pathLst>
              <a:path h="11030362" w="16649603">
                <a:moveTo>
                  <a:pt x="0" y="0"/>
                </a:moveTo>
                <a:lnTo>
                  <a:pt x="16649603" y="0"/>
                </a:lnTo>
                <a:lnTo>
                  <a:pt x="16649603" y="11030362"/>
                </a:lnTo>
                <a:lnTo>
                  <a:pt x="0" y="11030362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5" id="5"/>
          <p:cNvSpPr txBox="true"/>
          <p:nvPr/>
        </p:nvSpPr>
        <p:spPr>
          <a:xfrm rot="0">
            <a:off x="565173" y="598231"/>
            <a:ext cx="9063442" cy="80200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609"/>
              </a:lnSpc>
            </a:pPr>
            <a:r>
              <a:rPr lang="en-US" sz="5499" b="true">
                <a:solidFill>
                  <a:srgbClr val="FFECD9"/>
                </a:solidFill>
                <a:latin typeface="Hagrid Text Heavy"/>
                <a:ea typeface="Hagrid Text Heavy"/>
                <a:cs typeface="Hagrid Text Heavy"/>
                <a:sym typeface="Hagrid Text Heavy"/>
              </a:rPr>
              <a:t>Roadmap</a:t>
            </a:r>
          </a:p>
        </p:txBody>
      </p:sp>
      <p:sp>
        <p:nvSpPr>
          <p:cNvPr name="Freeform 6" id="6"/>
          <p:cNvSpPr/>
          <p:nvPr/>
        </p:nvSpPr>
        <p:spPr>
          <a:xfrm flipH="false" flipV="false" rot="0">
            <a:off x="15324681" y="6631641"/>
            <a:ext cx="914841" cy="1488141"/>
          </a:xfrm>
          <a:custGeom>
            <a:avLst/>
            <a:gdLst/>
            <a:ahLst/>
            <a:cxnLst/>
            <a:rect r="r" b="b" t="t" l="l"/>
            <a:pathLst>
              <a:path h="1488141" w="914841">
                <a:moveTo>
                  <a:pt x="0" y="0"/>
                </a:moveTo>
                <a:lnTo>
                  <a:pt x="914841" y="0"/>
                </a:lnTo>
                <a:lnTo>
                  <a:pt x="914841" y="1488142"/>
                </a:lnTo>
                <a:lnTo>
                  <a:pt x="0" y="1488142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</p:spTree>
  </p:cSld>
  <p:clrMapOvr>
    <a:masterClrMapping/>
  </p:clrMapOvr>
  <p:transition spd="fast">
    <p:circle/>
  </p:transition>
</p:sld>
</file>

<file path=ppt/slides/slide1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74552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-2005804">
            <a:off x="-404738" y="1421103"/>
            <a:ext cx="9929144" cy="9237218"/>
          </a:xfrm>
          <a:custGeom>
            <a:avLst/>
            <a:gdLst/>
            <a:ahLst/>
            <a:cxnLst/>
            <a:rect r="r" b="b" t="t" l="l"/>
            <a:pathLst>
              <a:path h="9237218" w="9929144">
                <a:moveTo>
                  <a:pt x="0" y="0"/>
                </a:moveTo>
                <a:lnTo>
                  <a:pt x="9929144" y="0"/>
                </a:lnTo>
                <a:lnTo>
                  <a:pt x="9929144" y="9237218"/>
                </a:lnTo>
                <a:lnTo>
                  <a:pt x="0" y="9237218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-2362140">
            <a:off x="10836452" y="3061455"/>
            <a:ext cx="9929144" cy="9237218"/>
          </a:xfrm>
          <a:custGeom>
            <a:avLst/>
            <a:gdLst/>
            <a:ahLst/>
            <a:cxnLst/>
            <a:rect r="r" b="b" t="t" l="l"/>
            <a:pathLst>
              <a:path h="9237218" w="9929144">
                <a:moveTo>
                  <a:pt x="0" y="0"/>
                </a:moveTo>
                <a:lnTo>
                  <a:pt x="9929144" y="0"/>
                </a:lnTo>
                <a:lnTo>
                  <a:pt x="9929144" y="9237218"/>
                </a:lnTo>
                <a:lnTo>
                  <a:pt x="0" y="9237218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9506658">
            <a:off x="-2440529" y="-9203845"/>
            <a:ext cx="16649603" cy="11030362"/>
          </a:xfrm>
          <a:custGeom>
            <a:avLst/>
            <a:gdLst/>
            <a:ahLst/>
            <a:cxnLst/>
            <a:rect r="r" b="b" t="t" l="l"/>
            <a:pathLst>
              <a:path h="11030362" w="16649603">
                <a:moveTo>
                  <a:pt x="0" y="0"/>
                </a:moveTo>
                <a:lnTo>
                  <a:pt x="16649603" y="0"/>
                </a:lnTo>
                <a:lnTo>
                  <a:pt x="16649603" y="11030362"/>
                </a:lnTo>
                <a:lnTo>
                  <a:pt x="0" y="11030362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-3030743" y="-6594543"/>
            <a:ext cx="24128260" cy="39248636"/>
          </a:xfrm>
          <a:custGeom>
            <a:avLst/>
            <a:gdLst/>
            <a:ahLst/>
            <a:cxnLst/>
            <a:rect r="r" b="b" t="t" l="l"/>
            <a:pathLst>
              <a:path h="39248636" w="24128260">
                <a:moveTo>
                  <a:pt x="0" y="0"/>
                </a:moveTo>
                <a:lnTo>
                  <a:pt x="24128260" y="0"/>
                </a:lnTo>
                <a:lnTo>
                  <a:pt x="24128260" y="39248636"/>
                </a:lnTo>
                <a:lnTo>
                  <a:pt x="0" y="39248636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6" id="6"/>
          <p:cNvSpPr txBox="true"/>
          <p:nvPr/>
        </p:nvSpPr>
        <p:spPr>
          <a:xfrm rot="0">
            <a:off x="6746389" y="4384550"/>
            <a:ext cx="4573995" cy="76190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379"/>
              </a:lnSpc>
            </a:pPr>
            <a:r>
              <a:rPr lang="en-US" b="true" sz="5273">
                <a:solidFill>
                  <a:srgbClr val="000000"/>
                </a:solidFill>
                <a:latin typeface="Hagrid Text Heavy"/>
                <a:ea typeface="Hagrid Text Heavy"/>
                <a:cs typeface="Hagrid Text Heavy"/>
                <a:sym typeface="Hagrid Text Heavy"/>
              </a:rPr>
              <a:t>Test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6463313" y="5678004"/>
            <a:ext cx="5361374" cy="80362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236"/>
              </a:lnSpc>
            </a:pPr>
            <a:r>
              <a:rPr lang="en-US" sz="2157">
                <a:solidFill>
                  <a:srgbClr val="000000"/>
                </a:solidFill>
                <a:latin typeface="Hagrid Text"/>
                <a:ea typeface="Hagrid Text"/>
                <a:cs typeface="Hagrid Text"/>
                <a:sym typeface="Hagrid Text"/>
              </a:rPr>
              <a:t>Implementácia prototypu do reálneho sveta</a:t>
            </a:r>
          </a:p>
        </p:txBody>
      </p:sp>
    </p:spTree>
  </p:cSld>
  <p:clrMapOvr>
    <a:masterClrMapping/>
  </p:clrMapOvr>
  <p:transition spd="slow">
    <p:fade/>
  </p:transition>
</p:sld>
</file>

<file path=ppt/slides/slide20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74552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2762460" y="2382602"/>
            <a:ext cx="13003175" cy="6875698"/>
            <a:chOff x="0" y="0"/>
            <a:chExt cx="17337567" cy="9167597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12223463" cy="9167597"/>
            </a:xfrm>
            <a:custGeom>
              <a:avLst/>
              <a:gdLst/>
              <a:ahLst/>
              <a:cxnLst/>
              <a:rect r="r" b="b" t="t" l="l"/>
              <a:pathLst>
                <a:path h="9167597" w="12223463">
                  <a:moveTo>
                    <a:pt x="0" y="0"/>
                  </a:moveTo>
                  <a:lnTo>
                    <a:pt x="12223463" y="0"/>
                  </a:lnTo>
                  <a:lnTo>
                    <a:pt x="12223463" y="9167597"/>
                  </a:lnTo>
                  <a:lnTo>
                    <a:pt x="0" y="916759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0" t="0" r="0" b="0"/>
              </a:stretch>
            </a:blipFill>
          </p:spPr>
        </p:sp>
        <p:sp>
          <p:nvSpPr>
            <p:cNvPr name="Freeform 4" id="4"/>
            <p:cNvSpPr/>
            <p:nvPr/>
          </p:nvSpPr>
          <p:spPr>
            <a:xfrm flipH="false" flipV="false" rot="0">
              <a:off x="9674228" y="0"/>
              <a:ext cx="7663339" cy="9167597"/>
            </a:xfrm>
            <a:custGeom>
              <a:avLst/>
              <a:gdLst/>
              <a:ahLst/>
              <a:cxnLst/>
              <a:rect r="r" b="b" t="t" l="l"/>
              <a:pathLst>
                <a:path h="9167597" w="7663339">
                  <a:moveTo>
                    <a:pt x="0" y="0"/>
                  </a:moveTo>
                  <a:lnTo>
                    <a:pt x="7663339" y="0"/>
                  </a:lnTo>
                  <a:lnTo>
                    <a:pt x="7663339" y="9167597"/>
                  </a:lnTo>
                  <a:lnTo>
                    <a:pt x="0" y="916759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-59505" t="0" r="0" b="0"/>
              </a:stretch>
            </a:blipFill>
          </p:spPr>
        </p:sp>
      </p:grpSp>
      <p:sp>
        <p:nvSpPr>
          <p:cNvPr name="Freeform 5" id="5"/>
          <p:cNvSpPr/>
          <p:nvPr/>
        </p:nvSpPr>
        <p:spPr>
          <a:xfrm flipH="false" flipV="true" rot="8597407">
            <a:off x="-1544279" y="-14814259"/>
            <a:ext cx="27928919" cy="18502909"/>
          </a:xfrm>
          <a:custGeom>
            <a:avLst/>
            <a:gdLst/>
            <a:ahLst/>
            <a:cxnLst/>
            <a:rect r="r" b="b" t="t" l="l"/>
            <a:pathLst>
              <a:path h="18502909" w="27928919">
                <a:moveTo>
                  <a:pt x="0" y="18502908"/>
                </a:moveTo>
                <a:lnTo>
                  <a:pt x="27928919" y="18502908"/>
                </a:lnTo>
                <a:lnTo>
                  <a:pt x="27928919" y="0"/>
                </a:lnTo>
                <a:lnTo>
                  <a:pt x="0" y="0"/>
                </a:lnTo>
                <a:lnTo>
                  <a:pt x="0" y="18502908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0">
            <a:off x="4085285" y="3013038"/>
            <a:ext cx="10083716" cy="5614826"/>
          </a:xfrm>
          <a:custGeom>
            <a:avLst/>
            <a:gdLst/>
            <a:ahLst/>
            <a:cxnLst/>
            <a:rect r="r" b="b" t="t" l="l"/>
            <a:pathLst>
              <a:path h="5614826" w="10083716">
                <a:moveTo>
                  <a:pt x="0" y="0"/>
                </a:moveTo>
                <a:lnTo>
                  <a:pt x="10083716" y="0"/>
                </a:lnTo>
                <a:lnTo>
                  <a:pt x="10083716" y="5614826"/>
                </a:lnTo>
                <a:lnTo>
                  <a:pt x="0" y="5614826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-2138" t="-12938" r="-2282" b="-12002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294572">
            <a:off x="13657101" y="2405455"/>
            <a:ext cx="573967" cy="931216"/>
          </a:xfrm>
          <a:custGeom>
            <a:avLst/>
            <a:gdLst/>
            <a:ahLst/>
            <a:cxnLst/>
            <a:rect r="r" b="b" t="t" l="l"/>
            <a:pathLst>
              <a:path h="931216" w="573967">
                <a:moveTo>
                  <a:pt x="0" y="0"/>
                </a:moveTo>
                <a:lnTo>
                  <a:pt x="573968" y="0"/>
                </a:lnTo>
                <a:lnTo>
                  <a:pt x="573968" y="931215"/>
                </a:lnTo>
                <a:lnTo>
                  <a:pt x="0" y="931215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8" id="8"/>
          <p:cNvSpPr txBox="true"/>
          <p:nvPr/>
        </p:nvSpPr>
        <p:spPr>
          <a:xfrm rot="0">
            <a:off x="4343915" y="114300"/>
            <a:ext cx="9600170" cy="101727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7139"/>
              </a:lnSpc>
            </a:pPr>
            <a:r>
              <a:rPr lang="en-US" b="true" sz="6999">
                <a:solidFill>
                  <a:srgbClr val="FFECD9"/>
                </a:solidFill>
                <a:latin typeface="Hagrid Text Heavy"/>
                <a:ea typeface="Hagrid Text Heavy"/>
                <a:cs typeface="Hagrid Text Heavy"/>
                <a:sym typeface="Hagrid Text Heavy"/>
              </a:rPr>
              <a:t>Story</a:t>
            </a:r>
          </a:p>
        </p:txBody>
      </p:sp>
      <p:sp>
        <p:nvSpPr>
          <p:cNvPr name="Freeform 9" id="9"/>
          <p:cNvSpPr/>
          <p:nvPr/>
        </p:nvSpPr>
        <p:spPr>
          <a:xfrm flipH="true" flipV="false" rot="294572">
            <a:off x="4124080" y="2547430"/>
            <a:ext cx="573967" cy="931216"/>
          </a:xfrm>
          <a:custGeom>
            <a:avLst/>
            <a:gdLst/>
            <a:ahLst/>
            <a:cxnLst/>
            <a:rect r="r" b="b" t="t" l="l"/>
            <a:pathLst>
              <a:path h="931216" w="573967">
                <a:moveTo>
                  <a:pt x="573968" y="0"/>
                </a:moveTo>
                <a:lnTo>
                  <a:pt x="0" y="0"/>
                </a:lnTo>
                <a:lnTo>
                  <a:pt x="0" y="931216"/>
                </a:lnTo>
                <a:lnTo>
                  <a:pt x="573968" y="931216"/>
                </a:lnTo>
                <a:lnTo>
                  <a:pt x="573968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</p:spTree>
  </p:cSld>
  <p:clrMapOvr>
    <a:masterClrMapping/>
  </p:clrMapOvr>
  <p:transition spd="slow">
    <p:cover dir="l"/>
  </p:transition>
</p:sld>
</file>

<file path=ppt/slides/slide2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74552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9506658">
            <a:off x="-2440529" y="-9203845"/>
            <a:ext cx="16649603" cy="11030362"/>
          </a:xfrm>
          <a:custGeom>
            <a:avLst/>
            <a:gdLst/>
            <a:ahLst/>
            <a:cxnLst/>
            <a:rect r="r" b="b" t="t" l="l"/>
            <a:pathLst>
              <a:path h="11030362" w="16649603">
                <a:moveTo>
                  <a:pt x="0" y="0"/>
                </a:moveTo>
                <a:lnTo>
                  <a:pt x="16649603" y="0"/>
                </a:lnTo>
                <a:lnTo>
                  <a:pt x="16649603" y="11030362"/>
                </a:lnTo>
                <a:lnTo>
                  <a:pt x="0" y="11030362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16426646" y="7014291"/>
            <a:ext cx="1861354" cy="3272709"/>
          </a:xfrm>
          <a:custGeom>
            <a:avLst/>
            <a:gdLst/>
            <a:ahLst/>
            <a:cxnLst/>
            <a:rect r="r" b="b" t="t" l="l"/>
            <a:pathLst>
              <a:path h="3272709" w="1861354">
                <a:moveTo>
                  <a:pt x="0" y="0"/>
                </a:moveTo>
                <a:lnTo>
                  <a:pt x="1861354" y="0"/>
                </a:lnTo>
                <a:lnTo>
                  <a:pt x="1861354" y="3272709"/>
                </a:lnTo>
                <a:lnTo>
                  <a:pt x="0" y="3272709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15259622" y="7888628"/>
            <a:ext cx="1007715" cy="1097512"/>
          </a:xfrm>
          <a:custGeom>
            <a:avLst/>
            <a:gdLst/>
            <a:ahLst/>
            <a:cxnLst/>
            <a:rect r="r" b="b" t="t" l="l"/>
            <a:pathLst>
              <a:path h="1097512" w="1007715">
                <a:moveTo>
                  <a:pt x="0" y="0"/>
                </a:moveTo>
                <a:lnTo>
                  <a:pt x="1007716" y="0"/>
                </a:lnTo>
                <a:lnTo>
                  <a:pt x="1007716" y="1097512"/>
                </a:lnTo>
                <a:lnTo>
                  <a:pt x="0" y="1097512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15147939" y="8650645"/>
            <a:ext cx="1314500" cy="1662681"/>
          </a:xfrm>
          <a:custGeom>
            <a:avLst/>
            <a:gdLst/>
            <a:ahLst/>
            <a:cxnLst/>
            <a:rect r="r" b="b" t="t" l="l"/>
            <a:pathLst>
              <a:path h="1662681" w="1314500">
                <a:moveTo>
                  <a:pt x="0" y="0"/>
                </a:moveTo>
                <a:lnTo>
                  <a:pt x="1314499" y="0"/>
                </a:lnTo>
                <a:lnTo>
                  <a:pt x="1314499" y="1662681"/>
                </a:lnTo>
                <a:lnTo>
                  <a:pt x="0" y="1662681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0">
            <a:off x="15109839" y="7656590"/>
            <a:ext cx="1288233" cy="222513"/>
          </a:xfrm>
          <a:custGeom>
            <a:avLst/>
            <a:gdLst/>
            <a:ahLst/>
            <a:cxnLst/>
            <a:rect r="r" b="b" t="t" l="l"/>
            <a:pathLst>
              <a:path h="222513" w="1288233">
                <a:moveTo>
                  <a:pt x="0" y="0"/>
                </a:moveTo>
                <a:lnTo>
                  <a:pt x="1288232" y="0"/>
                </a:lnTo>
                <a:lnTo>
                  <a:pt x="1288232" y="222513"/>
                </a:lnTo>
                <a:lnTo>
                  <a:pt x="0" y="222513"/>
                </a:lnTo>
                <a:lnTo>
                  <a:pt x="0" y="0"/>
                </a:lnTo>
                <a:close/>
              </a:path>
            </a:pathLst>
          </a:custGeom>
          <a:blipFill>
            <a:blip r:embed="rId9">
              <a:extLst>
                <a:ext uri="{96DAC541-7B7A-43D3-8B79-37D633B846F1}">
                  <asvg:svgBlip xmlns:asvg="http://schemas.microsoft.com/office/drawing/2016/SVG/main" r:embed="rId10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-128169">
            <a:off x="499252" y="7845977"/>
            <a:ext cx="2896489" cy="2280327"/>
          </a:xfrm>
          <a:custGeom>
            <a:avLst/>
            <a:gdLst/>
            <a:ahLst/>
            <a:cxnLst/>
            <a:rect r="r" b="b" t="t" l="l"/>
            <a:pathLst>
              <a:path h="2280327" w="2896489">
                <a:moveTo>
                  <a:pt x="0" y="0"/>
                </a:moveTo>
                <a:lnTo>
                  <a:pt x="2896489" y="0"/>
                </a:lnTo>
                <a:lnTo>
                  <a:pt x="2896489" y="2280327"/>
                </a:lnTo>
                <a:lnTo>
                  <a:pt x="0" y="2280327"/>
                </a:lnTo>
                <a:lnTo>
                  <a:pt x="0" y="0"/>
                </a:lnTo>
                <a:close/>
              </a:path>
            </a:pathLst>
          </a:custGeom>
          <a:blipFill>
            <a:blip r:embed="rId11">
              <a:extLst>
                <a:ext uri="{96DAC541-7B7A-43D3-8B79-37D633B846F1}">
                  <asvg:svgBlip xmlns:asvg="http://schemas.microsoft.com/office/drawing/2016/SVG/main" r:embed="rId12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8" id="8"/>
          <p:cNvSpPr/>
          <p:nvPr/>
        </p:nvSpPr>
        <p:spPr>
          <a:xfrm flipH="false" flipV="false" rot="-1322885">
            <a:off x="-96453" y="8238156"/>
            <a:ext cx="1724043" cy="2040288"/>
          </a:xfrm>
          <a:custGeom>
            <a:avLst/>
            <a:gdLst/>
            <a:ahLst/>
            <a:cxnLst/>
            <a:rect r="r" b="b" t="t" l="l"/>
            <a:pathLst>
              <a:path h="2040288" w="1724043">
                <a:moveTo>
                  <a:pt x="0" y="0"/>
                </a:moveTo>
                <a:lnTo>
                  <a:pt x="1724043" y="0"/>
                </a:lnTo>
                <a:lnTo>
                  <a:pt x="1724043" y="2040288"/>
                </a:lnTo>
                <a:lnTo>
                  <a:pt x="0" y="2040288"/>
                </a:lnTo>
                <a:lnTo>
                  <a:pt x="0" y="0"/>
                </a:lnTo>
                <a:close/>
              </a:path>
            </a:pathLst>
          </a:custGeom>
          <a:blipFill>
            <a:blip r:embed="rId13"/>
            <a:stretch>
              <a:fillRect l="0" t="0" r="0" b="0"/>
            </a:stretch>
          </a:blipFill>
        </p:spPr>
      </p:sp>
      <p:sp>
        <p:nvSpPr>
          <p:cNvPr name="TextBox 9" id="9"/>
          <p:cNvSpPr txBox="true"/>
          <p:nvPr/>
        </p:nvSpPr>
        <p:spPr>
          <a:xfrm rot="0">
            <a:off x="343947" y="3203350"/>
            <a:ext cx="16230600" cy="413512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820421" indent="-410210" lvl="1">
              <a:lnSpc>
                <a:spcPts val="6650"/>
              </a:lnSpc>
              <a:buFont typeface="Arial"/>
              <a:buChar char="•"/>
            </a:pPr>
            <a:r>
              <a:rPr lang="en-US" sz="3800">
                <a:solidFill>
                  <a:srgbClr val="FFECD9"/>
                </a:solidFill>
                <a:latin typeface="Hagrid Text"/>
                <a:ea typeface="Hagrid Text"/>
                <a:cs typeface="Hagrid Text"/>
                <a:sym typeface="Hagrid Text"/>
              </a:rPr>
              <a:t>Jedno tlačidlo na privolanie pomoci</a:t>
            </a:r>
          </a:p>
          <a:p>
            <a:pPr algn="l" marL="820421" indent="-410210" lvl="1">
              <a:lnSpc>
                <a:spcPts val="6650"/>
              </a:lnSpc>
              <a:buFont typeface="Arial"/>
              <a:buChar char="•"/>
            </a:pPr>
            <a:r>
              <a:rPr lang="en-US" sz="3800">
                <a:solidFill>
                  <a:srgbClr val="FFECD9"/>
                </a:solidFill>
                <a:latin typeface="Hagrid Text"/>
                <a:ea typeface="Hagrid Text"/>
                <a:cs typeface="Hagrid Text"/>
                <a:sym typeface="Hagrid Text"/>
              </a:rPr>
              <a:t>Overovanie pomocníkov (bezúhonnosť, dôvernosť)</a:t>
            </a:r>
          </a:p>
          <a:p>
            <a:pPr algn="l" marL="820421" indent="-410210" lvl="1">
              <a:lnSpc>
                <a:spcPts val="6650"/>
              </a:lnSpc>
              <a:buFont typeface="Arial"/>
              <a:buChar char="•"/>
            </a:pPr>
            <a:r>
              <a:rPr lang="en-US" sz="3800">
                <a:solidFill>
                  <a:srgbClr val="FFECD9"/>
                </a:solidFill>
                <a:latin typeface="Hagrid Text"/>
                <a:ea typeface="Hagrid Text"/>
                <a:cs typeface="Hagrid Text"/>
                <a:sym typeface="Hagrid Text"/>
              </a:rPr>
              <a:t>Hodnotenie všetkých používateľov</a:t>
            </a:r>
          </a:p>
          <a:p>
            <a:pPr algn="l" marL="820421" indent="-410210" lvl="1">
              <a:lnSpc>
                <a:spcPts val="6650"/>
              </a:lnSpc>
              <a:buFont typeface="Arial"/>
              <a:buChar char="•"/>
            </a:pPr>
            <a:r>
              <a:rPr lang="en-US" sz="3800">
                <a:solidFill>
                  <a:srgbClr val="FFECD9"/>
                </a:solidFill>
                <a:latin typeface="Hagrid Text"/>
                <a:ea typeface="Hagrid Text"/>
                <a:cs typeface="Hagrid Text"/>
                <a:sym typeface="Hagrid Text"/>
              </a:rPr>
              <a:t>Notifikácie o prijatí a priebehu pomoci</a:t>
            </a:r>
          </a:p>
          <a:p>
            <a:pPr algn="l" marL="820421" indent="-410210" lvl="1">
              <a:lnSpc>
                <a:spcPts val="6650"/>
              </a:lnSpc>
              <a:buFont typeface="Arial"/>
              <a:buChar char="•"/>
            </a:pPr>
            <a:r>
              <a:rPr lang="en-US" sz="3800">
                <a:solidFill>
                  <a:srgbClr val="FFECD9"/>
                </a:solidFill>
                <a:latin typeface="Hagrid Text"/>
                <a:ea typeface="Hagrid Text"/>
                <a:cs typeface="Hagrid Text"/>
                <a:sym typeface="Hagrid Text"/>
              </a:rPr>
              <a:t>Zdieľanie polohy (zo strany zdravotne postihnutých)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565173" y="598231"/>
            <a:ext cx="9063442" cy="150050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609"/>
              </a:lnSpc>
            </a:pPr>
            <a:r>
              <a:rPr lang="en-US" sz="5499" b="true">
                <a:solidFill>
                  <a:srgbClr val="FFECD9"/>
                </a:solidFill>
                <a:latin typeface="Hagrid Text Bold"/>
                <a:ea typeface="Hagrid Text Bold"/>
                <a:cs typeface="Hagrid Text Bold"/>
                <a:sym typeface="Hagrid Text Bold"/>
              </a:rPr>
              <a:t>Funkcie našej</a:t>
            </a:r>
          </a:p>
          <a:p>
            <a:pPr algn="l">
              <a:lnSpc>
                <a:spcPts val="5609"/>
              </a:lnSpc>
            </a:pPr>
            <a:r>
              <a:rPr lang="en-US" sz="5499" b="true">
                <a:solidFill>
                  <a:srgbClr val="FFECD9"/>
                </a:solidFill>
                <a:latin typeface="Hagrid Text Bold"/>
                <a:ea typeface="Hagrid Text Bold"/>
                <a:cs typeface="Hagrid Text Bold"/>
                <a:sym typeface="Hagrid Text Bold"/>
              </a:rPr>
              <a:t>aplikácie</a:t>
            </a:r>
          </a:p>
        </p:txBody>
      </p:sp>
    </p:spTree>
  </p:cSld>
  <p:clrMapOvr>
    <a:masterClrMapping/>
  </p:clrMapOvr>
  <p:transition spd="slow">
    <p:circle/>
  </p:transition>
</p:sld>
</file>

<file path=ppt/slides/slide2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74552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343947" y="2927125"/>
            <a:ext cx="16230600" cy="687820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9500"/>
              </a:lnSpc>
            </a:pPr>
            <a:r>
              <a:rPr lang="en-US" sz="3800">
                <a:solidFill>
                  <a:srgbClr val="FFECD9"/>
                </a:solidFill>
                <a:latin typeface="Hagrid Text"/>
                <a:ea typeface="Hagrid Text"/>
                <a:cs typeface="Hagrid Text"/>
                <a:sym typeface="Hagrid Text"/>
              </a:rPr>
              <a:t>1. Používateľ odošle žiadosť o pomoc cez aplikáciu</a:t>
            </a:r>
          </a:p>
          <a:p>
            <a:pPr algn="l">
              <a:lnSpc>
                <a:spcPts val="9500"/>
              </a:lnSpc>
            </a:pPr>
            <a:r>
              <a:rPr lang="en-US" sz="3800">
                <a:solidFill>
                  <a:srgbClr val="FFECD9"/>
                </a:solidFill>
                <a:latin typeface="Hagrid Text"/>
                <a:ea typeface="Hagrid Text"/>
                <a:cs typeface="Hagrid Text"/>
                <a:sym typeface="Hagrid Text"/>
              </a:rPr>
              <a:t>2. </a:t>
            </a:r>
            <a:r>
              <a:rPr lang="en-US" sz="3800">
                <a:solidFill>
                  <a:srgbClr val="FFECD9"/>
                </a:solidFill>
                <a:latin typeface="Hagrid Text"/>
                <a:ea typeface="Hagrid Text"/>
                <a:cs typeface="Hagrid Text"/>
                <a:sym typeface="Hagrid Text"/>
              </a:rPr>
              <a:t>N</a:t>
            </a:r>
            <a:r>
              <a:rPr lang="en-US" sz="3800">
                <a:solidFill>
                  <a:srgbClr val="FFECD9"/>
                </a:solidFill>
                <a:latin typeface="Hagrid Text"/>
                <a:ea typeface="Hagrid Text"/>
                <a:cs typeface="Hagrid Text"/>
                <a:sym typeface="Hagrid Text"/>
              </a:rPr>
              <a:t>ajbližší pomocník dost</a:t>
            </a:r>
            <a:r>
              <a:rPr lang="en-US" sz="3800">
                <a:solidFill>
                  <a:srgbClr val="FFECD9"/>
                </a:solidFill>
                <a:latin typeface="Hagrid Text"/>
                <a:ea typeface="Hagrid Text"/>
                <a:cs typeface="Hagrid Text"/>
                <a:sym typeface="Hagrid Text"/>
              </a:rPr>
              <a:t>ane notifikáciu</a:t>
            </a:r>
          </a:p>
          <a:p>
            <a:pPr algn="l">
              <a:lnSpc>
                <a:spcPts val="9500"/>
              </a:lnSpc>
            </a:pPr>
            <a:r>
              <a:rPr lang="en-US" sz="3800">
                <a:solidFill>
                  <a:srgbClr val="FFECD9"/>
                </a:solidFill>
                <a:latin typeface="Hagrid Text"/>
                <a:ea typeface="Hagrid Text"/>
                <a:cs typeface="Hagrid Text"/>
                <a:sym typeface="Hagrid Text"/>
              </a:rPr>
              <a:t>3. </a:t>
            </a:r>
            <a:r>
              <a:rPr lang="en-US" sz="3800">
                <a:solidFill>
                  <a:srgbClr val="FFECD9"/>
                </a:solidFill>
                <a:latin typeface="Hagrid Text"/>
                <a:ea typeface="Hagrid Text"/>
                <a:cs typeface="Hagrid Text"/>
                <a:sym typeface="Hagrid Text"/>
              </a:rPr>
              <a:t>Pomocník žiadosť potvrdí</a:t>
            </a:r>
          </a:p>
          <a:p>
            <a:pPr algn="l">
              <a:lnSpc>
                <a:spcPts val="9500"/>
              </a:lnSpc>
            </a:pPr>
            <a:r>
              <a:rPr lang="en-US" sz="3800">
                <a:solidFill>
                  <a:srgbClr val="FFECD9"/>
                </a:solidFill>
                <a:latin typeface="Hagrid Text"/>
                <a:ea typeface="Hagrid Text"/>
                <a:cs typeface="Hagrid Text"/>
                <a:sym typeface="Hagrid Text"/>
              </a:rPr>
              <a:t>4. </a:t>
            </a:r>
            <a:r>
              <a:rPr lang="en-US" sz="3800">
                <a:solidFill>
                  <a:srgbClr val="FFECD9"/>
                </a:solidFill>
                <a:latin typeface="Hagrid Text"/>
                <a:ea typeface="Hagrid Text"/>
                <a:cs typeface="Hagrid Text"/>
                <a:sym typeface="Hagrid Text"/>
              </a:rPr>
              <a:t>Aplikácia zobrazí čas príchodu a údaje o pomocníkovi</a:t>
            </a:r>
          </a:p>
          <a:p>
            <a:pPr algn="l">
              <a:lnSpc>
                <a:spcPts val="9500"/>
              </a:lnSpc>
            </a:pPr>
            <a:r>
              <a:rPr lang="en-US" sz="3800">
                <a:solidFill>
                  <a:srgbClr val="FFECD9"/>
                </a:solidFill>
                <a:latin typeface="Hagrid Text"/>
                <a:ea typeface="Hagrid Text"/>
                <a:cs typeface="Hagrid Text"/>
                <a:sym typeface="Hagrid Text"/>
              </a:rPr>
              <a:t>5. </a:t>
            </a:r>
            <a:r>
              <a:rPr lang="en-US" sz="3800">
                <a:solidFill>
                  <a:srgbClr val="FFECD9"/>
                </a:solidFill>
                <a:latin typeface="Hagrid Text"/>
                <a:ea typeface="Hagrid Text"/>
                <a:cs typeface="Hagrid Text"/>
                <a:sym typeface="Hagrid Text"/>
              </a:rPr>
              <a:t>Po ukončení pomoci obaja hodnotia priebeh</a:t>
            </a:r>
          </a:p>
          <a:p>
            <a:pPr algn="l">
              <a:lnSpc>
                <a:spcPts val="6650"/>
              </a:lnSpc>
            </a:pPr>
          </a:p>
        </p:txBody>
      </p:sp>
      <p:sp>
        <p:nvSpPr>
          <p:cNvPr name="Freeform 3" id="3"/>
          <p:cNvSpPr/>
          <p:nvPr/>
        </p:nvSpPr>
        <p:spPr>
          <a:xfrm flipH="false" flipV="false" rot="9506658">
            <a:off x="-2440529" y="-9203845"/>
            <a:ext cx="16649603" cy="11030362"/>
          </a:xfrm>
          <a:custGeom>
            <a:avLst/>
            <a:gdLst/>
            <a:ahLst/>
            <a:cxnLst/>
            <a:rect r="r" b="b" t="t" l="l"/>
            <a:pathLst>
              <a:path h="11030362" w="16649603">
                <a:moveTo>
                  <a:pt x="0" y="0"/>
                </a:moveTo>
                <a:lnTo>
                  <a:pt x="16649603" y="0"/>
                </a:lnTo>
                <a:lnTo>
                  <a:pt x="16649603" y="11030362"/>
                </a:lnTo>
                <a:lnTo>
                  <a:pt x="0" y="11030362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4" id="4"/>
          <p:cNvSpPr txBox="true"/>
          <p:nvPr/>
        </p:nvSpPr>
        <p:spPr>
          <a:xfrm rot="0">
            <a:off x="565173" y="598231"/>
            <a:ext cx="9063442" cy="150050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609"/>
              </a:lnSpc>
            </a:pPr>
            <a:r>
              <a:rPr lang="en-US" sz="5499" b="true">
                <a:solidFill>
                  <a:srgbClr val="FFECD9"/>
                </a:solidFill>
                <a:latin typeface="Hagrid Text Bold"/>
                <a:ea typeface="Hagrid Text Bold"/>
                <a:cs typeface="Hagrid Text Bold"/>
                <a:sym typeface="Hagrid Text Bold"/>
              </a:rPr>
              <a:t>Ako to </a:t>
            </a:r>
          </a:p>
          <a:p>
            <a:pPr algn="l">
              <a:lnSpc>
                <a:spcPts val="5609"/>
              </a:lnSpc>
            </a:pPr>
            <a:r>
              <a:rPr lang="en-US" sz="5499" b="true">
                <a:solidFill>
                  <a:srgbClr val="FFECD9"/>
                </a:solidFill>
                <a:latin typeface="Hagrid Text Bold"/>
                <a:ea typeface="Hagrid Text Bold"/>
                <a:cs typeface="Hagrid Text Bold"/>
                <a:sym typeface="Hagrid Text Bold"/>
              </a:rPr>
              <a:t>funguje?</a:t>
            </a:r>
          </a:p>
        </p:txBody>
      </p:sp>
      <p:sp>
        <p:nvSpPr>
          <p:cNvPr name="Freeform 5" id="5"/>
          <p:cNvSpPr/>
          <p:nvPr/>
        </p:nvSpPr>
        <p:spPr>
          <a:xfrm flipH="false" flipV="false" rot="0">
            <a:off x="7897586" y="5246105"/>
            <a:ext cx="1123322" cy="1363012"/>
          </a:xfrm>
          <a:custGeom>
            <a:avLst/>
            <a:gdLst/>
            <a:ahLst/>
            <a:cxnLst/>
            <a:rect r="r" b="b" t="t" l="l"/>
            <a:pathLst>
              <a:path h="1363012" w="1123322">
                <a:moveTo>
                  <a:pt x="0" y="0"/>
                </a:moveTo>
                <a:lnTo>
                  <a:pt x="1123322" y="0"/>
                </a:lnTo>
                <a:lnTo>
                  <a:pt x="1123322" y="1363011"/>
                </a:lnTo>
                <a:lnTo>
                  <a:pt x="0" y="1363011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0">
            <a:off x="10959862" y="3910184"/>
            <a:ext cx="1782367" cy="1782367"/>
          </a:xfrm>
          <a:custGeom>
            <a:avLst/>
            <a:gdLst/>
            <a:ahLst/>
            <a:cxnLst/>
            <a:rect r="r" b="b" t="t" l="l"/>
            <a:pathLst>
              <a:path h="1782367" w="1782367">
                <a:moveTo>
                  <a:pt x="0" y="0"/>
                </a:moveTo>
                <a:lnTo>
                  <a:pt x="1782366" y="0"/>
                </a:lnTo>
                <a:lnTo>
                  <a:pt x="1782366" y="1782367"/>
                </a:lnTo>
                <a:lnTo>
                  <a:pt x="0" y="1782367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0">
            <a:off x="13744028" y="3202407"/>
            <a:ext cx="1514109" cy="991053"/>
          </a:xfrm>
          <a:custGeom>
            <a:avLst/>
            <a:gdLst/>
            <a:ahLst/>
            <a:cxnLst/>
            <a:rect r="r" b="b" t="t" l="l"/>
            <a:pathLst>
              <a:path h="991053" w="1514109">
                <a:moveTo>
                  <a:pt x="0" y="0"/>
                </a:moveTo>
                <a:lnTo>
                  <a:pt x="1514108" y="0"/>
                </a:lnTo>
                <a:lnTo>
                  <a:pt x="1514108" y="991053"/>
                </a:lnTo>
                <a:lnTo>
                  <a:pt x="0" y="991053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 l="0" t="0" r="0" b="0"/>
            </a:stretch>
          </a:blipFill>
        </p:spPr>
      </p:sp>
      <p:sp>
        <p:nvSpPr>
          <p:cNvPr name="Freeform 8" id="8"/>
          <p:cNvSpPr/>
          <p:nvPr/>
        </p:nvSpPr>
        <p:spPr>
          <a:xfrm flipH="false" flipV="false" rot="0">
            <a:off x="15435579" y="6320155"/>
            <a:ext cx="1221019" cy="1221019"/>
          </a:xfrm>
          <a:custGeom>
            <a:avLst/>
            <a:gdLst/>
            <a:ahLst/>
            <a:cxnLst/>
            <a:rect r="r" b="b" t="t" l="l"/>
            <a:pathLst>
              <a:path h="1221019" w="1221019">
                <a:moveTo>
                  <a:pt x="0" y="0"/>
                </a:moveTo>
                <a:lnTo>
                  <a:pt x="1221019" y="0"/>
                </a:lnTo>
                <a:lnTo>
                  <a:pt x="1221019" y="1221019"/>
                </a:lnTo>
                <a:lnTo>
                  <a:pt x="0" y="1221019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>
              <a:fillRect l="0" t="0" r="0" b="0"/>
            </a:stretch>
          </a:blipFill>
        </p:spPr>
      </p:sp>
      <p:sp>
        <p:nvSpPr>
          <p:cNvPr name="Freeform 9" id="9"/>
          <p:cNvSpPr/>
          <p:nvPr/>
        </p:nvSpPr>
        <p:spPr>
          <a:xfrm flipH="false" flipV="false" rot="0">
            <a:off x="12977694" y="7976421"/>
            <a:ext cx="1532668" cy="746827"/>
          </a:xfrm>
          <a:custGeom>
            <a:avLst/>
            <a:gdLst/>
            <a:ahLst/>
            <a:cxnLst/>
            <a:rect r="r" b="b" t="t" l="l"/>
            <a:pathLst>
              <a:path h="746827" w="1532668">
                <a:moveTo>
                  <a:pt x="0" y="0"/>
                </a:moveTo>
                <a:lnTo>
                  <a:pt x="1532668" y="0"/>
                </a:lnTo>
                <a:lnTo>
                  <a:pt x="1532668" y="746828"/>
                </a:lnTo>
                <a:lnTo>
                  <a:pt x="0" y="746828"/>
                </a:lnTo>
                <a:lnTo>
                  <a:pt x="0" y="0"/>
                </a:lnTo>
                <a:close/>
              </a:path>
            </a:pathLst>
          </a:custGeom>
          <a:blipFill>
            <a:blip r:embed="rId9">
              <a:extLst>
                <a:ext uri="{96DAC541-7B7A-43D3-8B79-37D633B846F1}">
                  <asvg:svgBlip xmlns:asvg="http://schemas.microsoft.com/office/drawing/2016/SVG/main" r:embed="rId10"/>
                </a:ext>
              </a:extLst>
            </a:blip>
            <a:stretch>
              <a:fillRect l="0" t="0" r="0" b="0"/>
            </a:stretch>
          </a:blipFill>
        </p:spPr>
      </p:sp>
    </p:spTree>
  </p:cSld>
  <p:clrMapOvr>
    <a:masterClrMapping/>
  </p:clrMapOvr>
  <p:transition spd="slow">
    <p:push dir="l"/>
  </p:transition>
</p:sld>
</file>

<file path=ppt/slides/slide2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74552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9506658">
            <a:off x="-2440529" y="-9203845"/>
            <a:ext cx="16649603" cy="11030362"/>
          </a:xfrm>
          <a:custGeom>
            <a:avLst/>
            <a:gdLst/>
            <a:ahLst/>
            <a:cxnLst/>
            <a:rect r="r" b="b" t="t" l="l"/>
            <a:pathLst>
              <a:path h="11030362" w="16649603">
                <a:moveTo>
                  <a:pt x="0" y="0"/>
                </a:moveTo>
                <a:lnTo>
                  <a:pt x="16649603" y="0"/>
                </a:lnTo>
                <a:lnTo>
                  <a:pt x="16649603" y="11030362"/>
                </a:lnTo>
                <a:lnTo>
                  <a:pt x="0" y="11030362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5934984">
            <a:off x="3234886" y="4680655"/>
            <a:ext cx="2223124" cy="2057400"/>
          </a:xfrm>
          <a:custGeom>
            <a:avLst/>
            <a:gdLst/>
            <a:ahLst/>
            <a:cxnLst/>
            <a:rect r="r" b="b" t="t" l="l"/>
            <a:pathLst>
              <a:path h="2057400" w="2223124">
                <a:moveTo>
                  <a:pt x="0" y="0"/>
                </a:moveTo>
                <a:lnTo>
                  <a:pt x="2223124" y="0"/>
                </a:lnTo>
                <a:lnTo>
                  <a:pt x="2223124" y="2057400"/>
                </a:lnTo>
                <a:lnTo>
                  <a:pt x="0" y="2057400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10176051">
            <a:off x="5769103" y="5247157"/>
            <a:ext cx="2223124" cy="2057400"/>
          </a:xfrm>
          <a:custGeom>
            <a:avLst/>
            <a:gdLst/>
            <a:ahLst/>
            <a:cxnLst/>
            <a:rect r="r" b="b" t="t" l="l"/>
            <a:pathLst>
              <a:path h="2057400" w="2223124">
                <a:moveTo>
                  <a:pt x="0" y="0"/>
                </a:moveTo>
                <a:lnTo>
                  <a:pt x="2223124" y="0"/>
                </a:lnTo>
                <a:lnTo>
                  <a:pt x="2223124" y="2057400"/>
                </a:lnTo>
                <a:lnTo>
                  <a:pt x="0" y="2057400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5645511">
            <a:off x="9781582" y="5571180"/>
            <a:ext cx="2223124" cy="2057400"/>
          </a:xfrm>
          <a:custGeom>
            <a:avLst/>
            <a:gdLst/>
            <a:ahLst/>
            <a:cxnLst/>
            <a:rect r="r" b="b" t="t" l="l"/>
            <a:pathLst>
              <a:path h="2057400" w="2223124">
                <a:moveTo>
                  <a:pt x="0" y="0"/>
                </a:moveTo>
                <a:lnTo>
                  <a:pt x="2223124" y="0"/>
                </a:lnTo>
                <a:lnTo>
                  <a:pt x="2223124" y="2057400"/>
                </a:lnTo>
                <a:lnTo>
                  <a:pt x="0" y="2057400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10176051">
            <a:off x="12092759" y="5723380"/>
            <a:ext cx="2386175" cy="2208296"/>
          </a:xfrm>
          <a:custGeom>
            <a:avLst/>
            <a:gdLst/>
            <a:ahLst/>
            <a:cxnLst/>
            <a:rect r="r" b="b" t="t" l="l"/>
            <a:pathLst>
              <a:path h="2208296" w="2386175">
                <a:moveTo>
                  <a:pt x="0" y="0"/>
                </a:moveTo>
                <a:lnTo>
                  <a:pt x="2386175" y="0"/>
                </a:lnTo>
                <a:lnTo>
                  <a:pt x="2386175" y="2208297"/>
                </a:lnTo>
                <a:lnTo>
                  <a:pt x="0" y="2208297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7" id="7"/>
          <p:cNvGrpSpPr/>
          <p:nvPr/>
        </p:nvGrpSpPr>
        <p:grpSpPr>
          <a:xfrm rot="0">
            <a:off x="4117295" y="6643167"/>
            <a:ext cx="2049168" cy="2049168"/>
            <a:chOff x="0" y="0"/>
            <a:chExt cx="812800" cy="812800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302418"/>
            </a:solidFill>
          </p:spPr>
        </p:sp>
        <p:sp>
          <p:nvSpPr>
            <p:cNvPr name="TextBox 9" id="9"/>
            <p:cNvSpPr txBox="true"/>
            <p:nvPr/>
          </p:nvSpPr>
          <p:spPr>
            <a:xfrm>
              <a:off x="76200" y="19050"/>
              <a:ext cx="660400" cy="71755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4114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10" id="10"/>
          <p:cNvGrpSpPr/>
          <p:nvPr/>
        </p:nvGrpSpPr>
        <p:grpSpPr>
          <a:xfrm rot="0">
            <a:off x="2060705" y="3196529"/>
            <a:ext cx="2049168" cy="2049168"/>
            <a:chOff x="0" y="0"/>
            <a:chExt cx="812800" cy="812800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302418"/>
            </a:solidFill>
          </p:spPr>
        </p:sp>
        <p:sp>
          <p:nvSpPr>
            <p:cNvPr name="TextBox 12" id="12"/>
            <p:cNvSpPr txBox="true"/>
            <p:nvPr/>
          </p:nvSpPr>
          <p:spPr>
            <a:xfrm>
              <a:off x="76200" y="19050"/>
              <a:ext cx="660400" cy="71755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4114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13" id="13"/>
          <p:cNvGrpSpPr/>
          <p:nvPr/>
        </p:nvGrpSpPr>
        <p:grpSpPr>
          <a:xfrm rot="0">
            <a:off x="8230474" y="3660187"/>
            <a:ext cx="2049168" cy="2049168"/>
            <a:chOff x="0" y="0"/>
            <a:chExt cx="812800" cy="812800"/>
          </a:xfrm>
        </p:grpSpPr>
        <p:sp>
          <p:nvSpPr>
            <p:cNvPr name="Freeform 14" id="14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302418"/>
            </a:solidFill>
          </p:spPr>
        </p:sp>
        <p:sp>
          <p:nvSpPr>
            <p:cNvPr name="TextBox 15" id="15"/>
            <p:cNvSpPr txBox="true"/>
            <p:nvPr/>
          </p:nvSpPr>
          <p:spPr>
            <a:xfrm>
              <a:off x="76200" y="19050"/>
              <a:ext cx="660400" cy="71755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4114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16" id="16"/>
          <p:cNvGrpSpPr/>
          <p:nvPr/>
        </p:nvGrpSpPr>
        <p:grpSpPr>
          <a:xfrm rot="0">
            <a:off x="10545461" y="7106825"/>
            <a:ext cx="2049168" cy="2049168"/>
            <a:chOff x="0" y="0"/>
            <a:chExt cx="812800" cy="812800"/>
          </a:xfrm>
        </p:grpSpPr>
        <p:sp>
          <p:nvSpPr>
            <p:cNvPr name="Freeform 17" id="17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302418"/>
            </a:solidFill>
          </p:spPr>
        </p:sp>
        <p:sp>
          <p:nvSpPr>
            <p:cNvPr name="TextBox 18" id="18"/>
            <p:cNvSpPr txBox="true"/>
            <p:nvPr/>
          </p:nvSpPr>
          <p:spPr>
            <a:xfrm>
              <a:off x="76200" y="19050"/>
              <a:ext cx="660400" cy="71755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4114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19" id="19"/>
          <p:cNvGrpSpPr/>
          <p:nvPr/>
        </p:nvGrpSpPr>
        <p:grpSpPr>
          <a:xfrm rot="0">
            <a:off x="14658640" y="3879315"/>
            <a:ext cx="2049168" cy="2049168"/>
            <a:chOff x="0" y="0"/>
            <a:chExt cx="812800" cy="812800"/>
          </a:xfrm>
        </p:grpSpPr>
        <p:sp>
          <p:nvSpPr>
            <p:cNvPr name="Freeform 20" id="20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302418"/>
            </a:solidFill>
          </p:spPr>
        </p:sp>
        <p:sp>
          <p:nvSpPr>
            <p:cNvPr name="TextBox 21" id="21"/>
            <p:cNvSpPr txBox="true"/>
            <p:nvPr/>
          </p:nvSpPr>
          <p:spPr>
            <a:xfrm>
              <a:off x="76200" y="19050"/>
              <a:ext cx="660400" cy="71755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4114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22" id="22"/>
          <p:cNvGrpSpPr/>
          <p:nvPr/>
        </p:nvGrpSpPr>
        <p:grpSpPr>
          <a:xfrm rot="0">
            <a:off x="3085290" y="7667751"/>
            <a:ext cx="4113179" cy="1244520"/>
            <a:chOff x="0" y="0"/>
            <a:chExt cx="1279723" cy="387205"/>
          </a:xfrm>
        </p:grpSpPr>
        <p:sp>
          <p:nvSpPr>
            <p:cNvPr name="Freeform 23" id="23"/>
            <p:cNvSpPr/>
            <p:nvPr/>
          </p:nvSpPr>
          <p:spPr>
            <a:xfrm flipH="false" flipV="false" rot="0">
              <a:off x="0" y="0"/>
              <a:ext cx="1279723" cy="387205"/>
            </a:xfrm>
            <a:custGeom>
              <a:avLst/>
              <a:gdLst/>
              <a:ahLst/>
              <a:cxnLst/>
              <a:rect r="r" b="b" t="t" l="l"/>
              <a:pathLst>
                <a:path h="387205" w="1279723">
                  <a:moveTo>
                    <a:pt x="94111" y="0"/>
                  </a:moveTo>
                  <a:lnTo>
                    <a:pt x="1185612" y="0"/>
                  </a:lnTo>
                  <a:cubicBezTo>
                    <a:pt x="1237588" y="0"/>
                    <a:pt x="1279723" y="42135"/>
                    <a:pt x="1279723" y="94111"/>
                  </a:cubicBezTo>
                  <a:lnTo>
                    <a:pt x="1279723" y="293093"/>
                  </a:lnTo>
                  <a:cubicBezTo>
                    <a:pt x="1279723" y="345070"/>
                    <a:pt x="1237588" y="387205"/>
                    <a:pt x="1185612" y="387205"/>
                  </a:cubicBezTo>
                  <a:lnTo>
                    <a:pt x="94111" y="387205"/>
                  </a:lnTo>
                  <a:cubicBezTo>
                    <a:pt x="69151" y="387205"/>
                    <a:pt x="45214" y="377289"/>
                    <a:pt x="27565" y="359640"/>
                  </a:cubicBezTo>
                  <a:cubicBezTo>
                    <a:pt x="9915" y="341991"/>
                    <a:pt x="0" y="318053"/>
                    <a:pt x="0" y="293093"/>
                  </a:cubicBezTo>
                  <a:lnTo>
                    <a:pt x="0" y="94111"/>
                  </a:lnTo>
                  <a:cubicBezTo>
                    <a:pt x="0" y="42135"/>
                    <a:pt x="42135" y="0"/>
                    <a:pt x="94111" y="0"/>
                  </a:cubicBezTo>
                  <a:close/>
                </a:path>
              </a:pathLst>
            </a:custGeom>
            <a:solidFill>
              <a:srgbClr val="4A3A22"/>
            </a:solidFill>
            <a:ln cap="rnd">
              <a:noFill/>
              <a:prstDash val="solid"/>
              <a:round/>
            </a:ln>
          </p:spPr>
        </p:sp>
        <p:sp>
          <p:nvSpPr>
            <p:cNvPr name="TextBox 24" id="24"/>
            <p:cNvSpPr txBox="true"/>
            <p:nvPr/>
          </p:nvSpPr>
          <p:spPr>
            <a:xfrm>
              <a:off x="0" y="-57150"/>
              <a:ext cx="1279723" cy="44435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4114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25" id="25"/>
          <p:cNvGrpSpPr/>
          <p:nvPr/>
        </p:nvGrpSpPr>
        <p:grpSpPr>
          <a:xfrm rot="0">
            <a:off x="1028700" y="4221113"/>
            <a:ext cx="4113179" cy="1244520"/>
            <a:chOff x="0" y="0"/>
            <a:chExt cx="1279723" cy="387205"/>
          </a:xfrm>
        </p:grpSpPr>
        <p:sp>
          <p:nvSpPr>
            <p:cNvPr name="Freeform 26" id="26"/>
            <p:cNvSpPr/>
            <p:nvPr/>
          </p:nvSpPr>
          <p:spPr>
            <a:xfrm flipH="false" flipV="false" rot="0">
              <a:off x="0" y="0"/>
              <a:ext cx="1279723" cy="387205"/>
            </a:xfrm>
            <a:custGeom>
              <a:avLst/>
              <a:gdLst/>
              <a:ahLst/>
              <a:cxnLst/>
              <a:rect r="r" b="b" t="t" l="l"/>
              <a:pathLst>
                <a:path h="387205" w="1279723">
                  <a:moveTo>
                    <a:pt x="94111" y="0"/>
                  </a:moveTo>
                  <a:lnTo>
                    <a:pt x="1185612" y="0"/>
                  </a:lnTo>
                  <a:cubicBezTo>
                    <a:pt x="1237588" y="0"/>
                    <a:pt x="1279723" y="42135"/>
                    <a:pt x="1279723" y="94111"/>
                  </a:cubicBezTo>
                  <a:lnTo>
                    <a:pt x="1279723" y="293093"/>
                  </a:lnTo>
                  <a:cubicBezTo>
                    <a:pt x="1279723" y="345070"/>
                    <a:pt x="1237588" y="387205"/>
                    <a:pt x="1185612" y="387205"/>
                  </a:cubicBezTo>
                  <a:lnTo>
                    <a:pt x="94111" y="387205"/>
                  </a:lnTo>
                  <a:cubicBezTo>
                    <a:pt x="69151" y="387205"/>
                    <a:pt x="45214" y="377289"/>
                    <a:pt x="27565" y="359640"/>
                  </a:cubicBezTo>
                  <a:cubicBezTo>
                    <a:pt x="9915" y="341991"/>
                    <a:pt x="0" y="318053"/>
                    <a:pt x="0" y="293093"/>
                  </a:cubicBezTo>
                  <a:lnTo>
                    <a:pt x="0" y="94111"/>
                  </a:lnTo>
                  <a:cubicBezTo>
                    <a:pt x="0" y="42135"/>
                    <a:pt x="42135" y="0"/>
                    <a:pt x="94111" y="0"/>
                  </a:cubicBezTo>
                  <a:close/>
                </a:path>
              </a:pathLst>
            </a:custGeom>
            <a:solidFill>
              <a:srgbClr val="4A3A22"/>
            </a:solidFill>
            <a:ln cap="rnd">
              <a:noFill/>
              <a:prstDash val="solid"/>
              <a:round/>
            </a:ln>
          </p:spPr>
        </p:sp>
        <p:sp>
          <p:nvSpPr>
            <p:cNvPr name="TextBox 27" id="27"/>
            <p:cNvSpPr txBox="true"/>
            <p:nvPr/>
          </p:nvSpPr>
          <p:spPr>
            <a:xfrm>
              <a:off x="0" y="-57150"/>
              <a:ext cx="1279723" cy="44435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4114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28" id="28"/>
          <p:cNvGrpSpPr/>
          <p:nvPr/>
        </p:nvGrpSpPr>
        <p:grpSpPr>
          <a:xfrm rot="0">
            <a:off x="7022367" y="4684771"/>
            <a:ext cx="4890686" cy="1339891"/>
            <a:chOff x="0" y="0"/>
            <a:chExt cx="1521627" cy="416877"/>
          </a:xfrm>
        </p:grpSpPr>
        <p:sp>
          <p:nvSpPr>
            <p:cNvPr name="Freeform 29" id="29"/>
            <p:cNvSpPr/>
            <p:nvPr/>
          </p:nvSpPr>
          <p:spPr>
            <a:xfrm flipH="false" flipV="false" rot="0">
              <a:off x="0" y="0"/>
              <a:ext cx="1521627" cy="416877"/>
            </a:xfrm>
            <a:custGeom>
              <a:avLst/>
              <a:gdLst/>
              <a:ahLst/>
              <a:cxnLst/>
              <a:rect r="r" b="b" t="t" l="l"/>
              <a:pathLst>
                <a:path h="416877" w="1521627">
                  <a:moveTo>
                    <a:pt x="79150" y="0"/>
                  </a:moveTo>
                  <a:lnTo>
                    <a:pt x="1442477" y="0"/>
                  </a:lnTo>
                  <a:cubicBezTo>
                    <a:pt x="1463469" y="0"/>
                    <a:pt x="1483601" y="8339"/>
                    <a:pt x="1498445" y="23182"/>
                  </a:cubicBezTo>
                  <a:cubicBezTo>
                    <a:pt x="1513288" y="38026"/>
                    <a:pt x="1521627" y="58158"/>
                    <a:pt x="1521627" y="79150"/>
                  </a:cubicBezTo>
                  <a:lnTo>
                    <a:pt x="1521627" y="337727"/>
                  </a:lnTo>
                  <a:cubicBezTo>
                    <a:pt x="1521627" y="358719"/>
                    <a:pt x="1513288" y="378851"/>
                    <a:pt x="1498445" y="393694"/>
                  </a:cubicBezTo>
                  <a:cubicBezTo>
                    <a:pt x="1483601" y="408538"/>
                    <a:pt x="1463469" y="416877"/>
                    <a:pt x="1442477" y="416877"/>
                  </a:cubicBezTo>
                  <a:lnTo>
                    <a:pt x="79150" y="416877"/>
                  </a:lnTo>
                  <a:cubicBezTo>
                    <a:pt x="58158" y="416877"/>
                    <a:pt x="38026" y="408538"/>
                    <a:pt x="23182" y="393694"/>
                  </a:cubicBezTo>
                  <a:cubicBezTo>
                    <a:pt x="8339" y="378851"/>
                    <a:pt x="0" y="358719"/>
                    <a:pt x="0" y="337727"/>
                  </a:cubicBezTo>
                  <a:lnTo>
                    <a:pt x="0" y="79150"/>
                  </a:lnTo>
                  <a:cubicBezTo>
                    <a:pt x="0" y="58158"/>
                    <a:pt x="8339" y="38026"/>
                    <a:pt x="23182" y="23182"/>
                  </a:cubicBezTo>
                  <a:cubicBezTo>
                    <a:pt x="38026" y="8339"/>
                    <a:pt x="58158" y="0"/>
                    <a:pt x="79150" y="0"/>
                  </a:cubicBezTo>
                  <a:close/>
                </a:path>
              </a:pathLst>
            </a:custGeom>
            <a:solidFill>
              <a:srgbClr val="4A3A22"/>
            </a:solidFill>
            <a:ln cap="rnd">
              <a:noFill/>
              <a:prstDash val="solid"/>
              <a:round/>
            </a:ln>
          </p:spPr>
        </p:sp>
        <p:sp>
          <p:nvSpPr>
            <p:cNvPr name="TextBox 30" id="30"/>
            <p:cNvSpPr txBox="true"/>
            <p:nvPr/>
          </p:nvSpPr>
          <p:spPr>
            <a:xfrm>
              <a:off x="0" y="-57150"/>
              <a:ext cx="1521627" cy="474027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4114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31" id="31"/>
          <p:cNvGrpSpPr/>
          <p:nvPr/>
        </p:nvGrpSpPr>
        <p:grpSpPr>
          <a:xfrm rot="0">
            <a:off x="9384280" y="8131409"/>
            <a:ext cx="4371530" cy="1244520"/>
            <a:chOff x="0" y="0"/>
            <a:chExt cx="1360103" cy="387205"/>
          </a:xfrm>
        </p:grpSpPr>
        <p:sp>
          <p:nvSpPr>
            <p:cNvPr name="Freeform 32" id="32"/>
            <p:cNvSpPr/>
            <p:nvPr/>
          </p:nvSpPr>
          <p:spPr>
            <a:xfrm flipH="false" flipV="false" rot="0">
              <a:off x="0" y="0"/>
              <a:ext cx="1360103" cy="387205"/>
            </a:xfrm>
            <a:custGeom>
              <a:avLst/>
              <a:gdLst/>
              <a:ahLst/>
              <a:cxnLst/>
              <a:rect r="r" b="b" t="t" l="l"/>
              <a:pathLst>
                <a:path h="387205" w="1360103">
                  <a:moveTo>
                    <a:pt x="88549" y="0"/>
                  </a:moveTo>
                  <a:lnTo>
                    <a:pt x="1271554" y="0"/>
                  </a:lnTo>
                  <a:cubicBezTo>
                    <a:pt x="1320458" y="0"/>
                    <a:pt x="1360103" y="39645"/>
                    <a:pt x="1360103" y="88549"/>
                  </a:cubicBezTo>
                  <a:lnTo>
                    <a:pt x="1360103" y="298655"/>
                  </a:lnTo>
                  <a:cubicBezTo>
                    <a:pt x="1360103" y="347560"/>
                    <a:pt x="1320458" y="387205"/>
                    <a:pt x="1271554" y="387205"/>
                  </a:cubicBezTo>
                  <a:lnTo>
                    <a:pt x="88549" y="387205"/>
                  </a:lnTo>
                  <a:cubicBezTo>
                    <a:pt x="65065" y="387205"/>
                    <a:pt x="42542" y="377875"/>
                    <a:pt x="25935" y="361269"/>
                  </a:cubicBezTo>
                  <a:cubicBezTo>
                    <a:pt x="9329" y="344663"/>
                    <a:pt x="0" y="322140"/>
                    <a:pt x="0" y="298655"/>
                  </a:cubicBezTo>
                  <a:lnTo>
                    <a:pt x="0" y="88549"/>
                  </a:lnTo>
                  <a:cubicBezTo>
                    <a:pt x="0" y="65065"/>
                    <a:pt x="9329" y="42542"/>
                    <a:pt x="25935" y="25935"/>
                  </a:cubicBezTo>
                  <a:cubicBezTo>
                    <a:pt x="42542" y="9329"/>
                    <a:pt x="65065" y="0"/>
                    <a:pt x="88549" y="0"/>
                  </a:cubicBezTo>
                  <a:close/>
                </a:path>
              </a:pathLst>
            </a:custGeom>
            <a:solidFill>
              <a:srgbClr val="4A3A22"/>
            </a:solidFill>
            <a:ln cap="rnd">
              <a:noFill/>
              <a:prstDash val="solid"/>
              <a:round/>
            </a:ln>
          </p:spPr>
        </p:sp>
        <p:sp>
          <p:nvSpPr>
            <p:cNvPr name="TextBox 33" id="33"/>
            <p:cNvSpPr txBox="true"/>
            <p:nvPr/>
          </p:nvSpPr>
          <p:spPr>
            <a:xfrm>
              <a:off x="0" y="-57150"/>
              <a:ext cx="1360103" cy="44435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4114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34" id="34"/>
          <p:cNvGrpSpPr/>
          <p:nvPr/>
        </p:nvGrpSpPr>
        <p:grpSpPr>
          <a:xfrm rot="0">
            <a:off x="13626635" y="4903899"/>
            <a:ext cx="4371530" cy="1244520"/>
            <a:chOff x="0" y="0"/>
            <a:chExt cx="1360103" cy="387205"/>
          </a:xfrm>
        </p:grpSpPr>
        <p:sp>
          <p:nvSpPr>
            <p:cNvPr name="Freeform 35" id="35"/>
            <p:cNvSpPr/>
            <p:nvPr/>
          </p:nvSpPr>
          <p:spPr>
            <a:xfrm flipH="false" flipV="false" rot="0">
              <a:off x="0" y="0"/>
              <a:ext cx="1360103" cy="387205"/>
            </a:xfrm>
            <a:custGeom>
              <a:avLst/>
              <a:gdLst/>
              <a:ahLst/>
              <a:cxnLst/>
              <a:rect r="r" b="b" t="t" l="l"/>
              <a:pathLst>
                <a:path h="387205" w="1360103">
                  <a:moveTo>
                    <a:pt x="88549" y="0"/>
                  </a:moveTo>
                  <a:lnTo>
                    <a:pt x="1271554" y="0"/>
                  </a:lnTo>
                  <a:cubicBezTo>
                    <a:pt x="1320458" y="0"/>
                    <a:pt x="1360103" y="39645"/>
                    <a:pt x="1360103" y="88549"/>
                  </a:cubicBezTo>
                  <a:lnTo>
                    <a:pt x="1360103" y="298655"/>
                  </a:lnTo>
                  <a:cubicBezTo>
                    <a:pt x="1360103" y="347560"/>
                    <a:pt x="1320458" y="387205"/>
                    <a:pt x="1271554" y="387205"/>
                  </a:cubicBezTo>
                  <a:lnTo>
                    <a:pt x="88549" y="387205"/>
                  </a:lnTo>
                  <a:cubicBezTo>
                    <a:pt x="65065" y="387205"/>
                    <a:pt x="42542" y="377875"/>
                    <a:pt x="25935" y="361269"/>
                  </a:cubicBezTo>
                  <a:cubicBezTo>
                    <a:pt x="9329" y="344663"/>
                    <a:pt x="0" y="322140"/>
                    <a:pt x="0" y="298655"/>
                  </a:cubicBezTo>
                  <a:lnTo>
                    <a:pt x="0" y="88549"/>
                  </a:lnTo>
                  <a:cubicBezTo>
                    <a:pt x="0" y="65065"/>
                    <a:pt x="9329" y="42542"/>
                    <a:pt x="25935" y="25935"/>
                  </a:cubicBezTo>
                  <a:cubicBezTo>
                    <a:pt x="42542" y="9329"/>
                    <a:pt x="65065" y="0"/>
                    <a:pt x="88549" y="0"/>
                  </a:cubicBezTo>
                  <a:close/>
                </a:path>
              </a:pathLst>
            </a:custGeom>
            <a:solidFill>
              <a:srgbClr val="4A3A22"/>
            </a:solidFill>
            <a:ln cap="rnd">
              <a:noFill/>
              <a:prstDash val="solid"/>
              <a:round/>
            </a:ln>
          </p:spPr>
        </p:sp>
        <p:sp>
          <p:nvSpPr>
            <p:cNvPr name="TextBox 36" id="36"/>
            <p:cNvSpPr txBox="true"/>
            <p:nvPr/>
          </p:nvSpPr>
          <p:spPr>
            <a:xfrm>
              <a:off x="0" y="-57150"/>
              <a:ext cx="1360103" cy="44435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4114"/>
                </a:lnSpc>
                <a:spcBef>
                  <a:spcPct val="0"/>
                </a:spcBef>
              </a:pPr>
            </a:p>
          </p:txBody>
        </p:sp>
      </p:grpSp>
      <p:sp>
        <p:nvSpPr>
          <p:cNvPr name="Freeform 37" id="37"/>
          <p:cNvSpPr/>
          <p:nvPr/>
        </p:nvSpPr>
        <p:spPr>
          <a:xfrm flipH="false" flipV="false" rot="0">
            <a:off x="2632859" y="3267495"/>
            <a:ext cx="904860" cy="925043"/>
          </a:xfrm>
          <a:custGeom>
            <a:avLst/>
            <a:gdLst/>
            <a:ahLst/>
            <a:cxnLst/>
            <a:rect r="r" b="b" t="t" l="l"/>
            <a:pathLst>
              <a:path h="925043" w="904860">
                <a:moveTo>
                  <a:pt x="0" y="0"/>
                </a:moveTo>
                <a:lnTo>
                  <a:pt x="904861" y="0"/>
                </a:lnTo>
                <a:lnTo>
                  <a:pt x="904861" y="925043"/>
                </a:lnTo>
                <a:lnTo>
                  <a:pt x="0" y="925043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8" id="38"/>
          <p:cNvSpPr/>
          <p:nvPr/>
        </p:nvSpPr>
        <p:spPr>
          <a:xfrm flipH="false" flipV="false" rot="-2276913">
            <a:off x="4928033" y="6734111"/>
            <a:ext cx="572902" cy="847033"/>
          </a:xfrm>
          <a:custGeom>
            <a:avLst/>
            <a:gdLst/>
            <a:ahLst/>
            <a:cxnLst/>
            <a:rect r="r" b="b" t="t" l="l"/>
            <a:pathLst>
              <a:path h="847033" w="572902">
                <a:moveTo>
                  <a:pt x="0" y="0"/>
                </a:moveTo>
                <a:lnTo>
                  <a:pt x="572902" y="0"/>
                </a:lnTo>
                <a:lnTo>
                  <a:pt x="572902" y="847033"/>
                </a:lnTo>
                <a:lnTo>
                  <a:pt x="0" y="847033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9" id="39"/>
          <p:cNvSpPr/>
          <p:nvPr/>
        </p:nvSpPr>
        <p:spPr>
          <a:xfrm flipH="false" flipV="false" rot="0">
            <a:off x="8894870" y="3730017"/>
            <a:ext cx="720376" cy="882421"/>
          </a:xfrm>
          <a:custGeom>
            <a:avLst/>
            <a:gdLst/>
            <a:ahLst/>
            <a:cxnLst/>
            <a:rect r="r" b="b" t="t" l="l"/>
            <a:pathLst>
              <a:path h="882421" w="720376">
                <a:moveTo>
                  <a:pt x="0" y="0"/>
                </a:moveTo>
                <a:lnTo>
                  <a:pt x="720376" y="0"/>
                </a:lnTo>
                <a:lnTo>
                  <a:pt x="720376" y="882420"/>
                </a:lnTo>
                <a:lnTo>
                  <a:pt x="0" y="882420"/>
                </a:lnTo>
                <a:lnTo>
                  <a:pt x="0" y="0"/>
                </a:lnTo>
                <a:close/>
              </a:path>
            </a:pathLst>
          </a:custGeom>
          <a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0" id="40"/>
          <p:cNvSpPr/>
          <p:nvPr/>
        </p:nvSpPr>
        <p:spPr>
          <a:xfrm flipH="false" flipV="false" rot="0">
            <a:off x="11071360" y="7233433"/>
            <a:ext cx="997371" cy="830538"/>
          </a:xfrm>
          <a:custGeom>
            <a:avLst/>
            <a:gdLst/>
            <a:ahLst/>
            <a:cxnLst/>
            <a:rect r="r" b="b" t="t" l="l"/>
            <a:pathLst>
              <a:path h="830538" w="997371">
                <a:moveTo>
                  <a:pt x="0" y="0"/>
                </a:moveTo>
                <a:lnTo>
                  <a:pt x="997371" y="0"/>
                </a:lnTo>
                <a:lnTo>
                  <a:pt x="997371" y="830537"/>
                </a:lnTo>
                <a:lnTo>
                  <a:pt x="0" y="830537"/>
                </a:lnTo>
                <a:lnTo>
                  <a:pt x="0" y="0"/>
                </a:lnTo>
                <a:close/>
              </a:path>
            </a:pathLst>
          </a:custGeom>
          <a:blipFill>
            <a:blip r:embed="rId12">
              <a:extLst>
                <a:ext uri="{96DAC541-7B7A-43D3-8B79-37D633B846F1}">
                  <asvg:svgBlip xmlns:asvg="http://schemas.microsoft.com/office/drawing/2016/SVG/main" r:embed="rId1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1" id="41"/>
          <p:cNvSpPr/>
          <p:nvPr/>
        </p:nvSpPr>
        <p:spPr>
          <a:xfrm flipH="false" flipV="false" rot="0">
            <a:off x="15552987" y="4280220"/>
            <a:ext cx="405830" cy="219148"/>
          </a:xfrm>
          <a:custGeom>
            <a:avLst/>
            <a:gdLst/>
            <a:ahLst/>
            <a:cxnLst/>
            <a:rect r="r" b="b" t="t" l="l"/>
            <a:pathLst>
              <a:path h="219148" w="405830">
                <a:moveTo>
                  <a:pt x="0" y="0"/>
                </a:moveTo>
                <a:lnTo>
                  <a:pt x="405830" y="0"/>
                </a:lnTo>
                <a:lnTo>
                  <a:pt x="405830" y="219148"/>
                </a:lnTo>
                <a:lnTo>
                  <a:pt x="0" y="219148"/>
                </a:lnTo>
                <a:lnTo>
                  <a:pt x="0" y="0"/>
                </a:lnTo>
                <a:close/>
              </a:path>
            </a:pathLst>
          </a:custGeom>
          <a:blipFill>
            <a:blip r:embed="rId14">
              <a:extLst>
                <a:ext uri="{96DAC541-7B7A-43D3-8B79-37D633B846F1}">
                  <asvg:svgBlip xmlns:asvg="http://schemas.microsoft.com/office/drawing/2016/SVG/main" r:embed="rId1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2" id="42"/>
          <p:cNvSpPr/>
          <p:nvPr/>
        </p:nvSpPr>
        <p:spPr>
          <a:xfrm flipH="false" flipV="false" rot="0">
            <a:off x="15262949" y="4061580"/>
            <a:ext cx="780408" cy="780408"/>
          </a:xfrm>
          <a:custGeom>
            <a:avLst/>
            <a:gdLst/>
            <a:ahLst/>
            <a:cxnLst/>
            <a:rect r="r" b="b" t="t" l="l"/>
            <a:pathLst>
              <a:path h="780408" w="780408">
                <a:moveTo>
                  <a:pt x="0" y="0"/>
                </a:moveTo>
                <a:lnTo>
                  <a:pt x="780408" y="0"/>
                </a:lnTo>
                <a:lnTo>
                  <a:pt x="780408" y="780408"/>
                </a:lnTo>
                <a:lnTo>
                  <a:pt x="0" y="780408"/>
                </a:lnTo>
                <a:lnTo>
                  <a:pt x="0" y="0"/>
                </a:lnTo>
                <a:close/>
              </a:path>
            </a:pathLst>
          </a:custGeom>
          <a:blipFill>
            <a:blip r:embed="rId16">
              <a:extLst>
                <a:ext uri="{96DAC541-7B7A-43D3-8B79-37D633B846F1}">
                  <asvg:svgBlip xmlns:asvg="http://schemas.microsoft.com/office/drawing/2016/SVG/main" r:embed="rId1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43" id="43"/>
          <p:cNvSpPr txBox="true"/>
          <p:nvPr/>
        </p:nvSpPr>
        <p:spPr>
          <a:xfrm rot="0">
            <a:off x="565173" y="598231"/>
            <a:ext cx="9063442" cy="150050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609"/>
              </a:lnSpc>
            </a:pPr>
            <a:r>
              <a:rPr lang="en-US" sz="5499" b="true">
                <a:solidFill>
                  <a:srgbClr val="FFECD9"/>
                </a:solidFill>
                <a:latin typeface="Hagrid Text Bold"/>
                <a:ea typeface="Hagrid Text Bold"/>
                <a:cs typeface="Hagrid Text Bold"/>
                <a:sym typeface="Hagrid Text Bold"/>
              </a:rPr>
              <a:t>Výhody nášho</a:t>
            </a:r>
          </a:p>
          <a:p>
            <a:pPr algn="l">
              <a:lnSpc>
                <a:spcPts val="5609"/>
              </a:lnSpc>
            </a:pPr>
            <a:r>
              <a:rPr lang="en-US" sz="5499" b="true">
                <a:solidFill>
                  <a:srgbClr val="FFECD9"/>
                </a:solidFill>
                <a:latin typeface="Hagrid Text Bold"/>
                <a:ea typeface="Hagrid Text Bold"/>
                <a:cs typeface="Hagrid Text Bold"/>
                <a:sym typeface="Hagrid Text Bold"/>
              </a:rPr>
              <a:t>riešenia</a:t>
            </a:r>
          </a:p>
        </p:txBody>
      </p:sp>
      <p:sp>
        <p:nvSpPr>
          <p:cNvPr name="TextBox 44" id="44"/>
          <p:cNvSpPr txBox="true"/>
          <p:nvPr/>
        </p:nvSpPr>
        <p:spPr>
          <a:xfrm rot="0">
            <a:off x="3085290" y="7778546"/>
            <a:ext cx="4113179" cy="105415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208"/>
              </a:lnSpc>
            </a:pPr>
            <a:r>
              <a:rPr lang="en-US" sz="3049" spc="298">
                <a:solidFill>
                  <a:srgbClr val="FFECD9"/>
                </a:solidFill>
                <a:latin typeface="Hagrid Text"/>
                <a:ea typeface="Hagrid Text"/>
                <a:cs typeface="Hagrid Text"/>
                <a:sym typeface="Hagrid Text"/>
              </a:rPr>
              <a:t>Jednoduché</a:t>
            </a:r>
          </a:p>
          <a:p>
            <a:pPr algn="ctr" marL="0" indent="0" lvl="0">
              <a:lnSpc>
                <a:spcPts val="4208"/>
              </a:lnSpc>
              <a:spcBef>
                <a:spcPct val="0"/>
              </a:spcBef>
            </a:pPr>
            <a:r>
              <a:rPr lang="en-US" sz="3049" spc="298">
                <a:solidFill>
                  <a:srgbClr val="FFECD9"/>
                </a:solidFill>
                <a:latin typeface="Hagrid Text"/>
                <a:ea typeface="Hagrid Text"/>
                <a:cs typeface="Hagrid Text"/>
                <a:sym typeface="Hagrid Text"/>
              </a:rPr>
              <a:t>ovládanie</a:t>
            </a:r>
          </a:p>
        </p:txBody>
      </p:sp>
      <p:sp>
        <p:nvSpPr>
          <p:cNvPr name="TextBox 45" id="45"/>
          <p:cNvSpPr txBox="true"/>
          <p:nvPr/>
        </p:nvSpPr>
        <p:spPr>
          <a:xfrm rot="0">
            <a:off x="1101305" y="4287721"/>
            <a:ext cx="4113179" cy="105415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4208"/>
              </a:lnSpc>
              <a:spcBef>
                <a:spcPct val="0"/>
              </a:spcBef>
            </a:pPr>
            <a:r>
              <a:rPr lang="en-US" sz="3049" spc="298">
                <a:solidFill>
                  <a:srgbClr val="FFECD9"/>
                </a:solidFill>
                <a:latin typeface="Hagrid Text"/>
                <a:ea typeface="Hagrid Text"/>
                <a:cs typeface="Hagrid Text"/>
                <a:sym typeface="Hagrid Text"/>
              </a:rPr>
              <a:t>Vysoká dostupnosť</a:t>
            </a:r>
          </a:p>
        </p:txBody>
      </p:sp>
      <p:sp>
        <p:nvSpPr>
          <p:cNvPr name="TextBox 46" id="46"/>
          <p:cNvSpPr txBox="true"/>
          <p:nvPr/>
        </p:nvSpPr>
        <p:spPr>
          <a:xfrm rot="0">
            <a:off x="7105797" y="4897947"/>
            <a:ext cx="4723827" cy="98245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932"/>
              </a:lnSpc>
            </a:pPr>
            <a:r>
              <a:rPr lang="en-US" sz="2849" spc="279">
                <a:solidFill>
                  <a:srgbClr val="FFECD9"/>
                </a:solidFill>
                <a:latin typeface="Hagrid Text"/>
                <a:ea typeface="Hagrid Text"/>
                <a:cs typeface="Hagrid Text"/>
                <a:sym typeface="Hagrid Text"/>
              </a:rPr>
              <a:t>Vysoká bezpečnosť</a:t>
            </a:r>
          </a:p>
          <a:p>
            <a:pPr algn="ctr" marL="0" indent="0" lvl="0">
              <a:lnSpc>
                <a:spcPts val="3932"/>
              </a:lnSpc>
              <a:spcBef>
                <a:spcPct val="0"/>
              </a:spcBef>
            </a:pPr>
            <a:r>
              <a:rPr lang="en-US" sz="2849" spc="279">
                <a:solidFill>
                  <a:srgbClr val="FFECD9"/>
                </a:solidFill>
                <a:latin typeface="Hagrid Text"/>
                <a:ea typeface="Hagrid Text"/>
                <a:cs typeface="Hagrid Text"/>
                <a:sym typeface="Hagrid Text"/>
              </a:rPr>
              <a:t>a komfort</a:t>
            </a:r>
          </a:p>
        </p:txBody>
      </p:sp>
      <p:sp>
        <p:nvSpPr>
          <p:cNvPr name="TextBox 47" id="47"/>
          <p:cNvSpPr txBox="true"/>
          <p:nvPr/>
        </p:nvSpPr>
        <p:spPr>
          <a:xfrm rot="0">
            <a:off x="9513456" y="8321039"/>
            <a:ext cx="4113179" cy="93726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794"/>
              </a:lnSpc>
            </a:pPr>
            <a:r>
              <a:rPr lang="en-US" sz="2749" spc="269">
                <a:solidFill>
                  <a:srgbClr val="FFECD9"/>
                </a:solidFill>
                <a:latin typeface="Hagrid Text"/>
                <a:ea typeface="Hagrid Text"/>
                <a:cs typeface="Hagrid Text"/>
                <a:sym typeface="Hagrid Text"/>
              </a:rPr>
              <a:t>Spájanie komunity</a:t>
            </a:r>
          </a:p>
          <a:p>
            <a:pPr algn="ctr" marL="0" indent="0" lvl="0">
              <a:lnSpc>
                <a:spcPts val="3794"/>
              </a:lnSpc>
              <a:spcBef>
                <a:spcPct val="0"/>
              </a:spcBef>
            </a:pPr>
            <a:r>
              <a:rPr lang="en-US" sz="2749" spc="269">
                <a:solidFill>
                  <a:srgbClr val="FFECD9"/>
                </a:solidFill>
                <a:latin typeface="Hagrid Text"/>
                <a:ea typeface="Hagrid Text"/>
                <a:cs typeface="Hagrid Text"/>
                <a:sym typeface="Hagrid Text"/>
              </a:rPr>
              <a:t>(dobrovoľníkov)</a:t>
            </a:r>
          </a:p>
        </p:txBody>
      </p:sp>
      <p:sp>
        <p:nvSpPr>
          <p:cNvPr name="TextBox 48" id="48"/>
          <p:cNvSpPr txBox="true"/>
          <p:nvPr/>
        </p:nvSpPr>
        <p:spPr>
          <a:xfrm rot="0">
            <a:off x="13626635" y="4970507"/>
            <a:ext cx="4277584" cy="105415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4208"/>
              </a:lnSpc>
              <a:spcBef>
                <a:spcPct val="0"/>
              </a:spcBef>
            </a:pPr>
            <a:r>
              <a:rPr lang="en-US" sz="3049" spc="298">
                <a:solidFill>
                  <a:srgbClr val="FFECD9"/>
                </a:solidFill>
                <a:latin typeface="Hagrid Text"/>
                <a:ea typeface="Hagrid Text"/>
                <a:cs typeface="Hagrid Text"/>
                <a:sym typeface="Hagrid Text"/>
              </a:rPr>
              <a:t>Vysoká transparentnosť</a:t>
            </a:r>
          </a:p>
        </p:txBody>
      </p:sp>
    </p:spTree>
  </p:cSld>
  <p:clrMapOvr>
    <a:masterClrMapping/>
  </p:clrMapOvr>
  <p:transition spd="slow">
    <p:push dir="l"/>
  </p:transition>
</p:sld>
</file>

<file path=ppt/slides/slide2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74552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5220064">
            <a:off x="3191844" y="4873778"/>
            <a:ext cx="4616054" cy="4271948"/>
          </a:xfrm>
          <a:custGeom>
            <a:avLst/>
            <a:gdLst/>
            <a:ahLst/>
            <a:cxnLst/>
            <a:rect r="r" b="b" t="t" l="l"/>
            <a:pathLst>
              <a:path h="4271948" w="4616054">
                <a:moveTo>
                  <a:pt x="0" y="0"/>
                </a:moveTo>
                <a:lnTo>
                  <a:pt x="4616054" y="0"/>
                </a:lnTo>
                <a:lnTo>
                  <a:pt x="4616054" y="4271948"/>
                </a:lnTo>
                <a:lnTo>
                  <a:pt x="0" y="4271948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864919" y="3267495"/>
            <a:ext cx="5690866" cy="2198139"/>
            <a:chOff x="0" y="0"/>
            <a:chExt cx="7587821" cy="2930852"/>
          </a:xfrm>
        </p:grpSpPr>
        <p:grpSp>
          <p:nvGrpSpPr>
            <p:cNvPr name="Group 4" id="4"/>
            <p:cNvGrpSpPr/>
            <p:nvPr/>
          </p:nvGrpSpPr>
          <p:grpSpPr>
            <a:xfrm rot="0">
              <a:off x="2197622" y="0"/>
              <a:ext cx="2732224" cy="2732224"/>
              <a:chOff x="0" y="0"/>
              <a:chExt cx="812800" cy="812800"/>
            </a:xfrm>
          </p:grpSpPr>
          <p:sp>
            <p:nvSpPr>
              <p:cNvPr name="Freeform 5" id="5"/>
              <p:cNvSpPr/>
              <p:nvPr/>
            </p:nvSpPr>
            <p:spPr>
              <a:xfrm flipH="false" flipV="false" rot="0">
                <a:off x="0" y="0"/>
                <a:ext cx="812800" cy="812800"/>
              </a:xfrm>
              <a:custGeom>
                <a:avLst/>
                <a:gdLst/>
                <a:ahLst/>
                <a:cxnLst/>
                <a:rect r="r" b="b" t="t" l="l"/>
                <a:pathLst>
                  <a:path h="812800" w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302418"/>
              </a:solidFill>
            </p:spPr>
          </p:sp>
          <p:sp>
            <p:nvSpPr>
              <p:cNvPr name="TextBox 6" id="6"/>
              <p:cNvSpPr txBox="true"/>
              <p:nvPr/>
            </p:nvSpPr>
            <p:spPr>
              <a:xfrm>
                <a:off x="76200" y="19050"/>
                <a:ext cx="660400" cy="717550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 marL="0" indent="0" lvl="0">
                  <a:lnSpc>
                    <a:spcPts val="4114"/>
                  </a:lnSpc>
                  <a:spcBef>
                    <a:spcPct val="0"/>
                  </a:spcBef>
                </a:pPr>
              </a:p>
            </p:txBody>
          </p:sp>
        </p:grpSp>
        <p:grpSp>
          <p:nvGrpSpPr>
            <p:cNvPr name="Group 7" id="7"/>
            <p:cNvGrpSpPr/>
            <p:nvPr/>
          </p:nvGrpSpPr>
          <p:grpSpPr>
            <a:xfrm rot="0">
              <a:off x="0" y="1271491"/>
              <a:ext cx="7562421" cy="1659361"/>
              <a:chOff x="0" y="0"/>
              <a:chExt cx="1764658" cy="387205"/>
            </a:xfrm>
          </p:grpSpPr>
          <p:sp>
            <p:nvSpPr>
              <p:cNvPr name="Freeform 8" id="8"/>
              <p:cNvSpPr/>
              <p:nvPr/>
            </p:nvSpPr>
            <p:spPr>
              <a:xfrm flipH="false" flipV="false" rot="0">
                <a:off x="0" y="0"/>
                <a:ext cx="1764658" cy="387205"/>
              </a:xfrm>
              <a:custGeom>
                <a:avLst/>
                <a:gdLst/>
                <a:ahLst/>
                <a:cxnLst/>
                <a:rect r="r" b="b" t="t" l="l"/>
                <a:pathLst>
                  <a:path h="387205" w="1764658">
                    <a:moveTo>
                      <a:pt x="68249" y="0"/>
                    </a:moveTo>
                    <a:lnTo>
                      <a:pt x="1696409" y="0"/>
                    </a:lnTo>
                    <a:cubicBezTo>
                      <a:pt x="1734102" y="0"/>
                      <a:pt x="1764658" y="30556"/>
                      <a:pt x="1764658" y="68249"/>
                    </a:cubicBezTo>
                    <a:lnTo>
                      <a:pt x="1764658" y="318955"/>
                    </a:lnTo>
                    <a:cubicBezTo>
                      <a:pt x="1764658" y="356648"/>
                      <a:pt x="1734102" y="387205"/>
                      <a:pt x="1696409" y="387205"/>
                    </a:cubicBezTo>
                    <a:lnTo>
                      <a:pt x="68249" y="387205"/>
                    </a:lnTo>
                    <a:cubicBezTo>
                      <a:pt x="50148" y="387205"/>
                      <a:pt x="32789" y="380014"/>
                      <a:pt x="19990" y="367215"/>
                    </a:cubicBezTo>
                    <a:cubicBezTo>
                      <a:pt x="7191" y="354416"/>
                      <a:pt x="0" y="337056"/>
                      <a:pt x="0" y="318955"/>
                    </a:cubicBezTo>
                    <a:lnTo>
                      <a:pt x="0" y="68249"/>
                    </a:lnTo>
                    <a:cubicBezTo>
                      <a:pt x="0" y="30556"/>
                      <a:pt x="30556" y="0"/>
                      <a:pt x="68249" y="0"/>
                    </a:cubicBezTo>
                    <a:close/>
                  </a:path>
                </a:pathLst>
              </a:custGeom>
              <a:solidFill>
                <a:srgbClr val="4A3A22"/>
              </a:solidFill>
              <a:ln cap="rnd">
                <a:noFill/>
                <a:prstDash val="solid"/>
                <a:round/>
              </a:ln>
            </p:spPr>
          </p:sp>
          <p:sp>
            <p:nvSpPr>
              <p:cNvPr name="TextBox 9" id="9"/>
              <p:cNvSpPr txBox="true"/>
              <p:nvPr/>
            </p:nvSpPr>
            <p:spPr>
              <a:xfrm>
                <a:off x="0" y="-57150"/>
                <a:ext cx="1764658" cy="444355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 marL="0" indent="0" lvl="0">
                  <a:lnSpc>
                    <a:spcPts val="4114"/>
                  </a:lnSpc>
                  <a:spcBef>
                    <a:spcPct val="0"/>
                  </a:spcBef>
                </a:pPr>
              </a:p>
            </p:txBody>
          </p:sp>
        </p:grpSp>
        <p:sp>
          <p:nvSpPr>
            <p:cNvPr name="TextBox 10" id="10"/>
            <p:cNvSpPr txBox="true"/>
            <p:nvPr/>
          </p:nvSpPr>
          <p:spPr>
            <a:xfrm rot="0">
              <a:off x="25400" y="1345636"/>
              <a:ext cx="7562421" cy="1386588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 marL="0" indent="0" lvl="0">
                <a:lnSpc>
                  <a:spcPts val="4208"/>
                </a:lnSpc>
                <a:spcBef>
                  <a:spcPct val="0"/>
                </a:spcBef>
              </a:pPr>
              <a:r>
                <a:rPr lang="en-US" sz="3049" spc="298">
                  <a:solidFill>
                    <a:srgbClr val="FFECD9"/>
                  </a:solidFill>
                  <a:latin typeface="Hagrid Text"/>
                  <a:ea typeface="Hagrid Text"/>
                  <a:cs typeface="Hagrid Text"/>
                  <a:sym typeface="Hagrid Text"/>
                </a:rPr>
                <a:t>Ľudia nevedia, kde je pomoc potrebná</a:t>
              </a:r>
            </a:p>
          </p:txBody>
        </p:sp>
      </p:grpSp>
      <p:sp>
        <p:nvSpPr>
          <p:cNvPr name="Freeform 11" id="11"/>
          <p:cNvSpPr/>
          <p:nvPr/>
        </p:nvSpPr>
        <p:spPr>
          <a:xfrm flipH="false" flipV="false" rot="9506658">
            <a:off x="-2840903" y="-13728842"/>
            <a:ext cx="22719981" cy="15051987"/>
          </a:xfrm>
          <a:custGeom>
            <a:avLst/>
            <a:gdLst/>
            <a:ahLst/>
            <a:cxnLst/>
            <a:rect r="r" b="b" t="t" l="l"/>
            <a:pathLst>
              <a:path h="15051987" w="22719981">
                <a:moveTo>
                  <a:pt x="0" y="0"/>
                </a:moveTo>
                <a:lnTo>
                  <a:pt x="22719981" y="0"/>
                </a:lnTo>
                <a:lnTo>
                  <a:pt x="22719981" y="15051988"/>
                </a:lnTo>
                <a:lnTo>
                  <a:pt x="0" y="15051988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2" id="12"/>
          <p:cNvSpPr/>
          <p:nvPr/>
        </p:nvSpPr>
        <p:spPr>
          <a:xfrm flipH="false" flipV="true" rot="5220064">
            <a:off x="10399337" y="4350503"/>
            <a:ext cx="4012787" cy="3713652"/>
          </a:xfrm>
          <a:custGeom>
            <a:avLst/>
            <a:gdLst/>
            <a:ahLst/>
            <a:cxnLst/>
            <a:rect r="r" b="b" t="t" l="l"/>
            <a:pathLst>
              <a:path h="3713652" w="4012787">
                <a:moveTo>
                  <a:pt x="0" y="3713653"/>
                </a:moveTo>
                <a:lnTo>
                  <a:pt x="4012787" y="3713653"/>
                </a:lnTo>
                <a:lnTo>
                  <a:pt x="4012787" y="0"/>
                </a:lnTo>
                <a:lnTo>
                  <a:pt x="0" y="0"/>
                </a:lnTo>
                <a:lnTo>
                  <a:pt x="0" y="3713653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13" id="13"/>
          <p:cNvGrpSpPr/>
          <p:nvPr/>
        </p:nvGrpSpPr>
        <p:grpSpPr>
          <a:xfrm rot="0">
            <a:off x="7915747" y="7162152"/>
            <a:ext cx="2049168" cy="2049168"/>
            <a:chOff x="0" y="0"/>
            <a:chExt cx="812800" cy="812800"/>
          </a:xfrm>
        </p:grpSpPr>
        <p:sp>
          <p:nvSpPr>
            <p:cNvPr name="Freeform 14" id="14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302418"/>
            </a:solidFill>
          </p:spPr>
        </p:sp>
        <p:sp>
          <p:nvSpPr>
            <p:cNvPr name="TextBox 15" id="15"/>
            <p:cNvSpPr txBox="true"/>
            <p:nvPr/>
          </p:nvSpPr>
          <p:spPr>
            <a:xfrm>
              <a:off x="76200" y="19050"/>
              <a:ext cx="660400" cy="71755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4114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16" id="16"/>
          <p:cNvGrpSpPr/>
          <p:nvPr/>
        </p:nvGrpSpPr>
        <p:grpSpPr>
          <a:xfrm rot="0">
            <a:off x="5576071" y="8090521"/>
            <a:ext cx="6651530" cy="1244520"/>
            <a:chOff x="0" y="0"/>
            <a:chExt cx="2069474" cy="387205"/>
          </a:xfrm>
        </p:grpSpPr>
        <p:sp>
          <p:nvSpPr>
            <p:cNvPr name="Freeform 17" id="17"/>
            <p:cNvSpPr/>
            <p:nvPr/>
          </p:nvSpPr>
          <p:spPr>
            <a:xfrm flipH="false" flipV="false" rot="0">
              <a:off x="0" y="0"/>
              <a:ext cx="2069474" cy="387205"/>
            </a:xfrm>
            <a:custGeom>
              <a:avLst/>
              <a:gdLst/>
              <a:ahLst/>
              <a:cxnLst/>
              <a:rect r="r" b="b" t="t" l="l"/>
              <a:pathLst>
                <a:path h="387205" w="2069474">
                  <a:moveTo>
                    <a:pt x="58197" y="0"/>
                  </a:moveTo>
                  <a:lnTo>
                    <a:pt x="2011277" y="0"/>
                  </a:lnTo>
                  <a:cubicBezTo>
                    <a:pt x="2043418" y="0"/>
                    <a:pt x="2069474" y="26055"/>
                    <a:pt x="2069474" y="58197"/>
                  </a:cubicBezTo>
                  <a:lnTo>
                    <a:pt x="2069474" y="329008"/>
                  </a:lnTo>
                  <a:cubicBezTo>
                    <a:pt x="2069474" y="361149"/>
                    <a:pt x="2043418" y="387205"/>
                    <a:pt x="2011277" y="387205"/>
                  </a:cubicBezTo>
                  <a:lnTo>
                    <a:pt x="58197" y="387205"/>
                  </a:lnTo>
                  <a:cubicBezTo>
                    <a:pt x="42762" y="387205"/>
                    <a:pt x="27959" y="381073"/>
                    <a:pt x="17045" y="370159"/>
                  </a:cubicBezTo>
                  <a:cubicBezTo>
                    <a:pt x="6131" y="359245"/>
                    <a:pt x="0" y="344443"/>
                    <a:pt x="0" y="329008"/>
                  </a:cubicBezTo>
                  <a:lnTo>
                    <a:pt x="0" y="58197"/>
                  </a:lnTo>
                  <a:cubicBezTo>
                    <a:pt x="0" y="42762"/>
                    <a:pt x="6131" y="27959"/>
                    <a:pt x="17045" y="17045"/>
                  </a:cubicBezTo>
                  <a:cubicBezTo>
                    <a:pt x="27959" y="6131"/>
                    <a:pt x="42762" y="0"/>
                    <a:pt x="58197" y="0"/>
                  </a:cubicBezTo>
                  <a:close/>
                </a:path>
              </a:pathLst>
            </a:custGeom>
            <a:solidFill>
              <a:srgbClr val="4A3A22"/>
            </a:solidFill>
            <a:ln cap="rnd">
              <a:noFill/>
              <a:prstDash val="solid"/>
              <a:round/>
            </a:ln>
          </p:spPr>
        </p:sp>
        <p:sp>
          <p:nvSpPr>
            <p:cNvPr name="TextBox 18" id="18"/>
            <p:cNvSpPr txBox="true"/>
            <p:nvPr/>
          </p:nvSpPr>
          <p:spPr>
            <a:xfrm>
              <a:off x="0" y="-57150"/>
              <a:ext cx="2069474" cy="44435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4114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19" id="19"/>
          <p:cNvGrpSpPr/>
          <p:nvPr/>
        </p:nvGrpSpPr>
        <p:grpSpPr>
          <a:xfrm rot="0">
            <a:off x="11341420" y="3291896"/>
            <a:ext cx="5690866" cy="2198139"/>
            <a:chOff x="0" y="0"/>
            <a:chExt cx="7587821" cy="2930852"/>
          </a:xfrm>
        </p:grpSpPr>
        <p:grpSp>
          <p:nvGrpSpPr>
            <p:cNvPr name="Group 20" id="20"/>
            <p:cNvGrpSpPr/>
            <p:nvPr/>
          </p:nvGrpSpPr>
          <p:grpSpPr>
            <a:xfrm rot="0">
              <a:off x="2197622" y="0"/>
              <a:ext cx="2732224" cy="2732224"/>
              <a:chOff x="0" y="0"/>
              <a:chExt cx="812800" cy="812800"/>
            </a:xfrm>
          </p:grpSpPr>
          <p:sp>
            <p:nvSpPr>
              <p:cNvPr name="Freeform 21" id="21"/>
              <p:cNvSpPr/>
              <p:nvPr/>
            </p:nvSpPr>
            <p:spPr>
              <a:xfrm flipH="false" flipV="false" rot="0">
                <a:off x="0" y="0"/>
                <a:ext cx="812800" cy="812800"/>
              </a:xfrm>
              <a:custGeom>
                <a:avLst/>
                <a:gdLst/>
                <a:ahLst/>
                <a:cxnLst/>
                <a:rect r="r" b="b" t="t" l="l"/>
                <a:pathLst>
                  <a:path h="812800" w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302418"/>
              </a:solidFill>
            </p:spPr>
          </p:sp>
          <p:sp>
            <p:nvSpPr>
              <p:cNvPr name="TextBox 22" id="22"/>
              <p:cNvSpPr txBox="true"/>
              <p:nvPr/>
            </p:nvSpPr>
            <p:spPr>
              <a:xfrm>
                <a:off x="76200" y="19050"/>
                <a:ext cx="660400" cy="717550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 marL="0" indent="0" lvl="0">
                  <a:lnSpc>
                    <a:spcPts val="4114"/>
                  </a:lnSpc>
                  <a:spcBef>
                    <a:spcPct val="0"/>
                  </a:spcBef>
                </a:pPr>
              </a:p>
            </p:txBody>
          </p:sp>
        </p:grpSp>
        <p:grpSp>
          <p:nvGrpSpPr>
            <p:cNvPr name="Group 23" id="23"/>
            <p:cNvGrpSpPr/>
            <p:nvPr/>
          </p:nvGrpSpPr>
          <p:grpSpPr>
            <a:xfrm rot="0">
              <a:off x="0" y="1271491"/>
              <a:ext cx="7562421" cy="1659361"/>
              <a:chOff x="0" y="0"/>
              <a:chExt cx="1764658" cy="387205"/>
            </a:xfrm>
          </p:grpSpPr>
          <p:sp>
            <p:nvSpPr>
              <p:cNvPr name="Freeform 24" id="24"/>
              <p:cNvSpPr/>
              <p:nvPr/>
            </p:nvSpPr>
            <p:spPr>
              <a:xfrm flipH="false" flipV="false" rot="0">
                <a:off x="0" y="0"/>
                <a:ext cx="1764658" cy="387205"/>
              </a:xfrm>
              <a:custGeom>
                <a:avLst/>
                <a:gdLst/>
                <a:ahLst/>
                <a:cxnLst/>
                <a:rect r="r" b="b" t="t" l="l"/>
                <a:pathLst>
                  <a:path h="387205" w="1764658">
                    <a:moveTo>
                      <a:pt x="68249" y="0"/>
                    </a:moveTo>
                    <a:lnTo>
                      <a:pt x="1696409" y="0"/>
                    </a:lnTo>
                    <a:cubicBezTo>
                      <a:pt x="1734102" y="0"/>
                      <a:pt x="1764658" y="30556"/>
                      <a:pt x="1764658" y="68249"/>
                    </a:cubicBezTo>
                    <a:lnTo>
                      <a:pt x="1764658" y="318955"/>
                    </a:lnTo>
                    <a:cubicBezTo>
                      <a:pt x="1764658" y="356648"/>
                      <a:pt x="1734102" y="387205"/>
                      <a:pt x="1696409" y="387205"/>
                    </a:cubicBezTo>
                    <a:lnTo>
                      <a:pt x="68249" y="387205"/>
                    </a:lnTo>
                    <a:cubicBezTo>
                      <a:pt x="50148" y="387205"/>
                      <a:pt x="32789" y="380014"/>
                      <a:pt x="19990" y="367215"/>
                    </a:cubicBezTo>
                    <a:cubicBezTo>
                      <a:pt x="7191" y="354416"/>
                      <a:pt x="0" y="337056"/>
                      <a:pt x="0" y="318955"/>
                    </a:cubicBezTo>
                    <a:lnTo>
                      <a:pt x="0" y="68249"/>
                    </a:lnTo>
                    <a:cubicBezTo>
                      <a:pt x="0" y="30556"/>
                      <a:pt x="30556" y="0"/>
                      <a:pt x="68249" y="0"/>
                    </a:cubicBezTo>
                    <a:close/>
                  </a:path>
                </a:pathLst>
              </a:custGeom>
              <a:solidFill>
                <a:srgbClr val="4A3A22"/>
              </a:solidFill>
              <a:ln cap="rnd">
                <a:noFill/>
                <a:prstDash val="solid"/>
                <a:round/>
              </a:ln>
            </p:spPr>
          </p:sp>
          <p:sp>
            <p:nvSpPr>
              <p:cNvPr name="TextBox 25" id="25"/>
              <p:cNvSpPr txBox="true"/>
              <p:nvPr/>
            </p:nvSpPr>
            <p:spPr>
              <a:xfrm>
                <a:off x="0" y="-57150"/>
                <a:ext cx="1764658" cy="444355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 marL="0" indent="0" lvl="0">
                  <a:lnSpc>
                    <a:spcPts val="4114"/>
                  </a:lnSpc>
                  <a:spcBef>
                    <a:spcPct val="0"/>
                  </a:spcBef>
                </a:pPr>
              </a:p>
            </p:txBody>
          </p:sp>
        </p:grpSp>
        <p:sp>
          <p:nvSpPr>
            <p:cNvPr name="TextBox 26" id="26"/>
            <p:cNvSpPr txBox="true"/>
            <p:nvPr/>
          </p:nvSpPr>
          <p:spPr>
            <a:xfrm rot="0">
              <a:off x="25400" y="1345636"/>
              <a:ext cx="7562421" cy="1386588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 marL="0" indent="0" lvl="0">
                <a:lnSpc>
                  <a:spcPts val="4208"/>
                </a:lnSpc>
                <a:spcBef>
                  <a:spcPct val="0"/>
                </a:spcBef>
              </a:pPr>
              <a:r>
                <a:rPr lang="en-US" sz="3049" spc="298">
                  <a:solidFill>
                    <a:srgbClr val="FFECD9"/>
                  </a:solidFill>
                  <a:latin typeface="Hagrid Text"/>
                  <a:ea typeface="Hagrid Text"/>
                  <a:cs typeface="Hagrid Text"/>
                  <a:sym typeface="Hagrid Text"/>
                </a:rPr>
                <a:t>Ľudia nevedia, kedy môžu pomôcť</a:t>
              </a:r>
            </a:p>
          </p:txBody>
        </p:sp>
      </p:grpSp>
      <p:sp>
        <p:nvSpPr>
          <p:cNvPr name="Freeform 27" id="27"/>
          <p:cNvSpPr/>
          <p:nvPr/>
        </p:nvSpPr>
        <p:spPr>
          <a:xfrm flipH="false" flipV="false" rot="0">
            <a:off x="3265122" y="3366812"/>
            <a:ext cx="518967" cy="796878"/>
          </a:xfrm>
          <a:custGeom>
            <a:avLst/>
            <a:gdLst/>
            <a:ahLst/>
            <a:cxnLst/>
            <a:rect r="r" b="b" t="t" l="l"/>
            <a:pathLst>
              <a:path h="796878" w="518967">
                <a:moveTo>
                  <a:pt x="0" y="0"/>
                </a:moveTo>
                <a:lnTo>
                  <a:pt x="518967" y="0"/>
                </a:lnTo>
                <a:lnTo>
                  <a:pt x="518967" y="796878"/>
                </a:lnTo>
                <a:lnTo>
                  <a:pt x="0" y="796878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28" id="28"/>
          <p:cNvSpPr/>
          <p:nvPr/>
        </p:nvSpPr>
        <p:spPr>
          <a:xfrm flipH="false" flipV="false" rot="0">
            <a:off x="8528612" y="7294501"/>
            <a:ext cx="803120" cy="738870"/>
          </a:xfrm>
          <a:custGeom>
            <a:avLst/>
            <a:gdLst/>
            <a:ahLst/>
            <a:cxnLst/>
            <a:rect r="r" b="b" t="t" l="l"/>
            <a:pathLst>
              <a:path h="738870" w="803120">
                <a:moveTo>
                  <a:pt x="0" y="0"/>
                </a:moveTo>
                <a:lnTo>
                  <a:pt x="803120" y="0"/>
                </a:lnTo>
                <a:lnTo>
                  <a:pt x="803120" y="738870"/>
                </a:lnTo>
                <a:lnTo>
                  <a:pt x="0" y="738870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29" id="29"/>
          <p:cNvSpPr/>
          <p:nvPr/>
        </p:nvSpPr>
        <p:spPr>
          <a:xfrm flipH="false" flipV="false" rot="0">
            <a:off x="13655906" y="3449419"/>
            <a:ext cx="709076" cy="714271"/>
          </a:xfrm>
          <a:custGeom>
            <a:avLst/>
            <a:gdLst/>
            <a:ahLst/>
            <a:cxnLst/>
            <a:rect r="r" b="b" t="t" l="l"/>
            <a:pathLst>
              <a:path h="714271" w="709076">
                <a:moveTo>
                  <a:pt x="0" y="0"/>
                </a:moveTo>
                <a:lnTo>
                  <a:pt x="709077" y="0"/>
                </a:lnTo>
                <a:lnTo>
                  <a:pt x="709077" y="714271"/>
                </a:lnTo>
                <a:lnTo>
                  <a:pt x="0" y="714271"/>
                </a:lnTo>
                <a:lnTo>
                  <a:pt x="0" y="0"/>
                </a:lnTo>
                <a:close/>
              </a:path>
            </a:pathLst>
          </a:custGeom>
          <a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30" id="30"/>
          <p:cNvSpPr txBox="true"/>
          <p:nvPr/>
        </p:nvSpPr>
        <p:spPr>
          <a:xfrm rot="0">
            <a:off x="373745" y="387918"/>
            <a:ext cx="9063442" cy="149740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609"/>
              </a:lnSpc>
            </a:pPr>
            <a:r>
              <a:rPr lang="en-US" sz="5499" b="true">
                <a:solidFill>
                  <a:srgbClr val="FFECD9"/>
                </a:solidFill>
                <a:latin typeface="Hagrid Text Bold"/>
                <a:ea typeface="Hagrid Text Bold"/>
                <a:cs typeface="Hagrid Text Bold"/>
                <a:sym typeface="Hagrid Text Bold"/>
              </a:rPr>
              <a:t>Problémy ktoré</a:t>
            </a:r>
          </a:p>
          <a:p>
            <a:pPr algn="l">
              <a:lnSpc>
                <a:spcPts val="5609"/>
              </a:lnSpc>
            </a:pPr>
            <a:r>
              <a:rPr lang="en-US" sz="5499" b="true">
                <a:solidFill>
                  <a:srgbClr val="FFECD9"/>
                </a:solidFill>
                <a:latin typeface="Hagrid Text Bold"/>
                <a:ea typeface="Hagrid Text Bold"/>
                <a:cs typeface="Hagrid Text Bold"/>
                <a:sym typeface="Hagrid Text Bold"/>
              </a:rPr>
              <a:t>naša aplikácia rieši</a:t>
            </a:r>
          </a:p>
        </p:txBody>
      </p:sp>
      <p:sp>
        <p:nvSpPr>
          <p:cNvPr name="TextBox 31" id="31"/>
          <p:cNvSpPr txBox="true"/>
          <p:nvPr/>
        </p:nvSpPr>
        <p:spPr>
          <a:xfrm rot="0">
            <a:off x="5752191" y="8157092"/>
            <a:ext cx="6206205" cy="105422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4208"/>
              </a:lnSpc>
              <a:spcBef>
                <a:spcPct val="0"/>
              </a:spcBef>
            </a:pPr>
            <a:r>
              <a:rPr lang="en-US" sz="3049" spc="298">
                <a:solidFill>
                  <a:srgbClr val="FFECD9"/>
                </a:solidFill>
                <a:latin typeface="Hagrid Text"/>
                <a:ea typeface="Hagrid Text"/>
                <a:cs typeface="Hagrid Text"/>
                <a:sym typeface="Hagrid Text"/>
              </a:rPr>
              <a:t>Ľudia nevedia, komu konkrétne môžu pomôcť</a:t>
            </a:r>
          </a:p>
        </p:txBody>
      </p:sp>
    </p:spTree>
  </p:cSld>
  <p:clrMapOvr>
    <a:masterClrMapping/>
  </p:clrMapOvr>
  <p:transition spd="slow">
    <p:push dir="l"/>
  </p:transition>
</p:sld>
</file>

<file path=ppt/slides/slide2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74552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-385221" y="0"/>
            <a:ext cx="10718326" cy="10581911"/>
          </a:xfrm>
          <a:custGeom>
            <a:avLst/>
            <a:gdLst/>
            <a:ahLst/>
            <a:cxnLst/>
            <a:rect r="r" b="b" t="t" l="l"/>
            <a:pathLst>
              <a:path h="10581911" w="10718326">
                <a:moveTo>
                  <a:pt x="0" y="0"/>
                </a:moveTo>
                <a:lnTo>
                  <a:pt x="10718326" y="0"/>
                </a:lnTo>
                <a:lnTo>
                  <a:pt x="10718326" y="10581911"/>
                </a:lnTo>
                <a:lnTo>
                  <a:pt x="0" y="10581911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9976828" y="0"/>
            <a:ext cx="10718326" cy="10581911"/>
          </a:xfrm>
          <a:custGeom>
            <a:avLst/>
            <a:gdLst/>
            <a:ahLst/>
            <a:cxnLst/>
            <a:rect r="r" b="b" t="t" l="l"/>
            <a:pathLst>
              <a:path h="10581911" w="10718326">
                <a:moveTo>
                  <a:pt x="0" y="0"/>
                </a:moveTo>
                <a:lnTo>
                  <a:pt x="10718326" y="0"/>
                </a:lnTo>
                <a:lnTo>
                  <a:pt x="10718326" y="10581911"/>
                </a:lnTo>
                <a:lnTo>
                  <a:pt x="0" y="10581911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4932025" y="-4447617"/>
            <a:ext cx="8423950" cy="8410547"/>
          </a:xfrm>
          <a:custGeom>
            <a:avLst/>
            <a:gdLst/>
            <a:ahLst/>
            <a:cxnLst/>
            <a:rect r="r" b="b" t="t" l="l"/>
            <a:pathLst>
              <a:path h="8410547" w="8423950">
                <a:moveTo>
                  <a:pt x="0" y="0"/>
                </a:moveTo>
                <a:lnTo>
                  <a:pt x="8423950" y="0"/>
                </a:lnTo>
                <a:lnTo>
                  <a:pt x="8423950" y="8410547"/>
                </a:lnTo>
                <a:lnTo>
                  <a:pt x="0" y="8410547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4226220" y="4888453"/>
            <a:ext cx="5750608" cy="5750608"/>
          </a:xfrm>
          <a:custGeom>
            <a:avLst/>
            <a:gdLst/>
            <a:ahLst/>
            <a:cxnLst/>
            <a:rect r="r" b="b" t="t" l="l"/>
            <a:pathLst>
              <a:path h="5750608" w="5750608">
                <a:moveTo>
                  <a:pt x="0" y="0"/>
                </a:moveTo>
                <a:lnTo>
                  <a:pt x="5750608" y="0"/>
                </a:lnTo>
                <a:lnTo>
                  <a:pt x="5750608" y="5750608"/>
                </a:lnTo>
                <a:lnTo>
                  <a:pt x="0" y="5750608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true" flipV="false" rot="0">
            <a:off x="7893367" y="4862179"/>
            <a:ext cx="5748307" cy="5748307"/>
          </a:xfrm>
          <a:custGeom>
            <a:avLst/>
            <a:gdLst/>
            <a:ahLst/>
            <a:cxnLst/>
            <a:rect r="r" b="b" t="t" l="l"/>
            <a:pathLst>
              <a:path h="5748307" w="5748307">
                <a:moveTo>
                  <a:pt x="5748307" y="0"/>
                </a:moveTo>
                <a:lnTo>
                  <a:pt x="0" y="0"/>
                </a:lnTo>
                <a:lnTo>
                  <a:pt x="0" y="5748307"/>
                </a:lnTo>
                <a:lnTo>
                  <a:pt x="5748307" y="5748307"/>
                </a:lnTo>
                <a:lnTo>
                  <a:pt x="5748307" y="0"/>
                </a:lnTo>
                <a:close/>
              </a:path>
            </a:pathLst>
          </a:custGeom>
          <a:blipFill>
            <a:blip r:embed="rId7"/>
            <a:stretch>
              <a:fillRect l="0" t="0" r="0" b="0"/>
            </a:stretch>
          </a:blipFill>
        </p:spPr>
      </p:sp>
      <p:sp>
        <p:nvSpPr>
          <p:cNvPr name="TextBox 7" id="7"/>
          <p:cNvSpPr txBox="true"/>
          <p:nvPr/>
        </p:nvSpPr>
        <p:spPr>
          <a:xfrm rot="0">
            <a:off x="5205569" y="720485"/>
            <a:ext cx="7876862" cy="203522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944"/>
              </a:lnSpc>
            </a:pPr>
            <a:r>
              <a:rPr lang="en-US" sz="4847" b="true">
                <a:solidFill>
                  <a:srgbClr val="FFECD9"/>
                </a:solidFill>
                <a:latin typeface="Hagrid Text Heavy"/>
                <a:ea typeface="Hagrid Text Heavy"/>
                <a:cs typeface="Hagrid Text Heavy"/>
                <a:sym typeface="Hagrid Text Heavy"/>
              </a:rPr>
              <a:t>Ďakujeme</a:t>
            </a:r>
          </a:p>
          <a:p>
            <a:pPr algn="ctr">
              <a:lnSpc>
                <a:spcPts val="4944"/>
              </a:lnSpc>
            </a:pPr>
            <a:r>
              <a:rPr lang="en-US" sz="4847" b="true">
                <a:solidFill>
                  <a:srgbClr val="FFECD9"/>
                </a:solidFill>
                <a:latin typeface="Hagrid Text Heavy"/>
                <a:ea typeface="Hagrid Text Heavy"/>
                <a:cs typeface="Hagrid Text Heavy"/>
                <a:sym typeface="Hagrid Text Heavy"/>
              </a:rPr>
              <a:t>za</a:t>
            </a:r>
          </a:p>
          <a:p>
            <a:pPr algn="ctr">
              <a:lnSpc>
                <a:spcPts val="4944"/>
              </a:lnSpc>
            </a:pPr>
            <a:r>
              <a:rPr lang="en-US" b="true" sz="4847">
                <a:solidFill>
                  <a:srgbClr val="FFECD9"/>
                </a:solidFill>
                <a:latin typeface="Hagrid Text Heavy"/>
                <a:ea typeface="Hagrid Text Heavy"/>
                <a:cs typeface="Hagrid Text Heavy"/>
                <a:sym typeface="Hagrid Text Heavy"/>
              </a:rPr>
              <a:t>pozornosť</a:t>
            </a:r>
          </a:p>
        </p:txBody>
      </p:sp>
    </p:spTree>
  </p:cSld>
  <p:clrMapOvr>
    <a:masterClrMapping/>
  </p:clrMapOvr>
  <p:transition spd="slow">
    <p:push dir="l"/>
  </p:transition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DAG4qj-sv2o</dc:identifier>
  <dcterms:modified xsi:type="dcterms:W3CDTF">2011-08-01T06:04:30Z</dcterms:modified>
  <cp:revision>1</cp:revision>
  <dc:title>Pomocná ruka</dc:title>
</cp:coreProperties>
</file>