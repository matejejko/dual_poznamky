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85" r:id="rId3"/>
    <p:sldId id="286" r:id="rId4"/>
    <p:sldId id="287" r:id="rId5"/>
    <p:sldId id="288" r:id="rId6"/>
    <p:sldId id="292" r:id="rId7"/>
    <p:sldId id="289" r:id="rId8"/>
    <p:sldId id="290" r:id="rId9"/>
    <p:sldId id="291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00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179" autoAdjust="0"/>
  </p:normalViewPr>
  <p:slideViewPr>
    <p:cSldViewPr snapToGrid="0">
      <p:cViewPr varScale="1">
        <p:scale>
          <a:sx n="80" d="100"/>
          <a:sy n="80" d="100"/>
        </p:scale>
        <p:origin x="6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čo, Timotej" userId="152f2ad6-3c97-47cf-bd89-58c5c0a29e21" providerId="ADAL" clId="{7E823390-D6B7-4562-B824-4240E0FA3251}"/>
    <pc:docChg chg="undo custSel addSld delSld modSld sldOrd">
      <pc:chgData name="Bačo, Timotej" userId="152f2ad6-3c97-47cf-bd89-58c5c0a29e21" providerId="ADAL" clId="{7E823390-D6B7-4562-B824-4240E0FA3251}" dt="2024-11-26T22:59:05.005" v="535" actId="20577"/>
      <pc:docMkLst>
        <pc:docMk/>
      </pc:docMkLst>
      <pc:sldChg chg="modSp mod">
        <pc:chgData name="Bačo, Timotej" userId="152f2ad6-3c97-47cf-bd89-58c5c0a29e21" providerId="ADAL" clId="{7E823390-D6B7-4562-B824-4240E0FA3251}" dt="2024-11-26T21:39:18.707" v="7" actId="1076"/>
        <pc:sldMkLst>
          <pc:docMk/>
          <pc:sldMk cId="735358950" sldId="257"/>
        </pc:sldMkLst>
        <pc:spChg chg="mod">
          <ac:chgData name="Bačo, Timotej" userId="152f2ad6-3c97-47cf-bd89-58c5c0a29e21" providerId="ADAL" clId="{7E823390-D6B7-4562-B824-4240E0FA3251}" dt="2024-11-26T21:39:18.707" v="7" actId="1076"/>
          <ac:spMkLst>
            <pc:docMk/>
            <pc:sldMk cId="735358950" sldId="257"/>
            <ac:spMk id="2" creationId="{C33FF8F9-4436-ED9C-E30E-680373C64496}"/>
          </ac:spMkLst>
        </pc:spChg>
        <pc:spChg chg="mod">
          <ac:chgData name="Bačo, Timotej" userId="152f2ad6-3c97-47cf-bd89-58c5c0a29e21" providerId="ADAL" clId="{7E823390-D6B7-4562-B824-4240E0FA3251}" dt="2024-11-26T21:38:35.406" v="0" actId="20577"/>
          <ac:spMkLst>
            <pc:docMk/>
            <pc:sldMk cId="735358950" sldId="257"/>
            <ac:spMk id="14" creationId="{C432F7A5-0BD9-EB3C-66C4-098B2124A562}"/>
          </ac:spMkLst>
        </pc:spChg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3803102635" sldId="284"/>
        </pc:sldMkLst>
      </pc:sldChg>
      <pc:sldChg chg="modSp mod">
        <pc:chgData name="Bačo, Timotej" userId="152f2ad6-3c97-47cf-bd89-58c5c0a29e21" providerId="ADAL" clId="{7E823390-D6B7-4562-B824-4240E0FA3251}" dt="2024-11-26T22:59:05.005" v="535" actId="20577"/>
        <pc:sldMkLst>
          <pc:docMk/>
          <pc:sldMk cId="753961250" sldId="285"/>
        </pc:sldMkLst>
        <pc:spChg chg="mod">
          <ac:chgData name="Bačo, Timotej" userId="152f2ad6-3c97-47cf-bd89-58c5c0a29e21" providerId="ADAL" clId="{7E823390-D6B7-4562-B824-4240E0FA3251}" dt="2024-11-26T22:03:11.809" v="19" actId="20577"/>
          <ac:spMkLst>
            <pc:docMk/>
            <pc:sldMk cId="753961250" sldId="285"/>
            <ac:spMk id="2" creationId="{78BDABF5-8F51-701C-41A3-648EFE25590F}"/>
          </ac:spMkLst>
        </pc:spChg>
        <pc:spChg chg="mod">
          <ac:chgData name="Bačo, Timotej" userId="152f2ad6-3c97-47cf-bd89-58c5c0a29e21" providerId="ADAL" clId="{7E823390-D6B7-4562-B824-4240E0FA3251}" dt="2024-11-26T22:59:05.005" v="535" actId="20577"/>
          <ac:spMkLst>
            <pc:docMk/>
            <pc:sldMk cId="753961250" sldId="285"/>
            <ac:spMk id="8" creationId="{D4394263-17C4-107C-501F-C19FC6080FA3}"/>
          </ac:spMkLst>
        </pc:spChg>
      </pc:sldChg>
      <pc:sldChg chg="add del">
        <pc:chgData name="Bačo, Timotej" userId="152f2ad6-3c97-47cf-bd89-58c5c0a29e21" providerId="ADAL" clId="{7E823390-D6B7-4562-B824-4240E0FA3251}" dt="2024-11-26T22:18:00.883" v="313" actId="47"/>
        <pc:sldMkLst>
          <pc:docMk/>
          <pc:sldMk cId="266597667" sldId="286"/>
        </pc:sldMkLst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1862867549" sldId="286"/>
        </pc:sldMkLst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453152893" sldId="287"/>
        </pc:sldMkLst>
      </pc:sldChg>
      <pc:sldChg chg="modSp add mod ord">
        <pc:chgData name="Bačo, Timotej" userId="152f2ad6-3c97-47cf-bd89-58c5c0a29e21" providerId="ADAL" clId="{7E823390-D6B7-4562-B824-4240E0FA3251}" dt="2024-11-26T22:18:26.960" v="317" actId="20577"/>
        <pc:sldMkLst>
          <pc:docMk/>
          <pc:sldMk cId="2570018597" sldId="287"/>
        </pc:sldMkLst>
        <pc:spChg chg="mod">
          <ac:chgData name="Bačo, Timotej" userId="152f2ad6-3c97-47cf-bd89-58c5c0a29e21" providerId="ADAL" clId="{7E823390-D6B7-4562-B824-4240E0FA3251}" dt="2024-11-26T22:18:26.960" v="317" actId="20577"/>
          <ac:spMkLst>
            <pc:docMk/>
            <pc:sldMk cId="2570018597" sldId="287"/>
            <ac:spMk id="2" creationId="{78BDABF5-8F51-701C-41A3-648EFE25590F}"/>
          </ac:spMkLst>
        </pc:spChg>
        <pc:spChg chg="mod">
          <ac:chgData name="Bačo, Timotej" userId="152f2ad6-3c97-47cf-bd89-58c5c0a29e21" providerId="ADAL" clId="{7E823390-D6B7-4562-B824-4240E0FA3251}" dt="2024-11-26T22:17:46.638" v="310" actId="1076"/>
          <ac:spMkLst>
            <pc:docMk/>
            <pc:sldMk cId="2570018597" sldId="287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7E823390-D6B7-4562-B824-4240E0FA3251}" dt="2024-11-26T22:24:54.633" v="340" actId="207"/>
        <pc:sldMkLst>
          <pc:docMk/>
          <pc:sldMk cId="154797142" sldId="288"/>
        </pc:sldMkLst>
        <pc:spChg chg="mod">
          <ac:chgData name="Bačo, Timotej" userId="152f2ad6-3c97-47cf-bd89-58c5c0a29e21" providerId="ADAL" clId="{7E823390-D6B7-4562-B824-4240E0FA3251}" dt="2024-11-26T22:18:39.580" v="324" actId="20577"/>
          <ac:spMkLst>
            <pc:docMk/>
            <pc:sldMk cId="154797142" sldId="288"/>
            <ac:spMk id="2" creationId="{78BDABF5-8F51-701C-41A3-648EFE25590F}"/>
          </ac:spMkLst>
        </pc:spChg>
        <pc:spChg chg="mod">
          <ac:chgData name="Bačo, Timotej" userId="152f2ad6-3c97-47cf-bd89-58c5c0a29e21" providerId="ADAL" clId="{7E823390-D6B7-4562-B824-4240E0FA3251}" dt="2024-11-26T22:24:54.633" v="340" actId="207"/>
          <ac:spMkLst>
            <pc:docMk/>
            <pc:sldMk cId="154797142" sldId="288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2930399444" sldId="288"/>
        </pc:sldMkLst>
      </pc:sldChg>
      <pc:sldChg chg="addSp modSp add mod">
        <pc:chgData name="Bačo, Timotej" userId="152f2ad6-3c97-47cf-bd89-58c5c0a29e21" providerId="ADAL" clId="{7E823390-D6B7-4562-B824-4240E0FA3251}" dt="2024-11-26T22:27:34.155" v="396" actId="2710"/>
        <pc:sldMkLst>
          <pc:docMk/>
          <pc:sldMk cId="3160165077" sldId="289"/>
        </pc:sldMkLst>
        <pc:spChg chg="mod">
          <ac:chgData name="Bačo, Timotej" userId="152f2ad6-3c97-47cf-bd89-58c5c0a29e21" providerId="ADAL" clId="{7E823390-D6B7-4562-B824-4240E0FA3251}" dt="2024-11-26T22:25:30.554" v="362" actId="20577"/>
          <ac:spMkLst>
            <pc:docMk/>
            <pc:sldMk cId="3160165077" sldId="289"/>
            <ac:spMk id="2" creationId="{78BDABF5-8F51-701C-41A3-648EFE25590F}"/>
          </ac:spMkLst>
        </pc:spChg>
        <pc:spChg chg="add mod">
          <ac:chgData name="Bačo, Timotej" userId="152f2ad6-3c97-47cf-bd89-58c5c0a29e21" providerId="ADAL" clId="{7E823390-D6B7-4562-B824-4240E0FA3251}" dt="2024-11-26T22:27:34.155" v="396" actId="2710"/>
          <ac:spMkLst>
            <pc:docMk/>
            <pc:sldMk cId="3160165077" sldId="289"/>
            <ac:spMk id="3" creationId="{29AF2141-EAE3-0407-E40C-57042DAEF0A5}"/>
          </ac:spMkLst>
        </pc:spChg>
        <pc:spChg chg="mod">
          <ac:chgData name="Bačo, Timotej" userId="152f2ad6-3c97-47cf-bd89-58c5c0a29e21" providerId="ADAL" clId="{7E823390-D6B7-4562-B824-4240E0FA3251}" dt="2024-11-26T22:26:42.599" v="378" actId="14100"/>
          <ac:spMkLst>
            <pc:docMk/>
            <pc:sldMk cId="3160165077" sldId="289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3966143971" sldId="289"/>
        </pc:sldMkLst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851579691" sldId="290"/>
        </pc:sldMkLst>
      </pc:sldChg>
      <pc:sldChg chg="addSp modSp add mod">
        <pc:chgData name="Bačo, Timotej" userId="152f2ad6-3c97-47cf-bd89-58c5c0a29e21" providerId="ADAL" clId="{7E823390-D6B7-4562-B824-4240E0FA3251}" dt="2024-11-26T22:29:25.155" v="417" actId="2710"/>
        <pc:sldMkLst>
          <pc:docMk/>
          <pc:sldMk cId="4091674933" sldId="290"/>
        </pc:sldMkLst>
        <pc:spChg chg="mod">
          <ac:chgData name="Bačo, Timotej" userId="152f2ad6-3c97-47cf-bd89-58c5c0a29e21" providerId="ADAL" clId="{7E823390-D6B7-4562-B824-4240E0FA3251}" dt="2024-11-26T22:29:25.155" v="417" actId="2710"/>
          <ac:spMkLst>
            <pc:docMk/>
            <pc:sldMk cId="4091674933" sldId="290"/>
            <ac:spMk id="3" creationId="{29AF2141-EAE3-0407-E40C-57042DAEF0A5}"/>
          </ac:spMkLst>
        </pc:spChg>
        <pc:spChg chg="add">
          <ac:chgData name="Bačo, Timotej" userId="152f2ad6-3c97-47cf-bd89-58c5c0a29e21" providerId="ADAL" clId="{7E823390-D6B7-4562-B824-4240E0FA3251}" dt="2024-11-26T22:28:13.408" v="398"/>
          <ac:spMkLst>
            <pc:docMk/>
            <pc:sldMk cId="4091674933" sldId="290"/>
            <ac:spMk id="7" creationId="{F91D9D7A-5AE3-65C6-68D8-D46133A099C2}"/>
          </ac:spMkLst>
        </pc:spChg>
        <pc:spChg chg="mod">
          <ac:chgData name="Bačo, Timotej" userId="152f2ad6-3c97-47cf-bd89-58c5c0a29e21" providerId="ADAL" clId="{7E823390-D6B7-4562-B824-4240E0FA3251}" dt="2024-11-26T22:28:50.872" v="409" actId="14100"/>
          <ac:spMkLst>
            <pc:docMk/>
            <pc:sldMk cId="4091674933" sldId="290"/>
            <ac:spMk id="8" creationId="{D4394263-17C4-107C-501F-C19FC6080FA3}"/>
          </ac:spMkLst>
        </pc:spChg>
        <pc:spChg chg="add">
          <ac:chgData name="Bačo, Timotej" userId="152f2ad6-3c97-47cf-bd89-58c5c0a29e21" providerId="ADAL" clId="{7E823390-D6B7-4562-B824-4240E0FA3251}" dt="2024-11-26T22:28:17.406" v="400"/>
          <ac:spMkLst>
            <pc:docMk/>
            <pc:sldMk cId="4091674933" sldId="290"/>
            <ac:spMk id="9" creationId="{6FAB846C-4024-809A-2C4E-465944750D74}"/>
          </ac:spMkLst>
        </pc:spChg>
      </pc:sldChg>
      <pc:sldChg chg="modSp add mod">
        <pc:chgData name="Bačo, Timotej" userId="152f2ad6-3c97-47cf-bd89-58c5c0a29e21" providerId="ADAL" clId="{7E823390-D6B7-4562-B824-4240E0FA3251}" dt="2024-11-26T22:30:51.793" v="435" actId="2710"/>
        <pc:sldMkLst>
          <pc:docMk/>
          <pc:sldMk cId="639066803" sldId="291"/>
        </pc:sldMkLst>
        <pc:spChg chg="mod">
          <ac:chgData name="Bačo, Timotej" userId="152f2ad6-3c97-47cf-bd89-58c5c0a29e21" providerId="ADAL" clId="{7E823390-D6B7-4562-B824-4240E0FA3251}" dt="2024-11-26T22:30:51.793" v="435" actId="2710"/>
          <ac:spMkLst>
            <pc:docMk/>
            <pc:sldMk cId="639066803" sldId="291"/>
            <ac:spMk id="3" creationId="{29AF2141-EAE3-0407-E40C-57042DAEF0A5}"/>
          </ac:spMkLst>
        </pc:spChg>
        <pc:spChg chg="mod">
          <ac:chgData name="Bačo, Timotej" userId="152f2ad6-3c97-47cf-bd89-58c5c0a29e21" providerId="ADAL" clId="{7E823390-D6B7-4562-B824-4240E0FA3251}" dt="2024-11-26T22:30:06.792" v="426" actId="2710"/>
          <ac:spMkLst>
            <pc:docMk/>
            <pc:sldMk cId="639066803" sldId="291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1393832053" sldId="291"/>
        </pc:sldMkLst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2642518623" sldId="292"/>
        </pc:sldMkLst>
      </pc:sldChg>
      <pc:sldChg chg="delSp modSp add mod">
        <pc:chgData name="Bačo, Timotej" userId="152f2ad6-3c97-47cf-bd89-58c5c0a29e21" providerId="ADAL" clId="{7E823390-D6B7-4562-B824-4240E0FA3251}" dt="2024-11-26T22:32:33.736" v="445" actId="1076"/>
        <pc:sldMkLst>
          <pc:docMk/>
          <pc:sldMk cId="4181113872" sldId="292"/>
        </pc:sldMkLst>
        <pc:spChg chg="del">
          <ac:chgData name="Bačo, Timotej" userId="152f2ad6-3c97-47cf-bd89-58c5c0a29e21" providerId="ADAL" clId="{7E823390-D6B7-4562-B824-4240E0FA3251}" dt="2024-11-26T22:32:29.542" v="444" actId="478"/>
          <ac:spMkLst>
            <pc:docMk/>
            <pc:sldMk cId="4181113872" sldId="292"/>
            <ac:spMk id="3" creationId="{29AF2141-EAE3-0407-E40C-57042DAEF0A5}"/>
          </ac:spMkLst>
        </pc:spChg>
        <pc:spChg chg="mod">
          <ac:chgData name="Bačo, Timotej" userId="152f2ad6-3c97-47cf-bd89-58c5c0a29e21" providerId="ADAL" clId="{7E823390-D6B7-4562-B824-4240E0FA3251}" dt="2024-11-26T22:32:33.736" v="445" actId="1076"/>
          <ac:spMkLst>
            <pc:docMk/>
            <pc:sldMk cId="4181113872" sldId="292"/>
            <ac:spMk id="8" creationId="{D4394263-17C4-107C-501F-C19FC6080FA3}"/>
          </ac:spMkLst>
        </pc:spChg>
      </pc:sldChg>
      <pc:sldChg chg="addSp delSp modSp add mod">
        <pc:chgData name="Bačo, Timotej" userId="152f2ad6-3c97-47cf-bd89-58c5c0a29e21" providerId="ADAL" clId="{7E823390-D6B7-4562-B824-4240E0FA3251}" dt="2024-11-26T22:36:58.959" v="478" actId="1076"/>
        <pc:sldMkLst>
          <pc:docMk/>
          <pc:sldMk cId="477289951" sldId="293"/>
        </pc:sldMkLst>
        <pc:spChg chg="mod">
          <ac:chgData name="Bačo, Timotej" userId="152f2ad6-3c97-47cf-bd89-58c5c0a29e21" providerId="ADAL" clId="{7E823390-D6B7-4562-B824-4240E0FA3251}" dt="2024-11-26T22:34:56.422" v="456" actId="20577"/>
          <ac:spMkLst>
            <pc:docMk/>
            <pc:sldMk cId="477289951" sldId="293"/>
            <ac:spMk id="2" creationId="{78BDABF5-8F51-701C-41A3-648EFE25590F}"/>
          </ac:spMkLst>
        </pc:spChg>
        <pc:spChg chg="add">
          <ac:chgData name="Bačo, Timotej" userId="152f2ad6-3c97-47cf-bd89-58c5c0a29e21" providerId="ADAL" clId="{7E823390-D6B7-4562-B824-4240E0FA3251}" dt="2024-11-26T22:35:46.562" v="459"/>
          <ac:spMkLst>
            <pc:docMk/>
            <pc:sldMk cId="477289951" sldId="293"/>
            <ac:spMk id="3" creationId="{F2B3CDB9-96F9-3343-E909-5CAEA40BFA65}"/>
          </ac:spMkLst>
        </pc:spChg>
        <pc:spChg chg="add">
          <ac:chgData name="Bačo, Timotej" userId="152f2ad6-3c97-47cf-bd89-58c5c0a29e21" providerId="ADAL" clId="{7E823390-D6B7-4562-B824-4240E0FA3251}" dt="2024-11-26T22:35:50.779" v="461"/>
          <ac:spMkLst>
            <pc:docMk/>
            <pc:sldMk cId="477289951" sldId="293"/>
            <ac:spMk id="7" creationId="{E29931FE-80F4-545C-4715-BD4E4E2F2F76}"/>
          </ac:spMkLst>
        </pc:spChg>
        <pc:spChg chg="add del mod">
          <ac:chgData name="Bačo, Timotej" userId="152f2ad6-3c97-47cf-bd89-58c5c0a29e21" providerId="ADAL" clId="{7E823390-D6B7-4562-B824-4240E0FA3251}" dt="2024-11-26T22:36:58.959" v="478" actId="1076"/>
          <ac:spMkLst>
            <pc:docMk/>
            <pc:sldMk cId="477289951" sldId="293"/>
            <ac:spMk id="8" creationId="{D4394263-17C4-107C-501F-C19FC6080FA3}"/>
          </ac:spMkLst>
        </pc:spChg>
        <pc:spChg chg="add del">
          <ac:chgData name="Bačo, Timotej" userId="152f2ad6-3c97-47cf-bd89-58c5c0a29e21" providerId="ADAL" clId="{7E823390-D6B7-4562-B824-4240E0FA3251}" dt="2024-11-26T22:36:05.982" v="464" actId="478"/>
          <ac:spMkLst>
            <pc:docMk/>
            <pc:sldMk cId="477289951" sldId="293"/>
            <ac:spMk id="9" creationId="{F965E73F-2C1D-B3FA-CD98-5DE41166FEC3}"/>
          </ac:spMkLst>
        </pc:spChg>
        <pc:spChg chg="add">
          <ac:chgData name="Bačo, Timotej" userId="152f2ad6-3c97-47cf-bd89-58c5c0a29e21" providerId="ADAL" clId="{7E823390-D6B7-4562-B824-4240E0FA3251}" dt="2024-11-26T22:36:10.224" v="466"/>
          <ac:spMkLst>
            <pc:docMk/>
            <pc:sldMk cId="477289951" sldId="293"/>
            <ac:spMk id="10" creationId="{8C8F9F07-6014-D3D7-3F05-7521EF48A349}"/>
          </ac:spMkLst>
        </pc:spChg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843394964" sldId="293"/>
        </pc:sldMkLst>
      </pc:sldChg>
      <pc:sldChg chg="modSp add mod">
        <pc:chgData name="Bačo, Timotej" userId="152f2ad6-3c97-47cf-bd89-58c5c0a29e21" providerId="ADAL" clId="{7E823390-D6B7-4562-B824-4240E0FA3251}" dt="2024-11-26T22:44:10.766" v="533" actId="20577"/>
        <pc:sldMkLst>
          <pc:docMk/>
          <pc:sldMk cId="367173898" sldId="294"/>
        </pc:sldMkLst>
        <pc:spChg chg="mod">
          <ac:chgData name="Bačo, Timotej" userId="152f2ad6-3c97-47cf-bd89-58c5c0a29e21" providerId="ADAL" clId="{7E823390-D6B7-4562-B824-4240E0FA3251}" dt="2024-11-26T22:42:17.611" v="499" actId="20577"/>
          <ac:spMkLst>
            <pc:docMk/>
            <pc:sldMk cId="367173898" sldId="294"/>
            <ac:spMk id="2" creationId="{78BDABF5-8F51-701C-41A3-648EFE25590F}"/>
          </ac:spMkLst>
        </pc:spChg>
        <pc:spChg chg="mod">
          <ac:chgData name="Bačo, Timotej" userId="152f2ad6-3c97-47cf-bd89-58c5c0a29e21" providerId="ADAL" clId="{7E823390-D6B7-4562-B824-4240E0FA3251}" dt="2024-11-26T22:44:10.766" v="533" actId="20577"/>
          <ac:spMkLst>
            <pc:docMk/>
            <pc:sldMk cId="367173898" sldId="294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2026423682" sldId="294"/>
        </pc:sldMkLst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3490928273" sldId="295"/>
        </pc:sldMkLst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2846120629" sldId="296"/>
        </pc:sldMkLst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2798318434" sldId="297"/>
        </pc:sldMkLst>
      </pc:sldChg>
    </pc:docChg>
  </pc:docChgLst>
  <pc:docChgLst>
    <pc:chgData name="Bačo, Timotej" userId="152f2ad6-3c97-47cf-bd89-58c5c0a29e21" providerId="ADAL" clId="{A116A470-1CA7-474F-BCA0-673CF10BD9E4}"/>
    <pc:docChg chg="undo redo custSel addSld delSld modSld">
      <pc:chgData name="Bačo, Timotej" userId="152f2ad6-3c97-47cf-bd89-58c5c0a29e21" providerId="ADAL" clId="{A116A470-1CA7-474F-BCA0-673CF10BD9E4}" dt="2024-12-03T21:58:16.194" v="570" actId="1076"/>
      <pc:docMkLst>
        <pc:docMk/>
      </pc:docMkLst>
      <pc:sldChg chg="modSp mod">
        <pc:chgData name="Bačo, Timotej" userId="152f2ad6-3c97-47cf-bd89-58c5c0a29e21" providerId="ADAL" clId="{A116A470-1CA7-474F-BCA0-673CF10BD9E4}" dt="2024-12-03T21:03:25.622" v="7" actId="20577"/>
        <pc:sldMkLst>
          <pc:docMk/>
          <pc:sldMk cId="735358950" sldId="257"/>
        </pc:sldMkLst>
        <pc:spChg chg="mod">
          <ac:chgData name="Bačo, Timotej" userId="152f2ad6-3c97-47cf-bd89-58c5c0a29e21" providerId="ADAL" clId="{A116A470-1CA7-474F-BCA0-673CF10BD9E4}" dt="2024-12-03T21:03:25.622" v="7" actId="20577"/>
          <ac:spMkLst>
            <pc:docMk/>
            <pc:sldMk cId="735358950" sldId="257"/>
            <ac:spMk id="2" creationId="{C33FF8F9-4436-ED9C-E30E-680373C64496}"/>
          </ac:spMkLst>
        </pc:spChg>
      </pc:sldChg>
      <pc:sldChg chg="addSp modSp mod">
        <pc:chgData name="Bačo, Timotej" userId="152f2ad6-3c97-47cf-bd89-58c5c0a29e21" providerId="ADAL" clId="{A116A470-1CA7-474F-BCA0-673CF10BD9E4}" dt="2024-12-03T21:16:16.361" v="88" actId="1076"/>
        <pc:sldMkLst>
          <pc:docMk/>
          <pc:sldMk cId="753961250" sldId="285"/>
        </pc:sldMkLst>
        <pc:spChg chg="mod">
          <ac:chgData name="Bačo, Timotej" userId="152f2ad6-3c97-47cf-bd89-58c5c0a29e21" providerId="ADAL" clId="{A116A470-1CA7-474F-BCA0-673CF10BD9E4}" dt="2024-12-03T21:03:49.157" v="14" actId="20577"/>
          <ac:spMkLst>
            <pc:docMk/>
            <pc:sldMk cId="753961250" sldId="285"/>
            <ac:spMk id="2" creationId="{78BDABF5-8F51-701C-41A3-648EFE25590F}"/>
          </ac:spMkLst>
        </pc:spChg>
        <pc:spChg chg="mod">
          <ac:chgData name="Bačo, Timotej" userId="152f2ad6-3c97-47cf-bd89-58c5c0a29e21" providerId="ADAL" clId="{A116A470-1CA7-474F-BCA0-673CF10BD9E4}" dt="2024-12-03T21:16:16.361" v="88" actId="1076"/>
          <ac:spMkLst>
            <pc:docMk/>
            <pc:sldMk cId="753961250" sldId="285"/>
            <ac:spMk id="8" creationId="{D4394263-17C4-107C-501F-C19FC6080FA3}"/>
          </ac:spMkLst>
        </pc:spChg>
        <pc:picChg chg="add mod">
          <ac:chgData name="Bačo, Timotej" userId="152f2ad6-3c97-47cf-bd89-58c5c0a29e21" providerId="ADAL" clId="{A116A470-1CA7-474F-BCA0-673CF10BD9E4}" dt="2024-12-03T21:16:10.408" v="87" actId="1076"/>
          <ac:picMkLst>
            <pc:docMk/>
            <pc:sldMk cId="753961250" sldId="285"/>
            <ac:picMk id="7" creationId="{1BA1C4C7-8F34-8A8D-CC9F-329280E70893}"/>
          </ac:picMkLst>
        </pc:picChg>
      </pc:sldChg>
      <pc:sldChg chg="addSp delSp modSp add mod">
        <pc:chgData name="Bačo, Timotej" userId="152f2ad6-3c97-47cf-bd89-58c5c0a29e21" providerId="ADAL" clId="{A116A470-1CA7-474F-BCA0-673CF10BD9E4}" dt="2024-12-03T21:24:01.659" v="168"/>
        <pc:sldMkLst>
          <pc:docMk/>
          <pc:sldMk cId="2214744826" sldId="286"/>
        </pc:sldMkLst>
        <pc:spChg chg="mod">
          <ac:chgData name="Bačo, Timotej" userId="152f2ad6-3c97-47cf-bd89-58c5c0a29e21" providerId="ADAL" clId="{A116A470-1CA7-474F-BCA0-673CF10BD9E4}" dt="2024-12-03T21:16:54.336" v="94"/>
          <ac:spMkLst>
            <pc:docMk/>
            <pc:sldMk cId="2214744826" sldId="286"/>
            <ac:spMk id="2" creationId="{78BDABF5-8F51-701C-41A3-648EFE25590F}"/>
          </ac:spMkLst>
        </pc:spChg>
        <pc:spChg chg="add">
          <ac:chgData name="Bačo, Timotej" userId="152f2ad6-3c97-47cf-bd89-58c5c0a29e21" providerId="ADAL" clId="{A116A470-1CA7-474F-BCA0-673CF10BD9E4}" dt="2024-12-03T21:17:08.040" v="97"/>
          <ac:spMkLst>
            <pc:docMk/>
            <pc:sldMk cId="2214744826" sldId="286"/>
            <ac:spMk id="3" creationId="{AC299096-7B49-9FFB-7A34-B2BB46B83D9D}"/>
          </ac:spMkLst>
        </pc:spChg>
        <pc:spChg chg="del mod">
          <ac:chgData name="Bačo, Timotej" userId="152f2ad6-3c97-47cf-bd89-58c5c0a29e21" providerId="ADAL" clId="{A116A470-1CA7-474F-BCA0-673CF10BD9E4}" dt="2024-12-03T21:17:22.694" v="101" actId="478"/>
          <ac:spMkLst>
            <pc:docMk/>
            <pc:sldMk cId="2214744826" sldId="286"/>
            <ac:spMk id="8" creationId="{D4394263-17C4-107C-501F-C19FC6080FA3}"/>
          </ac:spMkLst>
        </pc:spChg>
        <pc:spChg chg="add mod">
          <ac:chgData name="Bačo, Timotej" userId="152f2ad6-3c97-47cf-bd89-58c5c0a29e21" providerId="ADAL" clId="{A116A470-1CA7-474F-BCA0-673CF10BD9E4}" dt="2024-12-03T21:17:13.349" v="99"/>
          <ac:spMkLst>
            <pc:docMk/>
            <pc:sldMk cId="2214744826" sldId="286"/>
            <ac:spMk id="9" creationId="{630217F2-092D-FEA9-0D7A-DC0FF0772490}"/>
          </ac:spMkLst>
        </pc:spChg>
        <pc:spChg chg="add del">
          <ac:chgData name="Bačo, Timotej" userId="152f2ad6-3c97-47cf-bd89-58c5c0a29e21" providerId="ADAL" clId="{A116A470-1CA7-474F-BCA0-673CF10BD9E4}" dt="2024-12-03T21:17:22.694" v="101" actId="478"/>
          <ac:spMkLst>
            <pc:docMk/>
            <pc:sldMk cId="2214744826" sldId="286"/>
            <ac:spMk id="10" creationId="{98DB87F7-F2E1-5622-66F8-8AC2763D97C5}"/>
          </ac:spMkLst>
        </pc:spChg>
        <pc:spChg chg="add mod">
          <ac:chgData name="Bačo, Timotej" userId="152f2ad6-3c97-47cf-bd89-58c5c0a29e21" providerId="ADAL" clId="{A116A470-1CA7-474F-BCA0-673CF10BD9E4}" dt="2024-12-03T21:24:01.659" v="168"/>
          <ac:spMkLst>
            <pc:docMk/>
            <pc:sldMk cId="2214744826" sldId="286"/>
            <ac:spMk id="11" creationId="{04C3D501-DD14-FCF4-2287-EA5D5C25DE80}"/>
          </ac:spMkLst>
        </pc:spChg>
        <pc:picChg chg="del">
          <ac:chgData name="Bačo, Timotej" userId="152f2ad6-3c97-47cf-bd89-58c5c0a29e21" providerId="ADAL" clId="{A116A470-1CA7-474F-BCA0-673CF10BD9E4}" dt="2024-12-03T21:16:56.175" v="95" actId="478"/>
          <ac:picMkLst>
            <pc:docMk/>
            <pc:sldMk cId="2214744826" sldId="286"/>
            <ac:picMk id="7" creationId="{1BA1C4C7-8F34-8A8D-CC9F-329280E70893}"/>
          </ac:picMkLst>
        </pc:picChg>
        <pc:picChg chg="add mod ord">
          <ac:chgData name="Bačo, Timotej" userId="152f2ad6-3c97-47cf-bd89-58c5c0a29e21" providerId="ADAL" clId="{A116A470-1CA7-474F-BCA0-673CF10BD9E4}" dt="2024-12-03T21:19:19.612" v="122" actId="171"/>
          <ac:picMkLst>
            <pc:docMk/>
            <pc:sldMk cId="2214744826" sldId="286"/>
            <ac:picMk id="13" creationId="{386E318B-C590-21F1-C69E-AD5A3F85053C}"/>
          </ac:picMkLst>
        </pc:picChg>
      </pc:sldChg>
      <pc:sldChg chg="del">
        <pc:chgData name="Bačo, Timotej" userId="152f2ad6-3c97-47cf-bd89-58c5c0a29e21" providerId="ADAL" clId="{A116A470-1CA7-474F-BCA0-673CF10BD9E4}" dt="2024-12-03T21:02:36.786" v="0" actId="47"/>
        <pc:sldMkLst>
          <pc:docMk/>
          <pc:sldMk cId="2570018597" sldId="287"/>
        </pc:sldMkLst>
      </pc:sldChg>
      <pc:sldChg chg="modSp add mod">
        <pc:chgData name="Bačo, Timotej" userId="152f2ad6-3c97-47cf-bd89-58c5c0a29e21" providerId="ADAL" clId="{A116A470-1CA7-474F-BCA0-673CF10BD9E4}" dt="2024-12-03T21:26:04.855" v="201" actId="1076"/>
        <pc:sldMkLst>
          <pc:docMk/>
          <pc:sldMk cId="3171756812" sldId="287"/>
        </pc:sldMkLst>
        <pc:spChg chg="mod">
          <ac:chgData name="Bačo, Timotej" userId="152f2ad6-3c97-47cf-bd89-58c5c0a29e21" providerId="ADAL" clId="{A116A470-1CA7-474F-BCA0-673CF10BD9E4}" dt="2024-12-03T21:20:28.211" v="131" actId="20577"/>
          <ac:spMkLst>
            <pc:docMk/>
            <pc:sldMk cId="3171756812" sldId="287"/>
            <ac:spMk id="2" creationId="{78BDABF5-8F51-701C-41A3-648EFE25590F}"/>
          </ac:spMkLst>
        </pc:spChg>
        <pc:spChg chg="mod">
          <ac:chgData name="Bačo, Timotej" userId="152f2ad6-3c97-47cf-bd89-58c5c0a29e21" providerId="ADAL" clId="{A116A470-1CA7-474F-BCA0-673CF10BD9E4}" dt="2024-12-03T21:25:56.221" v="199" actId="1076"/>
          <ac:spMkLst>
            <pc:docMk/>
            <pc:sldMk cId="3171756812" sldId="287"/>
            <ac:spMk id="11" creationId="{04C3D501-DD14-FCF4-2287-EA5D5C25DE80}"/>
          </ac:spMkLst>
        </pc:spChg>
        <pc:picChg chg="mod">
          <ac:chgData name="Bačo, Timotej" userId="152f2ad6-3c97-47cf-bd89-58c5c0a29e21" providerId="ADAL" clId="{A116A470-1CA7-474F-BCA0-673CF10BD9E4}" dt="2024-12-03T21:26:04.855" v="201" actId="1076"/>
          <ac:picMkLst>
            <pc:docMk/>
            <pc:sldMk cId="3171756812" sldId="287"/>
            <ac:picMk id="13" creationId="{386E318B-C590-21F1-C69E-AD5A3F85053C}"/>
          </ac:picMkLst>
        </pc:picChg>
      </pc:sldChg>
      <pc:sldChg chg="del">
        <pc:chgData name="Bačo, Timotej" userId="152f2ad6-3c97-47cf-bd89-58c5c0a29e21" providerId="ADAL" clId="{A116A470-1CA7-474F-BCA0-673CF10BD9E4}" dt="2024-12-03T21:02:36.786" v="0" actId="47"/>
        <pc:sldMkLst>
          <pc:docMk/>
          <pc:sldMk cId="154797142" sldId="288"/>
        </pc:sldMkLst>
      </pc:sldChg>
      <pc:sldChg chg="delSp modSp add mod">
        <pc:chgData name="Bačo, Timotej" userId="152f2ad6-3c97-47cf-bd89-58c5c0a29e21" providerId="ADAL" clId="{A116A470-1CA7-474F-BCA0-673CF10BD9E4}" dt="2024-12-03T21:32:10.249" v="257" actId="207"/>
        <pc:sldMkLst>
          <pc:docMk/>
          <pc:sldMk cId="3357734923" sldId="288"/>
        </pc:sldMkLst>
        <pc:spChg chg="mod">
          <ac:chgData name="Bačo, Timotej" userId="152f2ad6-3c97-47cf-bd89-58c5c0a29e21" providerId="ADAL" clId="{A116A470-1CA7-474F-BCA0-673CF10BD9E4}" dt="2024-12-03T21:26:56.226" v="210" actId="20577"/>
          <ac:spMkLst>
            <pc:docMk/>
            <pc:sldMk cId="3357734923" sldId="288"/>
            <ac:spMk id="2" creationId="{78BDABF5-8F51-701C-41A3-648EFE25590F}"/>
          </ac:spMkLst>
        </pc:spChg>
        <pc:spChg chg="mod">
          <ac:chgData name="Bačo, Timotej" userId="152f2ad6-3c97-47cf-bd89-58c5c0a29e21" providerId="ADAL" clId="{A116A470-1CA7-474F-BCA0-673CF10BD9E4}" dt="2024-12-03T21:32:10.249" v="257" actId="207"/>
          <ac:spMkLst>
            <pc:docMk/>
            <pc:sldMk cId="3357734923" sldId="288"/>
            <ac:spMk id="11" creationId="{04C3D501-DD14-FCF4-2287-EA5D5C25DE80}"/>
          </ac:spMkLst>
        </pc:spChg>
        <pc:picChg chg="del">
          <ac:chgData name="Bačo, Timotej" userId="152f2ad6-3c97-47cf-bd89-58c5c0a29e21" providerId="ADAL" clId="{A116A470-1CA7-474F-BCA0-673CF10BD9E4}" dt="2024-12-03T21:26:59.593" v="211" actId="478"/>
          <ac:picMkLst>
            <pc:docMk/>
            <pc:sldMk cId="3357734923" sldId="288"/>
            <ac:picMk id="13" creationId="{386E318B-C590-21F1-C69E-AD5A3F85053C}"/>
          </ac:picMkLst>
        </pc:picChg>
      </pc:sldChg>
      <pc:sldChg chg="addSp modSp add mod">
        <pc:chgData name="Bačo, Timotej" userId="152f2ad6-3c97-47cf-bd89-58c5c0a29e21" providerId="ADAL" clId="{A116A470-1CA7-474F-BCA0-673CF10BD9E4}" dt="2024-12-03T21:36:26.063" v="294" actId="1076"/>
        <pc:sldMkLst>
          <pc:docMk/>
          <pc:sldMk cId="1248123291" sldId="289"/>
        </pc:sldMkLst>
        <pc:spChg chg="mod">
          <ac:chgData name="Bačo, Timotej" userId="152f2ad6-3c97-47cf-bd89-58c5c0a29e21" providerId="ADAL" clId="{A116A470-1CA7-474F-BCA0-673CF10BD9E4}" dt="2024-12-03T21:32:57.384" v="274" actId="14100"/>
          <ac:spMkLst>
            <pc:docMk/>
            <pc:sldMk cId="1248123291" sldId="289"/>
            <ac:spMk id="2" creationId="{78BDABF5-8F51-701C-41A3-648EFE25590F}"/>
          </ac:spMkLst>
        </pc:spChg>
        <pc:spChg chg="mod">
          <ac:chgData name="Bačo, Timotej" userId="152f2ad6-3c97-47cf-bd89-58c5c0a29e21" providerId="ADAL" clId="{A116A470-1CA7-474F-BCA0-673CF10BD9E4}" dt="2024-12-03T21:36:26.063" v="294" actId="1076"/>
          <ac:spMkLst>
            <pc:docMk/>
            <pc:sldMk cId="1248123291" sldId="289"/>
            <ac:spMk id="11" creationId="{04C3D501-DD14-FCF4-2287-EA5D5C25DE80}"/>
          </ac:spMkLst>
        </pc:spChg>
        <pc:picChg chg="add mod">
          <ac:chgData name="Bačo, Timotej" userId="152f2ad6-3c97-47cf-bd89-58c5c0a29e21" providerId="ADAL" clId="{A116A470-1CA7-474F-BCA0-673CF10BD9E4}" dt="2024-12-03T21:36:03.929" v="290" actId="1076"/>
          <ac:picMkLst>
            <pc:docMk/>
            <pc:sldMk cId="1248123291" sldId="289"/>
            <ac:picMk id="7" creationId="{0731156E-4A65-FD1C-636C-62A622D8A64A}"/>
          </ac:picMkLst>
        </pc:picChg>
      </pc:sldChg>
      <pc:sldChg chg="del">
        <pc:chgData name="Bačo, Timotej" userId="152f2ad6-3c97-47cf-bd89-58c5c0a29e21" providerId="ADAL" clId="{A116A470-1CA7-474F-BCA0-673CF10BD9E4}" dt="2024-12-03T21:02:36.786" v="0" actId="47"/>
        <pc:sldMkLst>
          <pc:docMk/>
          <pc:sldMk cId="3160165077" sldId="289"/>
        </pc:sldMkLst>
      </pc:sldChg>
      <pc:sldChg chg="addSp delSp modSp add mod">
        <pc:chgData name="Bačo, Timotej" userId="152f2ad6-3c97-47cf-bd89-58c5c0a29e21" providerId="ADAL" clId="{A116A470-1CA7-474F-BCA0-673CF10BD9E4}" dt="2024-12-03T21:41:06.528" v="422"/>
        <pc:sldMkLst>
          <pc:docMk/>
          <pc:sldMk cId="3782679327" sldId="290"/>
        </pc:sldMkLst>
        <pc:spChg chg="mod">
          <ac:chgData name="Bačo, Timotej" userId="152f2ad6-3c97-47cf-bd89-58c5c0a29e21" providerId="ADAL" clId="{A116A470-1CA7-474F-BCA0-673CF10BD9E4}" dt="2024-12-03T21:37:29.110" v="304" actId="20577"/>
          <ac:spMkLst>
            <pc:docMk/>
            <pc:sldMk cId="3782679327" sldId="290"/>
            <ac:spMk id="2" creationId="{78BDABF5-8F51-701C-41A3-648EFE25590F}"/>
          </ac:spMkLst>
        </pc:spChg>
        <pc:spChg chg="add mod">
          <ac:chgData name="Bačo, Timotej" userId="152f2ad6-3c97-47cf-bd89-58c5c0a29e21" providerId="ADAL" clId="{A116A470-1CA7-474F-BCA0-673CF10BD9E4}" dt="2024-12-03T21:40:10.342" v="413" actId="20577"/>
          <ac:spMkLst>
            <pc:docMk/>
            <pc:sldMk cId="3782679327" sldId="290"/>
            <ac:spMk id="3" creationId="{78A30524-13D9-C03F-72DE-6C2939824941}"/>
          </ac:spMkLst>
        </pc:spChg>
        <pc:spChg chg="add mod">
          <ac:chgData name="Bačo, Timotej" userId="152f2ad6-3c97-47cf-bd89-58c5c0a29e21" providerId="ADAL" clId="{A116A470-1CA7-474F-BCA0-673CF10BD9E4}" dt="2024-12-03T21:41:06.528" v="422"/>
          <ac:spMkLst>
            <pc:docMk/>
            <pc:sldMk cId="3782679327" sldId="290"/>
            <ac:spMk id="8" creationId="{F84EA4C1-2791-AC4D-99A8-E1BFAAAA28BE}"/>
          </ac:spMkLst>
        </pc:spChg>
        <pc:spChg chg="mod">
          <ac:chgData name="Bačo, Timotej" userId="152f2ad6-3c97-47cf-bd89-58c5c0a29e21" providerId="ADAL" clId="{A116A470-1CA7-474F-BCA0-673CF10BD9E4}" dt="2024-12-03T21:39:13.340" v="335" actId="1076"/>
          <ac:spMkLst>
            <pc:docMk/>
            <pc:sldMk cId="3782679327" sldId="290"/>
            <ac:spMk id="11" creationId="{04C3D501-DD14-FCF4-2287-EA5D5C25DE80}"/>
          </ac:spMkLst>
        </pc:spChg>
        <pc:picChg chg="del ord">
          <ac:chgData name="Bačo, Timotej" userId="152f2ad6-3c97-47cf-bd89-58c5c0a29e21" providerId="ADAL" clId="{A116A470-1CA7-474F-BCA0-673CF10BD9E4}" dt="2024-12-03T21:38:53.755" v="331" actId="478"/>
          <ac:picMkLst>
            <pc:docMk/>
            <pc:sldMk cId="3782679327" sldId="290"/>
            <ac:picMk id="7" creationId="{0731156E-4A65-FD1C-636C-62A622D8A64A}"/>
          </ac:picMkLst>
        </pc:picChg>
      </pc:sldChg>
      <pc:sldChg chg="del">
        <pc:chgData name="Bačo, Timotej" userId="152f2ad6-3c97-47cf-bd89-58c5c0a29e21" providerId="ADAL" clId="{A116A470-1CA7-474F-BCA0-673CF10BD9E4}" dt="2024-12-03T21:02:36.786" v="0" actId="47"/>
        <pc:sldMkLst>
          <pc:docMk/>
          <pc:sldMk cId="4091674933" sldId="290"/>
        </pc:sldMkLst>
      </pc:sldChg>
      <pc:sldChg chg="del">
        <pc:chgData name="Bačo, Timotej" userId="152f2ad6-3c97-47cf-bd89-58c5c0a29e21" providerId="ADAL" clId="{A116A470-1CA7-474F-BCA0-673CF10BD9E4}" dt="2024-12-03T21:02:36.786" v="0" actId="47"/>
        <pc:sldMkLst>
          <pc:docMk/>
          <pc:sldMk cId="639066803" sldId="291"/>
        </pc:sldMkLst>
      </pc:sldChg>
      <pc:sldChg chg="delSp modSp add mod">
        <pc:chgData name="Bačo, Timotej" userId="152f2ad6-3c97-47cf-bd89-58c5c0a29e21" providerId="ADAL" clId="{A116A470-1CA7-474F-BCA0-673CF10BD9E4}" dt="2024-12-03T21:42:16.718" v="433" actId="1076"/>
        <pc:sldMkLst>
          <pc:docMk/>
          <pc:sldMk cId="3377696104" sldId="291"/>
        </pc:sldMkLst>
        <pc:spChg chg="mod">
          <ac:chgData name="Bačo, Timotej" userId="152f2ad6-3c97-47cf-bd89-58c5c0a29e21" providerId="ADAL" clId="{A116A470-1CA7-474F-BCA0-673CF10BD9E4}" dt="2024-12-03T21:42:16.718" v="433" actId="1076"/>
          <ac:spMkLst>
            <pc:docMk/>
            <pc:sldMk cId="3377696104" sldId="291"/>
            <ac:spMk id="3" creationId="{78A30524-13D9-C03F-72DE-6C2939824941}"/>
          </ac:spMkLst>
        </pc:spChg>
        <pc:spChg chg="del">
          <ac:chgData name="Bačo, Timotej" userId="152f2ad6-3c97-47cf-bd89-58c5c0a29e21" providerId="ADAL" clId="{A116A470-1CA7-474F-BCA0-673CF10BD9E4}" dt="2024-12-03T21:42:07.169" v="432" actId="478"/>
          <ac:spMkLst>
            <pc:docMk/>
            <pc:sldMk cId="3377696104" sldId="291"/>
            <ac:spMk id="8" creationId="{F84EA4C1-2791-AC4D-99A8-E1BFAAAA28BE}"/>
          </ac:spMkLst>
        </pc:spChg>
        <pc:spChg chg="mod">
          <ac:chgData name="Bačo, Timotej" userId="152f2ad6-3c97-47cf-bd89-58c5c0a29e21" providerId="ADAL" clId="{A116A470-1CA7-474F-BCA0-673CF10BD9E4}" dt="2024-12-03T21:42:16.718" v="433" actId="1076"/>
          <ac:spMkLst>
            <pc:docMk/>
            <pc:sldMk cId="3377696104" sldId="291"/>
            <ac:spMk id="11" creationId="{04C3D501-DD14-FCF4-2287-EA5D5C25DE80}"/>
          </ac:spMkLst>
        </pc:spChg>
      </pc:sldChg>
      <pc:sldChg chg="addSp delSp modSp add mod">
        <pc:chgData name="Bačo, Timotej" userId="152f2ad6-3c97-47cf-bd89-58c5c0a29e21" providerId="ADAL" clId="{A116A470-1CA7-474F-BCA0-673CF10BD9E4}" dt="2024-12-03T21:45:58.326" v="464"/>
        <pc:sldMkLst>
          <pc:docMk/>
          <pc:sldMk cId="3574648712" sldId="292"/>
        </pc:sldMkLst>
        <pc:spChg chg="mod">
          <ac:chgData name="Bačo, Timotej" userId="152f2ad6-3c97-47cf-bd89-58c5c0a29e21" providerId="ADAL" clId="{A116A470-1CA7-474F-BCA0-673CF10BD9E4}" dt="2024-12-03T21:43:02.675" v="440" actId="20577"/>
          <ac:spMkLst>
            <pc:docMk/>
            <pc:sldMk cId="3574648712" sldId="292"/>
            <ac:spMk id="2" creationId="{78BDABF5-8F51-701C-41A3-648EFE25590F}"/>
          </ac:spMkLst>
        </pc:spChg>
        <pc:spChg chg="del">
          <ac:chgData name="Bačo, Timotej" userId="152f2ad6-3c97-47cf-bd89-58c5c0a29e21" providerId="ADAL" clId="{A116A470-1CA7-474F-BCA0-673CF10BD9E4}" dt="2024-12-03T21:43:07.226" v="441" actId="478"/>
          <ac:spMkLst>
            <pc:docMk/>
            <pc:sldMk cId="3574648712" sldId="292"/>
            <ac:spMk id="3" creationId="{78A30524-13D9-C03F-72DE-6C2939824941}"/>
          </ac:spMkLst>
        </pc:spChg>
        <pc:spChg chg="add mod">
          <ac:chgData name="Bačo, Timotej" userId="152f2ad6-3c97-47cf-bd89-58c5c0a29e21" providerId="ADAL" clId="{A116A470-1CA7-474F-BCA0-673CF10BD9E4}" dt="2024-12-03T21:45:05.369" v="459" actId="1076"/>
          <ac:spMkLst>
            <pc:docMk/>
            <pc:sldMk cId="3574648712" sldId="292"/>
            <ac:spMk id="7" creationId="{1A6FFB68-5095-3B61-81D5-63010AC1C694}"/>
          </ac:spMkLst>
        </pc:spChg>
        <pc:spChg chg="add mod">
          <ac:chgData name="Bačo, Timotej" userId="152f2ad6-3c97-47cf-bd89-58c5c0a29e21" providerId="ADAL" clId="{A116A470-1CA7-474F-BCA0-673CF10BD9E4}" dt="2024-12-03T21:45:14.896" v="460" actId="1076"/>
          <ac:spMkLst>
            <pc:docMk/>
            <pc:sldMk cId="3574648712" sldId="292"/>
            <ac:spMk id="8" creationId="{D4D59F51-B8DC-2095-EF20-6336F2C81274}"/>
          </ac:spMkLst>
        </pc:spChg>
        <pc:spChg chg="add mod">
          <ac:chgData name="Bačo, Timotej" userId="152f2ad6-3c97-47cf-bd89-58c5c0a29e21" providerId="ADAL" clId="{A116A470-1CA7-474F-BCA0-673CF10BD9E4}" dt="2024-12-03T21:45:58.326" v="464"/>
          <ac:spMkLst>
            <pc:docMk/>
            <pc:sldMk cId="3574648712" sldId="292"/>
            <ac:spMk id="9" creationId="{6A9CA35E-2100-8358-D173-0BB75BF3C496}"/>
          </ac:spMkLst>
        </pc:spChg>
        <pc:spChg chg="mod">
          <ac:chgData name="Bačo, Timotej" userId="152f2ad6-3c97-47cf-bd89-58c5c0a29e21" providerId="ADAL" clId="{A116A470-1CA7-474F-BCA0-673CF10BD9E4}" dt="2024-12-03T21:45:00.221" v="458" actId="1076"/>
          <ac:spMkLst>
            <pc:docMk/>
            <pc:sldMk cId="3574648712" sldId="292"/>
            <ac:spMk id="11" creationId="{04C3D501-DD14-FCF4-2287-EA5D5C25DE80}"/>
          </ac:spMkLst>
        </pc:spChg>
      </pc:sldChg>
      <pc:sldChg chg="del">
        <pc:chgData name="Bačo, Timotej" userId="152f2ad6-3c97-47cf-bd89-58c5c0a29e21" providerId="ADAL" clId="{A116A470-1CA7-474F-BCA0-673CF10BD9E4}" dt="2024-12-03T21:02:36.786" v="0" actId="47"/>
        <pc:sldMkLst>
          <pc:docMk/>
          <pc:sldMk cId="4181113872" sldId="292"/>
        </pc:sldMkLst>
      </pc:sldChg>
      <pc:sldChg chg="del">
        <pc:chgData name="Bačo, Timotej" userId="152f2ad6-3c97-47cf-bd89-58c5c0a29e21" providerId="ADAL" clId="{A116A470-1CA7-474F-BCA0-673CF10BD9E4}" dt="2024-12-03T21:02:36.786" v="0" actId="47"/>
        <pc:sldMkLst>
          <pc:docMk/>
          <pc:sldMk cId="477289951" sldId="293"/>
        </pc:sldMkLst>
      </pc:sldChg>
      <pc:sldChg chg="addSp modSp add mod">
        <pc:chgData name="Bačo, Timotej" userId="152f2ad6-3c97-47cf-bd89-58c5c0a29e21" providerId="ADAL" clId="{A116A470-1CA7-474F-BCA0-673CF10BD9E4}" dt="2024-12-03T21:49:31.453" v="499" actId="15"/>
        <pc:sldMkLst>
          <pc:docMk/>
          <pc:sldMk cId="3339731830" sldId="293"/>
        </pc:sldMkLst>
        <pc:spChg chg="mod">
          <ac:chgData name="Bačo, Timotej" userId="152f2ad6-3c97-47cf-bd89-58c5c0a29e21" providerId="ADAL" clId="{A116A470-1CA7-474F-BCA0-673CF10BD9E4}" dt="2024-12-03T21:46:17.962" v="473" actId="20577"/>
          <ac:spMkLst>
            <pc:docMk/>
            <pc:sldMk cId="3339731830" sldId="293"/>
            <ac:spMk id="2" creationId="{78BDABF5-8F51-701C-41A3-648EFE25590F}"/>
          </ac:spMkLst>
        </pc:spChg>
        <pc:spChg chg="add mod">
          <ac:chgData name="Bačo, Timotej" userId="152f2ad6-3c97-47cf-bd89-58c5c0a29e21" providerId="ADAL" clId="{A116A470-1CA7-474F-BCA0-673CF10BD9E4}" dt="2024-12-03T21:49:31.453" v="499" actId="15"/>
          <ac:spMkLst>
            <pc:docMk/>
            <pc:sldMk cId="3339731830" sldId="293"/>
            <ac:spMk id="3" creationId="{0BCEE513-7A26-ECD7-CA39-2343EC39A938}"/>
          </ac:spMkLst>
        </pc:spChg>
        <pc:spChg chg="mod">
          <ac:chgData name="Bačo, Timotej" userId="152f2ad6-3c97-47cf-bd89-58c5c0a29e21" providerId="ADAL" clId="{A116A470-1CA7-474F-BCA0-673CF10BD9E4}" dt="2024-12-03T21:48:43.199" v="491" actId="1076"/>
          <ac:spMkLst>
            <pc:docMk/>
            <pc:sldMk cId="3339731830" sldId="293"/>
            <ac:spMk id="7" creationId="{1A6FFB68-5095-3B61-81D5-63010AC1C694}"/>
          </ac:spMkLst>
        </pc:spChg>
        <pc:spChg chg="mod">
          <ac:chgData name="Bačo, Timotej" userId="152f2ad6-3c97-47cf-bd89-58c5c0a29e21" providerId="ADAL" clId="{A116A470-1CA7-474F-BCA0-673CF10BD9E4}" dt="2024-12-03T21:48:50.137" v="492" actId="1076"/>
          <ac:spMkLst>
            <pc:docMk/>
            <pc:sldMk cId="3339731830" sldId="293"/>
            <ac:spMk id="8" creationId="{D4D59F51-B8DC-2095-EF20-6336F2C81274}"/>
          </ac:spMkLst>
        </pc:spChg>
        <pc:spChg chg="mod">
          <ac:chgData name="Bačo, Timotej" userId="152f2ad6-3c97-47cf-bd89-58c5c0a29e21" providerId="ADAL" clId="{A116A470-1CA7-474F-BCA0-673CF10BD9E4}" dt="2024-12-03T21:48:57.343" v="493" actId="1076"/>
          <ac:spMkLst>
            <pc:docMk/>
            <pc:sldMk cId="3339731830" sldId="293"/>
            <ac:spMk id="9" creationId="{6A9CA35E-2100-8358-D173-0BB75BF3C496}"/>
          </ac:spMkLst>
        </pc:spChg>
        <pc:spChg chg="mod">
          <ac:chgData name="Bačo, Timotej" userId="152f2ad6-3c97-47cf-bd89-58c5c0a29e21" providerId="ADAL" clId="{A116A470-1CA7-474F-BCA0-673CF10BD9E4}" dt="2024-12-03T21:48:34.515" v="490" actId="1076"/>
          <ac:spMkLst>
            <pc:docMk/>
            <pc:sldMk cId="3339731830" sldId="293"/>
            <ac:spMk id="11" creationId="{04C3D501-DD14-FCF4-2287-EA5D5C25DE80}"/>
          </ac:spMkLst>
        </pc:spChg>
      </pc:sldChg>
      <pc:sldChg chg="del">
        <pc:chgData name="Bačo, Timotej" userId="152f2ad6-3c97-47cf-bd89-58c5c0a29e21" providerId="ADAL" clId="{A116A470-1CA7-474F-BCA0-673CF10BD9E4}" dt="2024-12-03T21:02:36.786" v="0" actId="47"/>
        <pc:sldMkLst>
          <pc:docMk/>
          <pc:sldMk cId="367173898" sldId="294"/>
        </pc:sldMkLst>
      </pc:sldChg>
      <pc:sldChg chg="addSp delSp modSp add mod">
        <pc:chgData name="Bačo, Timotej" userId="152f2ad6-3c97-47cf-bd89-58c5c0a29e21" providerId="ADAL" clId="{A116A470-1CA7-474F-BCA0-673CF10BD9E4}" dt="2024-12-03T21:56:39.977" v="548" actId="478"/>
        <pc:sldMkLst>
          <pc:docMk/>
          <pc:sldMk cId="1701916525" sldId="294"/>
        </pc:sldMkLst>
        <pc:spChg chg="mod">
          <ac:chgData name="Bačo, Timotej" userId="152f2ad6-3c97-47cf-bd89-58c5c0a29e21" providerId="ADAL" clId="{A116A470-1CA7-474F-BCA0-673CF10BD9E4}" dt="2024-12-03T21:50:02.592" v="505"/>
          <ac:spMkLst>
            <pc:docMk/>
            <pc:sldMk cId="1701916525" sldId="294"/>
            <ac:spMk id="2" creationId="{78BDABF5-8F51-701C-41A3-648EFE25590F}"/>
          </ac:spMkLst>
        </pc:spChg>
        <pc:spChg chg="del">
          <ac:chgData name="Bačo, Timotej" userId="152f2ad6-3c97-47cf-bd89-58c5c0a29e21" providerId="ADAL" clId="{A116A470-1CA7-474F-BCA0-673CF10BD9E4}" dt="2024-12-03T21:50:28.160" v="512" actId="478"/>
          <ac:spMkLst>
            <pc:docMk/>
            <pc:sldMk cId="1701916525" sldId="294"/>
            <ac:spMk id="3" creationId="{0BCEE513-7A26-ECD7-CA39-2343EC39A938}"/>
          </ac:spMkLst>
        </pc:spChg>
        <pc:spChg chg="del">
          <ac:chgData name="Bačo, Timotej" userId="152f2ad6-3c97-47cf-bd89-58c5c0a29e21" providerId="ADAL" clId="{A116A470-1CA7-474F-BCA0-673CF10BD9E4}" dt="2024-12-03T21:50:17.522" v="509" actId="478"/>
          <ac:spMkLst>
            <pc:docMk/>
            <pc:sldMk cId="1701916525" sldId="294"/>
            <ac:spMk id="7" creationId="{1A6FFB68-5095-3B61-81D5-63010AC1C694}"/>
          </ac:spMkLst>
        </pc:spChg>
        <pc:spChg chg="del">
          <ac:chgData name="Bačo, Timotej" userId="152f2ad6-3c97-47cf-bd89-58c5c0a29e21" providerId="ADAL" clId="{A116A470-1CA7-474F-BCA0-673CF10BD9E4}" dt="2024-12-03T21:50:20.819" v="510" actId="478"/>
          <ac:spMkLst>
            <pc:docMk/>
            <pc:sldMk cId="1701916525" sldId="294"/>
            <ac:spMk id="8" creationId="{D4D59F51-B8DC-2095-EF20-6336F2C81274}"/>
          </ac:spMkLst>
        </pc:spChg>
        <pc:spChg chg="del">
          <ac:chgData name="Bačo, Timotej" userId="152f2ad6-3c97-47cf-bd89-58c5c0a29e21" providerId="ADAL" clId="{A116A470-1CA7-474F-BCA0-673CF10BD9E4}" dt="2024-12-03T21:50:24.716" v="511" actId="478"/>
          <ac:spMkLst>
            <pc:docMk/>
            <pc:sldMk cId="1701916525" sldId="294"/>
            <ac:spMk id="9" creationId="{6A9CA35E-2100-8358-D173-0BB75BF3C496}"/>
          </ac:spMkLst>
        </pc:spChg>
        <pc:spChg chg="add mod">
          <ac:chgData name="Bačo, Timotej" userId="152f2ad6-3c97-47cf-bd89-58c5c0a29e21" providerId="ADAL" clId="{A116A470-1CA7-474F-BCA0-673CF10BD9E4}" dt="2024-12-03T21:52:09.221" v="529" actId="1076"/>
          <ac:spMkLst>
            <pc:docMk/>
            <pc:sldMk cId="1701916525" sldId="294"/>
            <ac:spMk id="10" creationId="{DD1681EE-13E4-0309-33F5-51C5D7EEBA92}"/>
          </ac:spMkLst>
        </pc:spChg>
        <pc:spChg chg="mod">
          <ac:chgData name="Bačo, Timotej" userId="152f2ad6-3c97-47cf-bd89-58c5c0a29e21" providerId="ADAL" clId="{A116A470-1CA7-474F-BCA0-673CF10BD9E4}" dt="2024-12-03T21:52:09.221" v="529" actId="1076"/>
          <ac:spMkLst>
            <pc:docMk/>
            <pc:sldMk cId="1701916525" sldId="294"/>
            <ac:spMk id="11" creationId="{04C3D501-DD14-FCF4-2287-EA5D5C25DE80}"/>
          </ac:spMkLst>
        </pc:spChg>
        <pc:spChg chg="add mod">
          <ac:chgData name="Bačo, Timotej" userId="152f2ad6-3c97-47cf-bd89-58c5c0a29e21" providerId="ADAL" clId="{A116A470-1CA7-474F-BCA0-673CF10BD9E4}" dt="2024-12-03T21:52:16.169" v="530" actId="1076"/>
          <ac:spMkLst>
            <pc:docMk/>
            <pc:sldMk cId="1701916525" sldId="294"/>
            <ac:spMk id="12" creationId="{36909CC5-243A-0480-BA8E-DFC6253E2D36}"/>
          </ac:spMkLst>
        </pc:spChg>
        <pc:graphicFrameChg chg="add del modGraphic">
          <ac:chgData name="Bačo, Timotej" userId="152f2ad6-3c97-47cf-bd89-58c5c0a29e21" providerId="ADAL" clId="{A116A470-1CA7-474F-BCA0-673CF10BD9E4}" dt="2024-12-03T21:56:39.977" v="548" actId="478"/>
          <ac:graphicFrameMkLst>
            <pc:docMk/>
            <pc:sldMk cId="1701916525" sldId="294"/>
            <ac:graphicFrameMk id="14" creationId="{91E99754-9DD1-7EF5-2008-E9277E238A12}"/>
          </ac:graphicFrameMkLst>
        </pc:graphicFrameChg>
      </pc:sldChg>
      <pc:sldChg chg="delSp modSp add mod">
        <pc:chgData name="Bačo, Timotej" userId="152f2ad6-3c97-47cf-bd89-58c5c0a29e21" providerId="ADAL" clId="{A116A470-1CA7-474F-BCA0-673CF10BD9E4}" dt="2024-12-03T21:58:16.194" v="570" actId="1076"/>
        <pc:sldMkLst>
          <pc:docMk/>
          <pc:sldMk cId="1155693747" sldId="295"/>
        </pc:sldMkLst>
        <pc:spChg chg="mod">
          <ac:chgData name="Bačo, Timotej" userId="152f2ad6-3c97-47cf-bd89-58c5c0a29e21" providerId="ADAL" clId="{A116A470-1CA7-474F-BCA0-673CF10BD9E4}" dt="2024-12-03T21:56:45.538" v="549"/>
          <ac:spMkLst>
            <pc:docMk/>
            <pc:sldMk cId="1155693747" sldId="295"/>
            <ac:spMk id="2" creationId="{78BDABF5-8F51-701C-41A3-648EFE25590F}"/>
          </ac:spMkLst>
        </pc:spChg>
        <pc:spChg chg="mod">
          <ac:chgData name="Bačo, Timotej" userId="152f2ad6-3c97-47cf-bd89-58c5c0a29e21" providerId="ADAL" clId="{A116A470-1CA7-474F-BCA0-673CF10BD9E4}" dt="2024-12-03T21:58:16.194" v="570" actId="1076"/>
          <ac:spMkLst>
            <pc:docMk/>
            <pc:sldMk cId="1155693747" sldId="295"/>
            <ac:spMk id="6" creationId="{3DE966AD-A4F9-6FFF-2E82-329F09C51267}"/>
          </ac:spMkLst>
        </pc:spChg>
        <pc:spChg chg="del">
          <ac:chgData name="Bačo, Timotej" userId="152f2ad6-3c97-47cf-bd89-58c5c0a29e21" providerId="ADAL" clId="{A116A470-1CA7-474F-BCA0-673CF10BD9E4}" dt="2024-12-03T21:56:54.145" v="550" actId="478"/>
          <ac:spMkLst>
            <pc:docMk/>
            <pc:sldMk cId="1155693747" sldId="295"/>
            <ac:spMk id="10" creationId="{DD1681EE-13E4-0309-33F5-51C5D7EEBA92}"/>
          </ac:spMkLst>
        </pc:spChg>
        <pc:spChg chg="mod">
          <ac:chgData name="Bačo, Timotej" userId="152f2ad6-3c97-47cf-bd89-58c5c0a29e21" providerId="ADAL" clId="{A116A470-1CA7-474F-BCA0-673CF10BD9E4}" dt="2024-12-03T21:58:06.962" v="568" actId="1076"/>
          <ac:spMkLst>
            <pc:docMk/>
            <pc:sldMk cId="1155693747" sldId="295"/>
            <ac:spMk id="11" creationId="{04C3D501-DD14-FCF4-2287-EA5D5C25DE80}"/>
          </ac:spMkLst>
        </pc:spChg>
        <pc:spChg chg="del">
          <ac:chgData name="Bačo, Timotej" userId="152f2ad6-3c97-47cf-bd89-58c5c0a29e21" providerId="ADAL" clId="{A116A470-1CA7-474F-BCA0-673CF10BD9E4}" dt="2024-12-03T21:56:57.534" v="551" actId="478"/>
          <ac:spMkLst>
            <pc:docMk/>
            <pc:sldMk cId="1155693747" sldId="295"/>
            <ac:spMk id="12" creationId="{36909CC5-243A-0480-BA8E-DFC6253E2D36}"/>
          </ac:spMkLst>
        </pc:spChg>
        <pc:picChg chg="mod">
          <ac:chgData name="Bačo, Timotej" userId="152f2ad6-3c97-47cf-bd89-58c5c0a29e21" providerId="ADAL" clId="{A116A470-1CA7-474F-BCA0-673CF10BD9E4}" dt="2024-12-03T21:58:13.362" v="569" actId="1076"/>
          <ac:picMkLst>
            <pc:docMk/>
            <pc:sldMk cId="1155693747" sldId="295"/>
            <ac:picMk id="5" creationId="{9A54E75F-DC78-31F0-2F05-03E34691110F}"/>
          </ac:picMkLst>
        </pc:picChg>
      </pc:sldChg>
    </pc:docChg>
  </pc:docChgLst>
  <pc:docChgLst>
    <pc:chgData name="Bačo, Timotej" userId="152f2ad6-3c97-47cf-bd89-58c5c0a29e21" providerId="ADAL" clId="{EF646661-41ED-4CB7-BEC1-72FEA76E7802}"/>
    <pc:docChg chg="delSld">
      <pc:chgData name="Bačo, Timotej" userId="152f2ad6-3c97-47cf-bd89-58c5c0a29e21" providerId="ADAL" clId="{EF646661-41ED-4CB7-BEC1-72FEA76E7802}" dt="2025-01-14T22:13:54.893" v="0" actId="2696"/>
      <pc:docMkLst>
        <pc:docMk/>
      </pc:docMkLst>
      <pc:sldChg chg="del">
        <pc:chgData name="Bačo, Timotej" userId="152f2ad6-3c97-47cf-bd89-58c5c0a29e21" providerId="ADAL" clId="{EF646661-41ED-4CB7-BEC1-72FEA76E7802}" dt="2025-01-14T22:13:54.893" v="0" actId="2696"/>
        <pc:sldMkLst>
          <pc:docMk/>
          <pc:sldMk cId="1553763709" sldId="306"/>
        </pc:sldMkLst>
      </pc:sldChg>
    </pc:docChg>
  </pc:docChgLst>
  <pc:docChgLst>
    <pc:chgData name="Bačo, Timotej" userId="152f2ad6-3c97-47cf-bd89-58c5c0a29e21" providerId="ADAL" clId="{D1BC07C6-688C-4445-AF26-867B567E0C68}"/>
    <pc:docChg chg="undo redo custSel addSld delSld modSld sldOrd">
      <pc:chgData name="Bačo, Timotej" userId="152f2ad6-3c97-47cf-bd89-58c5c0a29e21" providerId="ADAL" clId="{D1BC07C6-688C-4445-AF26-867B567E0C68}" dt="2024-12-18T00:45:22.486" v="701"/>
      <pc:docMkLst>
        <pc:docMk/>
      </pc:docMkLst>
      <pc:sldChg chg="modSp mod">
        <pc:chgData name="Bačo, Timotej" userId="152f2ad6-3c97-47cf-bd89-58c5c0a29e21" providerId="ADAL" clId="{D1BC07C6-688C-4445-AF26-867B567E0C68}" dt="2024-12-17T22:10:32.549" v="21" actId="1076"/>
        <pc:sldMkLst>
          <pc:docMk/>
          <pc:sldMk cId="735358950" sldId="257"/>
        </pc:sldMkLst>
        <pc:spChg chg="mod">
          <ac:chgData name="Bačo, Timotej" userId="152f2ad6-3c97-47cf-bd89-58c5c0a29e21" providerId="ADAL" clId="{D1BC07C6-688C-4445-AF26-867B567E0C68}" dt="2024-12-17T22:10:32.549" v="21" actId="1076"/>
          <ac:spMkLst>
            <pc:docMk/>
            <pc:sldMk cId="735358950" sldId="257"/>
            <ac:spMk id="2" creationId="{C33FF8F9-4436-ED9C-E30E-680373C64496}"/>
          </ac:spMkLst>
        </pc:spChg>
      </pc:sldChg>
      <pc:sldChg chg="modSp mod">
        <pc:chgData name="Bačo, Timotej" userId="152f2ad6-3c97-47cf-bd89-58c5c0a29e21" providerId="ADAL" clId="{D1BC07C6-688C-4445-AF26-867B567E0C68}" dt="2024-12-17T22:16:43.110" v="72" actId="1076"/>
        <pc:sldMkLst>
          <pc:docMk/>
          <pc:sldMk cId="753961250" sldId="285"/>
        </pc:sldMkLst>
        <pc:spChg chg="mod">
          <ac:chgData name="Bačo, Timotej" userId="152f2ad6-3c97-47cf-bd89-58c5c0a29e21" providerId="ADAL" clId="{D1BC07C6-688C-4445-AF26-867B567E0C68}" dt="2024-12-17T22:11:28.012" v="29" actId="20577"/>
          <ac:spMkLst>
            <pc:docMk/>
            <pc:sldMk cId="753961250" sldId="285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7T22:16:43.110" v="72" actId="1076"/>
          <ac:spMkLst>
            <pc:docMk/>
            <pc:sldMk cId="753961250" sldId="285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D1BC07C6-688C-4445-AF26-867B567E0C68}" dt="2024-12-17T22:19:06.490" v="96" actId="1076"/>
        <pc:sldMkLst>
          <pc:docMk/>
          <pc:sldMk cId="848617595" sldId="286"/>
        </pc:sldMkLst>
        <pc:spChg chg="mod">
          <ac:chgData name="Bačo, Timotej" userId="152f2ad6-3c97-47cf-bd89-58c5c0a29e21" providerId="ADAL" clId="{D1BC07C6-688C-4445-AF26-867B567E0C68}" dt="2024-12-17T22:17:19.235" v="78"/>
          <ac:spMkLst>
            <pc:docMk/>
            <pc:sldMk cId="848617595" sldId="286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7T22:19:06.490" v="96" actId="1076"/>
          <ac:spMkLst>
            <pc:docMk/>
            <pc:sldMk cId="848617595" sldId="286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3042452015" sldId="286"/>
        </pc:sldMkLst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2053780322" sldId="287"/>
        </pc:sldMkLst>
      </pc:sldChg>
      <pc:sldChg chg="modSp add mod">
        <pc:chgData name="Bačo, Timotej" userId="152f2ad6-3c97-47cf-bd89-58c5c0a29e21" providerId="ADAL" clId="{D1BC07C6-688C-4445-AF26-867B567E0C68}" dt="2024-12-17T22:34:35.837" v="125" actId="207"/>
        <pc:sldMkLst>
          <pc:docMk/>
          <pc:sldMk cId="3231958278" sldId="287"/>
        </pc:sldMkLst>
        <pc:spChg chg="mod">
          <ac:chgData name="Bačo, Timotej" userId="152f2ad6-3c97-47cf-bd89-58c5c0a29e21" providerId="ADAL" clId="{D1BC07C6-688C-4445-AF26-867B567E0C68}" dt="2024-12-17T22:30:58.580" v="111" actId="113"/>
          <ac:spMkLst>
            <pc:docMk/>
            <pc:sldMk cId="3231958278" sldId="287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7T22:34:35.837" v="125" actId="207"/>
          <ac:spMkLst>
            <pc:docMk/>
            <pc:sldMk cId="3231958278" sldId="287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136641168" sldId="288"/>
        </pc:sldMkLst>
      </pc:sldChg>
      <pc:sldChg chg="modSp add mod">
        <pc:chgData name="Bačo, Timotej" userId="152f2ad6-3c97-47cf-bd89-58c5c0a29e21" providerId="ADAL" clId="{D1BC07C6-688C-4445-AF26-867B567E0C68}" dt="2024-12-17T22:37:07.175" v="143" actId="1076"/>
        <pc:sldMkLst>
          <pc:docMk/>
          <pc:sldMk cId="1629191528" sldId="288"/>
        </pc:sldMkLst>
        <pc:spChg chg="mod">
          <ac:chgData name="Bačo, Timotej" userId="152f2ad6-3c97-47cf-bd89-58c5c0a29e21" providerId="ADAL" clId="{D1BC07C6-688C-4445-AF26-867B567E0C68}" dt="2024-12-17T22:36:11.845" v="131"/>
          <ac:spMkLst>
            <pc:docMk/>
            <pc:sldMk cId="1629191528" sldId="288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7T22:37:07.175" v="143" actId="1076"/>
          <ac:spMkLst>
            <pc:docMk/>
            <pc:sldMk cId="1629191528" sldId="288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2471116345" sldId="289"/>
        </pc:sldMkLst>
      </pc:sldChg>
      <pc:sldChg chg="modSp add mod">
        <pc:chgData name="Bačo, Timotej" userId="152f2ad6-3c97-47cf-bd89-58c5c0a29e21" providerId="ADAL" clId="{D1BC07C6-688C-4445-AF26-867B567E0C68}" dt="2024-12-17T22:39:58.278" v="186" actId="1076"/>
        <pc:sldMkLst>
          <pc:docMk/>
          <pc:sldMk cId="3603357267" sldId="289"/>
        </pc:sldMkLst>
        <pc:spChg chg="mod">
          <ac:chgData name="Bačo, Timotej" userId="152f2ad6-3c97-47cf-bd89-58c5c0a29e21" providerId="ADAL" clId="{D1BC07C6-688C-4445-AF26-867B567E0C68}" dt="2024-12-17T22:39:03.001" v="176"/>
          <ac:spMkLst>
            <pc:docMk/>
            <pc:sldMk cId="3603357267" sldId="289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7T22:39:58.278" v="186" actId="1076"/>
          <ac:spMkLst>
            <pc:docMk/>
            <pc:sldMk cId="3603357267" sldId="289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1328678316" sldId="290"/>
        </pc:sldMkLst>
      </pc:sldChg>
      <pc:sldChg chg="modSp add mod">
        <pc:chgData name="Bačo, Timotej" userId="152f2ad6-3c97-47cf-bd89-58c5c0a29e21" providerId="ADAL" clId="{D1BC07C6-688C-4445-AF26-867B567E0C68}" dt="2024-12-17T22:41:09.225" v="204" actId="1076"/>
        <pc:sldMkLst>
          <pc:docMk/>
          <pc:sldMk cId="3749664259" sldId="290"/>
        </pc:sldMkLst>
        <pc:spChg chg="mod">
          <ac:chgData name="Bačo, Timotej" userId="152f2ad6-3c97-47cf-bd89-58c5c0a29e21" providerId="ADAL" clId="{D1BC07C6-688C-4445-AF26-867B567E0C68}" dt="2024-12-17T22:40:18.299" v="191"/>
          <ac:spMkLst>
            <pc:docMk/>
            <pc:sldMk cId="3749664259" sldId="290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7T22:41:09.225" v="204" actId="1076"/>
          <ac:spMkLst>
            <pc:docMk/>
            <pc:sldMk cId="3749664259" sldId="290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1083470410" sldId="291"/>
        </pc:sldMkLst>
      </pc:sldChg>
      <pc:sldChg chg="modSp add mod">
        <pc:chgData name="Bačo, Timotej" userId="152f2ad6-3c97-47cf-bd89-58c5c0a29e21" providerId="ADAL" clId="{D1BC07C6-688C-4445-AF26-867B567E0C68}" dt="2024-12-17T22:42:53.843" v="223" actId="1076"/>
        <pc:sldMkLst>
          <pc:docMk/>
          <pc:sldMk cId="3801761629" sldId="291"/>
        </pc:sldMkLst>
        <pc:spChg chg="mod">
          <ac:chgData name="Bačo, Timotej" userId="152f2ad6-3c97-47cf-bd89-58c5c0a29e21" providerId="ADAL" clId="{D1BC07C6-688C-4445-AF26-867B567E0C68}" dt="2024-12-17T22:42:05.163" v="209"/>
          <ac:spMkLst>
            <pc:docMk/>
            <pc:sldMk cId="3801761629" sldId="291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7T22:42:53.843" v="223" actId="1076"/>
          <ac:spMkLst>
            <pc:docMk/>
            <pc:sldMk cId="3801761629" sldId="291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685684001" sldId="292"/>
        </pc:sldMkLst>
      </pc:sldChg>
      <pc:sldChg chg="modSp add mod ord">
        <pc:chgData name="Bačo, Timotej" userId="152f2ad6-3c97-47cf-bd89-58c5c0a29e21" providerId="ADAL" clId="{D1BC07C6-688C-4445-AF26-867B567E0C68}" dt="2024-12-17T22:38:44.332" v="171"/>
        <pc:sldMkLst>
          <pc:docMk/>
          <pc:sldMk cId="3124489853" sldId="292"/>
        </pc:sldMkLst>
        <pc:spChg chg="mod">
          <ac:chgData name="Bačo, Timotej" userId="152f2ad6-3c97-47cf-bd89-58c5c0a29e21" providerId="ADAL" clId="{D1BC07C6-688C-4445-AF26-867B567E0C68}" dt="2024-12-17T22:37:28.637" v="152"/>
          <ac:spMkLst>
            <pc:docMk/>
            <pc:sldMk cId="3124489853" sldId="292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7T22:38:27.574" v="167" actId="1076"/>
          <ac:spMkLst>
            <pc:docMk/>
            <pc:sldMk cId="3124489853" sldId="292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D1BC07C6-688C-4445-AF26-867B567E0C68}" dt="2024-12-17T22:44:02.735" v="242" actId="20577"/>
        <pc:sldMkLst>
          <pc:docMk/>
          <pc:sldMk cId="2344383918" sldId="293"/>
        </pc:sldMkLst>
        <pc:spChg chg="mod">
          <ac:chgData name="Bačo, Timotej" userId="152f2ad6-3c97-47cf-bd89-58c5c0a29e21" providerId="ADAL" clId="{D1BC07C6-688C-4445-AF26-867B567E0C68}" dt="2024-12-17T22:43:16.582" v="229"/>
          <ac:spMkLst>
            <pc:docMk/>
            <pc:sldMk cId="2344383918" sldId="293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7T22:44:02.735" v="242" actId="20577"/>
          <ac:spMkLst>
            <pc:docMk/>
            <pc:sldMk cId="2344383918" sldId="293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2863425206" sldId="293"/>
        </pc:sldMkLst>
      </pc:sldChg>
      <pc:sldChg chg="modSp add mod">
        <pc:chgData name="Bačo, Timotej" userId="152f2ad6-3c97-47cf-bd89-58c5c0a29e21" providerId="ADAL" clId="{D1BC07C6-688C-4445-AF26-867B567E0C68}" dt="2024-12-18T00:18:26.879" v="258" actId="20577"/>
        <pc:sldMkLst>
          <pc:docMk/>
          <pc:sldMk cId="1622711489" sldId="294"/>
        </pc:sldMkLst>
        <pc:spChg chg="mod">
          <ac:chgData name="Bačo, Timotej" userId="152f2ad6-3c97-47cf-bd89-58c5c0a29e21" providerId="ADAL" clId="{D1BC07C6-688C-4445-AF26-867B567E0C68}" dt="2024-12-18T00:18:26.879" v="258" actId="20577"/>
          <ac:spMkLst>
            <pc:docMk/>
            <pc:sldMk cId="1622711489" sldId="294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7T23:29:02.020" v="249" actId="207"/>
          <ac:spMkLst>
            <pc:docMk/>
            <pc:sldMk cId="1622711489" sldId="294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3206711221" sldId="294"/>
        </pc:sldMkLst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681113892" sldId="295"/>
        </pc:sldMkLst>
      </pc:sldChg>
      <pc:sldChg chg="modSp add mod">
        <pc:chgData name="Bačo, Timotej" userId="152f2ad6-3c97-47cf-bd89-58c5c0a29e21" providerId="ADAL" clId="{D1BC07C6-688C-4445-AF26-867B567E0C68}" dt="2024-12-18T00:21:46.486" v="307" actId="20577"/>
        <pc:sldMkLst>
          <pc:docMk/>
          <pc:sldMk cId="3503197433" sldId="295"/>
        </pc:sldMkLst>
        <pc:spChg chg="mod">
          <ac:chgData name="Bačo, Timotej" userId="152f2ad6-3c97-47cf-bd89-58c5c0a29e21" providerId="ADAL" clId="{D1BC07C6-688C-4445-AF26-867B567E0C68}" dt="2024-12-18T00:18:50.691" v="264"/>
          <ac:spMkLst>
            <pc:docMk/>
            <pc:sldMk cId="3503197433" sldId="295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8T00:21:46.486" v="307" actId="20577"/>
          <ac:spMkLst>
            <pc:docMk/>
            <pc:sldMk cId="3503197433" sldId="295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D1BC07C6-688C-4445-AF26-867B567E0C68}" dt="2024-12-18T00:21:28.231" v="299" actId="20577"/>
        <pc:sldMkLst>
          <pc:docMk/>
          <pc:sldMk cId="335568109" sldId="296"/>
        </pc:sldMkLst>
        <pc:spChg chg="mod">
          <ac:chgData name="Bačo, Timotej" userId="152f2ad6-3c97-47cf-bd89-58c5c0a29e21" providerId="ADAL" clId="{D1BC07C6-688C-4445-AF26-867B567E0C68}" dt="2024-12-18T00:20:26.134" v="284" actId="1076"/>
          <ac:spMkLst>
            <pc:docMk/>
            <pc:sldMk cId="335568109" sldId="296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8T00:21:28.231" v="299" actId="20577"/>
          <ac:spMkLst>
            <pc:docMk/>
            <pc:sldMk cId="335568109" sldId="296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2516262245" sldId="296"/>
        </pc:sldMkLst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3603518251" sldId="297"/>
        </pc:sldMkLst>
      </pc:sldChg>
      <pc:sldChg chg="modSp add mod">
        <pc:chgData name="Bačo, Timotej" userId="152f2ad6-3c97-47cf-bd89-58c5c0a29e21" providerId="ADAL" clId="{D1BC07C6-688C-4445-AF26-867B567E0C68}" dt="2024-12-18T00:23:39.448" v="326" actId="20577"/>
        <pc:sldMkLst>
          <pc:docMk/>
          <pc:sldMk cId="3990932492" sldId="297"/>
        </pc:sldMkLst>
        <pc:spChg chg="mod">
          <ac:chgData name="Bačo, Timotej" userId="152f2ad6-3c97-47cf-bd89-58c5c0a29e21" providerId="ADAL" clId="{D1BC07C6-688C-4445-AF26-867B567E0C68}" dt="2024-12-18T00:22:48.452" v="312"/>
          <ac:spMkLst>
            <pc:docMk/>
            <pc:sldMk cId="3990932492" sldId="297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8T00:23:39.448" v="326" actId="20577"/>
          <ac:spMkLst>
            <pc:docMk/>
            <pc:sldMk cId="3990932492" sldId="297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71866628" sldId="298"/>
        </pc:sldMkLst>
      </pc:sldChg>
      <pc:sldChg chg="modSp add mod">
        <pc:chgData name="Bačo, Timotej" userId="152f2ad6-3c97-47cf-bd89-58c5c0a29e21" providerId="ADAL" clId="{D1BC07C6-688C-4445-AF26-867B567E0C68}" dt="2024-12-18T00:39:14.265" v="397" actId="20577"/>
        <pc:sldMkLst>
          <pc:docMk/>
          <pc:sldMk cId="3146673664" sldId="298"/>
        </pc:sldMkLst>
        <pc:spChg chg="mod">
          <ac:chgData name="Bačo, Timotej" userId="152f2ad6-3c97-47cf-bd89-58c5c0a29e21" providerId="ADAL" clId="{D1BC07C6-688C-4445-AF26-867B567E0C68}" dt="2024-12-18T00:24:08.280" v="331"/>
          <ac:spMkLst>
            <pc:docMk/>
            <pc:sldMk cId="3146673664" sldId="298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8T00:39:14.265" v="397" actId="20577"/>
          <ac:spMkLst>
            <pc:docMk/>
            <pc:sldMk cId="3146673664" sldId="298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D1BC07C6-688C-4445-AF26-867B567E0C68}" dt="2024-12-18T00:39:05.336" v="394" actId="20577"/>
        <pc:sldMkLst>
          <pc:docMk/>
          <pc:sldMk cId="805726419" sldId="299"/>
        </pc:sldMkLst>
        <pc:spChg chg="mod">
          <ac:chgData name="Bačo, Timotej" userId="152f2ad6-3c97-47cf-bd89-58c5c0a29e21" providerId="ADAL" clId="{D1BC07C6-688C-4445-AF26-867B567E0C68}" dt="2024-12-18T00:26:27.261" v="349"/>
          <ac:spMkLst>
            <pc:docMk/>
            <pc:sldMk cId="805726419" sldId="299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8T00:39:05.336" v="394" actId="20577"/>
          <ac:spMkLst>
            <pc:docMk/>
            <pc:sldMk cId="805726419" sldId="299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1297862465" sldId="299"/>
        </pc:sldMkLst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1127362874" sldId="300"/>
        </pc:sldMkLst>
      </pc:sldChg>
      <pc:sldChg chg="modSp add mod">
        <pc:chgData name="Bačo, Timotej" userId="152f2ad6-3c97-47cf-bd89-58c5c0a29e21" providerId="ADAL" clId="{D1BC07C6-688C-4445-AF26-867B567E0C68}" dt="2024-12-18T00:37:09.609" v="372" actId="207"/>
        <pc:sldMkLst>
          <pc:docMk/>
          <pc:sldMk cId="3557201136" sldId="300"/>
        </pc:sldMkLst>
        <pc:spChg chg="mod">
          <ac:chgData name="Bačo, Timotej" userId="152f2ad6-3c97-47cf-bd89-58c5c0a29e21" providerId="ADAL" clId="{D1BC07C6-688C-4445-AF26-867B567E0C68}" dt="2024-12-18T00:36:15.826" v="369"/>
          <ac:spMkLst>
            <pc:docMk/>
            <pc:sldMk cId="3557201136" sldId="300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8T00:37:09.609" v="372" actId="207"/>
          <ac:spMkLst>
            <pc:docMk/>
            <pc:sldMk cId="3557201136" sldId="300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D1BC07C6-688C-4445-AF26-867B567E0C68}" dt="2024-12-18T00:38:55.371" v="391" actId="20577"/>
        <pc:sldMkLst>
          <pc:docMk/>
          <pc:sldMk cId="491924935" sldId="301"/>
        </pc:sldMkLst>
        <pc:spChg chg="mod">
          <ac:chgData name="Bačo, Timotej" userId="152f2ad6-3c97-47cf-bd89-58c5c0a29e21" providerId="ADAL" clId="{D1BC07C6-688C-4445-AF26-867B567E0C68}" dt="2024-12-18T00:38:07.867" v="380" actId="14100"/>
          <ac:spMkLst>
            <pc:docMk/>
            <pc:sldMk cId="491924935" sldId="301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8T00:38:55.371" v="391" actId="20577"/>
          <ac:spMkLst>
            <pc:docMk/>
            <pc:sldMk cId="491924935" sldId="301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2990303381" sldId="301"/>
        </pc:sldMkLst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596050417" sldId="302"/>
        </pc:sldMkLst>
      </pc:sldChg>
      <pc:sldChg chg="modSp add mod">
        <pc:chgData name="Bačo, Timotej" userId="152f2ad6-3c97-47cf-bd89-58c5c0a29e21" providerId="ADAL" clId="{D1BC07C6-688C-4445-AF26-867B567E0C68}" dt="2024-12-18T00:40:52.838" v="462" actId="207"/>
        <pc:sldMkLst>
          <pc:docMk/>
          <pc:sldMk cId="3801146477" sldId="302"/>
        </pc:sldMkLst>
        <pc:spChg chg="mod">
          <ac:chgData name="Bačo, Timotej" userId="152f2ad6-3c97-47cf-bd89-58c5c0a29e21" providerId="ADAL" clId="{D1BC07C6-688C-4445-AF26-867B567E0C68}" dt="2024-12-18T00:40:05.091" v="451" actId="20577"/>
          <ac:spMkLst>
            <pc:docMk/>
            <pc:sldMk cId="3801146477" sldId="302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8T00:40:52.838" v="462" actId="207"/>
          <ac:spMkLst>
            <pc:docMk/>
            <pc:sldMk cId="3801146477" sldId="302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3619319581" sldId="303"/>
        </pc:sldMkLst>
      </pc:sldChg>
      <pc:sldChg chg="modSp add mod">
        <pc:chgData name="Bačo, Timotej" userId="152f2ad6-3c97-47cf-bd89-58c5c0a29e21" providerId="ADAL" clId="{D1BC07C6-688C-4445-AF26-867B567E0C68}" dt="2024-12-18T00:42:05.948" v="672" actId="1076"/>
        <pc:sldMkLst>
          <pc:docMk/>
          <pc:sldMk cId="4244549082" sldId="303"/>
        </pc:sldMkLst>
        <pc:spChg chg="mod">
          <ac:chgData name="Bačo, Timotej" userId="152f2ad6-3c97-47cf-bd89-58c5c0a29e21" providerId="ADAL" clId="{D1BC07C6-688C-4445-AF26-867B567E0C68}" dt="2024-12-18T00:41:14.212" v="468"/>
          <ac:spMkLst>
            <pc:docMk/>
            <pc:sldMk cId="4244549082" sldId="303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8T00:42:05.948" v="672" actId="1076"/>
          <ac:spMkLst>
            <pc:docMk/>
            <pc:sldMk cId="4244549082" sldId="303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D1BC07C6-688C-4445-AF26-867B567E0C68}" dt="2024-12-18T00:44:27.007" v="686" actId="207"/>
        <pc:sldMkLst>
          <pc:docMk/>
          <pc:sldMk cId="2901782189" sldId="304"/>
        </pc:sldMkLst>
        <pc:spChg chg="mod">
          <ac:chgData name="Bačo, Timotej" userId="152f2ad6-3c97-47cf-bd89-58c5c0a29e21" providerId="ADAL" clId="{D1BC07C6-688C-4445-AF26-867B567E0C68}" dt="2024-12-18T00:43:47.435" v="678"/>
          <ac:spMkLst>
            <pc:docMk/>
            <pc:sldMk cId="2901782189" sldId="304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8T00:44:27.007" v="686" actId="207"/>
          <ac:spMkLst>
            <pc:docMk/>
            <pc:sldMk cId="2901782189" sldId="304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D1BC07C6-688C-4445-AF26-867B567E0C68}" dt="2024-12-18T00:45:13.770" v="700" actId="207"/>
        <pc:sldMkLst>
          <pc:docMk/>
          <pc:sldMk cId="1692516186" sldId="305"/>
        </pc:sldMkLst>
        <pc:spChg chg="mod">
          <ac:chgData name="Bačo, Timotej" userId="152f2ad6-3c97-47cf-bd89-58c5c0a29e21" providerId="ADAL" clId="{D1BC07C6-688C-4445-AF26-867B567E0C68}" dt="2024-12-18T00:44:41.491" v="692"/>
          <ac:spMkLst>
            <pc:docMk/>
            <pc:sldMk cId="1692516186" sldId="305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8T00:45:13.770" v="700" actId="207"/>
          <ac:spMkLst>
            <pc:docMk/>
            <pc:sldMk cId="1692516186" sldId="305"/>
            <ac:spMk id="8" creationId="{D4394263-17C4-107C-501F-C19FC6080FA3}"/>
          </ac:spMkLst>
        </pc:spChg>
      </pc:sldChg>
      <pc:sldChg chg="add">
        <pc:chgData name="Bačo, Timotej" userId="152f2ad6-3c97-47cf-bd89-58c5c0a29e21" providerId="ADAL" clId="{D1BC07C6-688C-4445-AF26-867B567E0C68}" dt="2024-12-18T00:45:22.486" v="701"/>
        <pc:sldMkLst>
          <pc:docMk/>
          <pc:sldMk cId="1553763709" sldId="306"/>
        </pc:sldMkLst>
      </pc:sldChg>
    </pc:docChg>
  </pc:docChgLst>
  <pc:docChgLst>
    <pc:chgData name="Bačo, Timotej" userId="152f2ad6-3c97-47cf-bd89-58c5c0a29e21" providerId="ADAL" clId="{BAF2BBD7-B2EE-47EF-9321-A6278445F242}"/>
    <pc:docChg chg="undo redo custSel addSld delSld modSld">
      <pc:chgData name="Bačo, Timotej" userId="152f2ad6-3c97-47cf-bd89-58c5c0a29e21" providerId="ADAL" clId="{BAF2BBD7-B2EE-47EF-9321-A6278445F242}" dt="2024-12-10T23:41:24.795" v="1306"/>
      <pc:docMkLst>
        <pc:docMk/>
      </pc:docMkLst>
      <pc:sldChg chg="modSp mod">
        <pc:chgData name="Bačo, Timotej" userId="152f2ad6-3c97-47cf-bd89-58c5c0a29e21" providerId="ADAL" clId="{BAF2BBD7-B2EE-47EF-9321-A6278445F242}" dt="2024-12-10T22:23:35.863" v="38" actId="20577"/>
        <pc:sldMkLst>
          <pc:docMk/>
          <pc:sldMk cId="735358950" sldId="257"/>
        </pc:sldMkLst>
        <pc:spChg chg="mod">
          <ac:chgData name="Bačo, Timotej" userId="152f2ad6-3c97-47cf-bd89-58c5c0a29e21" providerId="ADAL" clId="{BAF2BBD7-B2EE-47EF-9321-A6278445F242}" dt="2024-12-10T22:23:24.151" v="33" actId="20577"/>
          <ac:spMkLst>
            <pc:docMk/>
            <pc:sldMk cId="735358950" sldId="257"/>
            <ac:spMk id="2" creationId="{C33FF8F9-4436-ED9C-E30E-680373C64496}"/>
          </ac:spMkLst>
        </pc:spChg>
        <pc:spChg chg="mod">
          <ac:chgData name="Bačo, Timotej" userId="152f2ad6-3c97-47cf-bd89-58c5c0a29e21" providerId="ADAL" clId="{BAF2BBD7-B2EE-47EF-9321-A6278445F242}" dt="2024-12-10T22:23:35.863" v="38" actId="20577"/>
          <ac:spMkLst>
            <pc:docMk/>
            <pc:sldMk cId="735358950" sldId="257"/>
            <ac:spMk id="14" creationId="{C432F7A5-0BD9-EB3C-66C4-098B2124A562}"/>
          </ac:spMkLst>
        </pc:spChg>
      </pc:sldChg>
      <pc:sldChg chg="delSp modSp mod">
        <pc:chgData name="Bačo, Timotej" userId="152f2ad6-3c97-47cf-bd89-58c5c0a29e21" providerId="ADAL" clId="{BAF2BBD7-B2EE-47EF-9321-A6278445F242}" dt="2024-12-10T22:29:14.261" v="88" actId="404"/>
        <pc:sldMkLst>
          <pc:docMk/>
          <pc:sldMk cId="753961250" sldId="285"/>
        </pc:sldMkLst>
        <pc:spChg chg="mod">
          <ac:chgData name="Bačo, Timotej" userId="152f2ad6-3c97-47cf-bd89-58c5c0a29e21" providerId="ADAL" clId="{BAF2BBD7-B2EE-47EF-9321-A6278445F242}" dt="2024-12-10T22:24:25.914" v="41"/>
          <ac:spMkLst>
            <pc:docMk/>
            <pc:sldMk cId="753961250" sldId="285"/>
            <ac:spMk id="2" creationId="{78BDABF5-8F51-701C-41A3-648EFE25590F}"/>
          </ac:spMkLst>
        </pc:spChg>
        <pc:spChg chg="mod">
          <ac:chgData name="Bačo, Timotej" userId="152f2ad6-3c97-47cf-bd89-58c5c0a29e21" providerId="ADAL" clId="{BAF2BBD7-B2EE-47EF-9321-A6278445F242}" dt="2024-12-10T22:29:14.261" v="88" actId="404"/>
          <ac:spMkLst>
            <pc:docMk/>
            <pc:sldMk cId="753961250" sldId="285"/>
            <ac:spMk id="8" creationId="{D4394263-17C4-107C-501F-C19FC6080FA3}"/>
          </ac:spMkLst>
        </pc:spChg>
        <pc:picChg chg="del">
          <ac:chgData name="Bačo, Timotej" userId="152f2ad6-3c97-47cf-bd89-58c5c0a29e21" providerId="ADAL" clId="{BAF2BBD7-B2EE-47EF-9321-A6278445F242}" dt="2024-12-10T22:24:28.116" v="42" actId="478"/>
          <ac:picMkLst>
            <pc:docMk/>
            <pc:sldMk cId="753961250" sldId="285"/>
            <ac:picMk id="7" creationId="{1BA1C4C7-8F34-8A8D-CC9F-329280E70893}"/>
          </ac:picMkLst>
        </pc:picChg>
      </pc:sldChg>
      <pc:sldChg chg="del">
        <pc:chgData name="Bačo, Timotej" userId="152f2ad6-3c97-47cf-bd89-58c5c0a29e21" providerId="ADAL" clId="{BAF2BBD7-B2EE-47EF-9321-A6278445F242}" dt="2024-12-10T22:22:59.055" v="0" actId="47"/>
        <pc:sldMkLst>
          <pc:docMk/>
          <pc:sldMk cId="2214744826" sldId="286"/>
        </pc:sldMkLst>
      </pc:sldChg>
      <pc:sldChg chg="modSp add mod">
        <pc:chgData name="Bačo, Timotej" userId="152f2ad6-3c97-47cf-bd89-58c5c0a29e21" providerId="ADAL" clId="{BAF2BBD7-B2EE-47EF-9321-A6278445F242}" dt="2024-12-10T22:32:47.386" v="158" actId="113"/>
        <pc:sldMkLst>
          <pc:docMk/>
          <pc:sldMk cId="3042452015" sldId="286"/>
        </pc:sldMkLst>
        <pc:spChg chg="mod">
          <ac:chgData name="Bačo, Timotej" userId="152f2ad6-3c97-47cf-bd89-58c5c0a29e21" providerId="ADAL" clId="{BAF2BBD7-B2EE-47EF-9321-A6278445F242}" dt="2024-12-10T22:30:48.278" v="113" actId="1076"/>
          <ac:spMkLst>
            <pc:docMk/>
            <pc:sldMk cId="3042452015" sldId="286"/>
            <ac:spMk id="2" creationId="{78BDABF5-8F51-701C-41A3-648EFE25590F}"/>
          </ac:spMkLst>
        </pc:spChg>
        <pc:spChg chg="mod">
          <ac:chgData name="Bačo, Timotej" userId="152f2ad6-3c97-47cf-bd89-58c5c0a29e21" providerId="ADAL" clId="{BAF2BBD7-B2EE-47EF-9321-A6278445F242}" dt="2024-12-10T22:32:47.386" v="158" actId="113"/>
          <ac:spMkLst>
            <pc:docMk/>
            <pc:sldMk cId="3042452015" sldId="286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BAF2BBD7-B2EE-47EF-9321-A6278445F242}" dt="2024-12-10T22:38:28.470" v="211" actId="1076"/>
        <pc:sldMkLst>
          <pc:docMk/>
          <pc:sldMk cId="2053780322" sldId="287"/>
        </pc:sldMkLst>
        <pc:spChg chg="mod">
          <ac:chgData name="Bačo, Timotej" userId="152f2ad6-3c97-47cf-bd89-58c5c0a29e21" providerId="ADAL" clId="{BAF2BBD7-B2EE-47EF-9321-A6278445F242}" dt="2024-12-10T22:35:36.842" v="175" actId="20577"/>
          <ac:spMkLst>
            <pc:docMk/>
            <pc:sldMk cId="2053780322" sldId="287"/>
            <ac:spMk id="2" creationId="{78BDABF5-8F51-701C-41A3-648EFE25590F}"/>
          </ac:spMkLst>
        </pc:spChg>
        <pc:spChg chg="mod">
          <ac:chgData name="Bačo, Timotej" userId="152f2ad6-3c97-47cf-bd89-58c5c0a29e21" providerId="ADAL" clId="{BAF2BBD7-B2EE-47EF-9321-A6278445F242}" dt="2024-12-10T22:38:28.470" v="211" actId="1076"/>
          <ac:spMkLst>
            <pc:docMk/>
            <pc:sldMk cId="2053780322" sldId="287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BAF2BBD7-B2EE-47EF-9321-A6278445F242}" dt="2024-12-10T22:22:59.055" v="0" actId="47"/>
        <pc:sldMkLst>
          <pc:docMk/>
          <pc:sldMk cId="3171756812" sldId="287"/>
        </pc:sldMkLst>
      </pc:sldChg>
      <pc:sldChg chg="modSp add mod">
        <pc:chgData name="Bačo, Timotej" userId="152f2ad6-3c97-47cf-bd89-58c5c0a29e21" providerId="ADAL" clId="{BAF2BBD7-B2EE-47EF-9321-A6278445F242}" dt="2024-12-10T22:46:55.919" v="245" actId="20577"/>
        <pc:sldMkLst>
          <pc:docMk/>
          <pc:sldMk cId="136641168" sldId="288"/>
        </pc:sldMkLst>
        <pc:spChg chg="mod">
          <ac:chgData name="Bačo, Timotej" userId="152f2ad6-3c97-47cf-bd89-58c5c0a29e21" providerId="ADAL" clId="{BAF2BBD7-B2EE-47EF-9321-A6278445F242}" dt="2024-12-10T22:46:55.919" v="245" actId="20577"/>
          <ac:spMkLst>
            <pc:docMk/>
            <pc:sldMk cId="136641168" sldId="288"/>
            <ac:spMk id="2" creationId="{78BDABF5-8F51-701C-41A3-648EFE25590F}"/>
          </ac:spMkLst>
        </pc:spChg>
        <pc:spChg chg="mod">
          <ac:chgData name="Bačo, Timotej" userId="152f2ad6-3c97-47cf-bd89-58c5c0a29e21" providerId="ADAL" clId="{BAF2BBD7-B2EE-47EF-9321-A6278445F242}" dt="2024-12-10T22:46:26.843" v="232" actId="207"/>
          <ac:spMkLst>
            <pc:docMk/>
            <pc:sldMk cId="136641168" sldId="288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BAF2BBD7-B2EE-47EF-9321-A6278445F242}" dt="2024-12-10T22:22:59.055" v="0" actId="47"/>
        <pc:sldMkLst>
          <pc:docMk/>
          <pc:sldMk cId="3357734923" sldId="288"/>
        </pc:sldMkLst>
      </pc:sldChg>
      <pc:sldChg chg="del">
        <pc:chgData name="Bačo, Timotej" userId="152f2ad6-3c97-47cf-bd89-58c5c0a29e21" providerId="ADAL" clId="{BAF2BBD7-B2EE-47EF-9321-A6278445F242}" dt="2024-12-10T22:22:59.055" v="0" actId="47"/>
        <pc:sldMkLst>
          <pc:docMk/>
          <pc:sldMk cId="1248123291" sldId="289"/>
        </pc:sldMkLst>
      </pc:sldChg>
      <pc:sldChg chg="modSp add mod">
        <pc:chgData name="Bačo, Timotej" userId="152f2ad6-3c97-47cf-bd89-58c5c0a29e21" providerId="ADAL" clId="{BAF2BBD7-B2EE-47EF-9321-A6278445F242}" dt="2024-12-10T22:57:04.490" v="438" actId="207"/>
        <pc:sldMkLst>
          <pc:docMk/>
          <pc:sldMk cId="2471116345" sldId="289"/>
        </pc:sldMkLst>
        <pc:spChg chg="mod">
          <ac:chgData name="Bačo, Timotej" userId="152f2ad6-3c97-47cf-bd89-58c5c0a29e21" providerId="ADAL" clId="{BAF2BBD7-B2EE-47EF-9321-A6278445F242}" dt="2024-12-10T22:51:24.247" v="303" actId="20577"/>
          <ac:spMkLst>
            <pc:docMk/>
            <pc:sldMk cId="2471116345" sldId="289"/>
            <ac:spMk id="2" creationId="{78BDABF5-8F51-701C-41A3-648EFE25590F}"/>
          </ac:spMkLst>
        </pc:spChg>
        <pc:spChg chg="mod">
          <ac:chgData name="Bačo, Timotej" userId="152f2ad6-3c97-47cf-bd89-58c5c0a29e21" providerId="ADAL" clId="{BAF2BBD7-B2EE-47EF-9321-A6278445F242}" dt="2024-12-10T22:57:04.490" v="438" actId="207"/>
          <ac:spMkLst>
            <pc:docMk/>
            <pc:sldMk cId="2471116345" sldId="289"/>
            <ac:spMk id="8" creationId="{D4394263-17C4-107C-501F-C19FC6080FA3}"/>
          </ac:spMkLst>
        </pc:spChg>
      </pc:sldChg>
      <pc:sldChg chg="add del">
        <pc:chgData name="Bačo, Timotej" userId="152f2ad6-3c97-47cf-bd89-58c5c0a29e21" providerId="ADAL" clId="{BAF2BBD7-B2EE-47EF-9321-A6278445F242}" dt="2024-12-10T22:39:04.996" v="214" actId="47"/>
        <pc:sldMkLst>
          <pc:docMk/>
          <pc:sldMk cId="3237376469" sldId="289"/>
        </pc:sldMkLst>
      </pc:sldChg>
      <pc:sldChg chg="modSp add mod">
        <pc:chgData name="Bačo, Timotej" userId="152f2ad6-3c97-47cf-bd89-58c5c0a29e21" providerId="ADAL" clId="{BAF2BBD7-B2EE-47EF-9321-A6278445F242}" dt="2024-12-10T22:58:17.258" v="463" actId="15"/>
        <pc:sldMkLst>
          <pc:docMk/>
          <pc:sldMk cId="1328678316" sldId="290"/>
        </pc:sldMkLst>
        <pc:spChg chg="mod">
          <ac:chgData name="Bačo, Timotej" userId="152f2ad6-3c97-47cf-bd89-58c5c0a29e21" providerId="ADAL" clId="{BAF2BBD7-B2EE-47EF-9321-A6278445F242}" dt="2024-12-10T22:58:17.258" v="463" actId="15"/>
          <ac:spMkLst>
            <pc:docMk/>
            <pc:sldMk cId="1328678316" sldId="290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BAF2BBD7-B2EE-47EF-9321-A6278445F242}" dt="2024-12-10T22:22:59.055" v="0" actId="47"/>
        <pc:sldMkLst>
          <pc:docMk/>
          <pc:sldMk cId="3782679327" sldId="290"/>
        </pc:sldMkLst>
      </pc:sldChg>
      <pc:sldChg chg="modSp add mod">
        <pc:chgData name="Bačo, Timotej" userId="152f2ad6-3c97-47cf-bd89-58c5c0a29e21" providerId="ADAL" clId="{BAF2BBD7-B2EE-47EF-9321-A6278445F242}" dt="2024-12-10T23:12:21.253" v="472" actId="113"/>
        <pc:sldMkLst>
          <pc:docMk/>
          <pc:sldMk cId="1083470410" sldId="291"/>
        </pc:sldMkLst>
        <pc:spChg chg="mod">
          <ac:chgData name="Bačo, Timotej" userId="152f2ad6-3c97-47cf-bd89-58c5c0a29e21" providerId="ADAL" clId="{BAF2BBD7-B2EE-47EF-9321-A6278445F242}" dt="2024-12-10T23:12:21.253" v="472" actId="113"/>
          <ac:spMkLst>
            <pc:docMk/>
            <pc:sldMk cId="1083470410" sldId="291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BAF2BBD7-B2EE-47EF-9321-A6278445F242}" dt="2024-12-10T22:22:59.055" v="0" actId="47"/>
        <pc:sldMkLst>
          <pc:docMk/>
          <pc:sldMk cId="3377696104" sldId="291"/>
        </pc:sldMkLst>
      </pc:sldChg>
      <pc:sldChg chg="modSp add mod">
        <pc:chgData name="Bačo, Timotej" userId="152f2ad6-3c97-47cf-bd89-58c5c0a29e21" providerId="ADAL" clId="{BAF2BBD7-B2EE-47EF-9321-A6278445F242}" dt="2024-12-10T23:13:58.574" v="499" actId="1076"/>
        <pc:sldMkLst>
          <pc:docMk/>
          <pc:sldMk cId="685684001" sldId="292"/>
        </pc:sldMkLst>
        <pc:spChg chg="mod">
          <ac:chgData name="Bačo, Timotej" userId="152f2ad6-3c97-47cf-bd89-58c5c0a29e21" providerId="ADAL" clId="{BAF2BBD7-B2EE-47EF-9321-A6278445F242}" dt="2024-12-10T23:12:37.484" v="476"/>
          <ac:spMkLst>
            <pc:docMk/>
            <pc:sldMk cId="685684001" sldId="292"/>
            <ac:spMk id="2" creationId="{78BDABF5-8F51-701C-41A3-648EFE25590F}"/>
          </ac:spMkLst>
        </pc:spChg>
        <pc:spChg chg="mod">
          <ac:chgData name="Bačo, Timotej" userId="152f2ad6-3c97-47cf-bd89-58c5c0a29e21" providerId="ADAL" clId="{BAF2BBD7-B2EE-47EF-9321-A6278445F242}" dt="2024-12-10T23:13:58.574" v="499" actId="1076"/>
          <ac:spMkLst>
            <pc:docMk/>
            <pc:sldMk cId="685684001" sldId="292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BAF2BBD7-B2EE-47EF-9321-A6278445F242}" dt="2024-12-10T22:22:59.055" v="0" actId="47"/>
        <pc:sldMkLst>
          <pc:docMk/>
          <pc:sldMk cId="3574648712" sldId="292"/>
        </pc:sldMkLst>
      </pc:sldChg>
      <pc:sldChg chg="addSp modSp add mod">
        <pc:chgData name="Bačo, Timotej" userId="152f2ad6-3c97-47cf-bd89-58c5c0a29e21" providerId="ADAL" clId="{BAF2BBD7-B2EE-47EF-9321-A6278445F242}" dt="2024-12-10T23:15:45.174" v="520" actId="1076"/>
        <pc:sldMkLst>
          <pc:docMk/>
          <pc:sldMk cId="2863425206" sldId="293"/>
        </pc:sldMkLst>
        <pc:spChg chg="mod">
          <ac:chgData name="Bačo, Timotej" userId="152f2ad6-3c97-47cf-bd89-58c5c0a29e21" providerId="ADAL" clId="{BAF2BBD7-B2EE-47EF-9321-A6278445F242}" dt="2024-12-10T23:14:22.889" v="503"/>
          <ac:spMkLst>
            <pc:docMk/>
            <pc:sldMk cId="2863425206" sldId="293"/>
            <ac:spMk id="2" creationId="{78BDABF5-8F51-701C-41A3-648EFE25590F}"/>
          </ac:spMkLst>
        </pc:spChg>
        <pc:spChg chg="add">
          <ac:chgData name="Bačo, Timotej" userId="152f2ad6-3c97-47cf-bd89-58c5c0a29e21" providerId="ADAL" clId="{BAF2BBD7-B2EE-47EF-9321-A6278445F242}" dt="2024-12-10T23:14:31.598" v="505"/>
          <ac:spMkLst>
            <pc:docMk/>
            <pc:sldMk cId="2863425206" sldId="293"/>
            <ac:spMk id="3" creationId="{8B411425-0879-6F37-26E4-14AA7DCDD00B}"/>
          </ac:spMkLst>
        </pc:spChg>
        <pc:spChg chg="add">
          <ac:chgData name="Bačo, Timotej" userId="152f2ad6-3c97-47cf-bd89-58c5c0a29e21" providerId="ADAL" clId="{BAF2BBD7-B2EE-47EF-9321-A6278445F242}" dt="2024-12-10T23:14:35.844" v="506"/>
          <ac:spMkLst>
            <pc:docMk/>
            <pc:sldMk cId="2863425206" sldId="293"/>
            <ac:spMk id="7" creationId="{65928AE6-8E10-37CB-CFB0-640DAA737352}"/>
          </ac:spMkLst>
        </pc:spChg>
        <pc:spChg chg="mod">
          <ac:chgData name="Bačo, Timotej" userId="152f2ad6-3c97-47cf-bd89-58c5c0a29e21" providerId="ADAL" clId="{BAF2BBD7-B2EE-47EF-9321-A6278445F242}" dt="2024-12-10T23:15:45.174" v="520" actId="1076"/>
          <ac:spMkLst>
            <pc:docMk/>
            <pc:sldMk cId="2863425206" sldId="293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BAF2BBD7-B2EE-47EF-9321-A6278445F242}" dt="2024-12-10T22:22:59.055" v="0" actId="47"/>
        <pc:sldMkLst>
          <pc:docMk/>
          <pc:sldMk cId="3339731830" sldId="293"/>
        </pc:sldMkLst>
      </pc:sldChg>
      <pc:sldChg chg="del">
        <pc:chgData name="Bačo, Timotej" userId="152f2ad6-3c97-47cf-bd89-58c5c0a29e21" providerId="ADAL" clId="{BAF2BBD7-B2EE-47EF-9321-A6278445F242}" dt="2024-12-10T22:22:59.055" v="0" actId="47"/>
        <pc:sldMkLst>
          <pc:docMk/>
          <pc:sldMk cId="1701916525" sldId="294"/>
        </pc:sldMkLst>
      </pc:sldChg>
      <pc:sldChg chg="modSp add mod">
        <pc:chgData name="Bačo, Timotej" userId="152f2ad6-3c97-47cf-bd89-58c5c0a29e21" providerId="ADAL" clId="{BAF2BBD7-B2EE-47EF-9321-A6278445F242}" dt="2024-12-10T23:23:41.876" v="552" actId="207"/>
        <pc:sldMkLst>
          <pc:docMk/>
          <pc:sldMk cId="3206711221" sldId="294"/>
        </pc:sldMkLst>
        <pc:spChg chg="mod">
          <ac:chgData name="Bačo, Timotej" userId="152f2ad6-3c97-47cf-bd89-58c5c0a29e21" providerId="ADAL" clId="{BAF2BBD7-B2EE-47EF-9321-A6278445F242}" dt="2024-12-10T23:21:53.890" v="535" actId="20577"/>
          <ac:spMkLst>
            <pc:docMk/>
            <pc:sldMk cId="3206711221" sldId="294"/>
            <ac:spMk id="2" creationId="{78BDABF5-8F51-701C-41A3-648EFE25590F}"/>
          </ac:spMkLst>
        </pc:spChg>
        <pc:spChg chg="mod">
          <ac:chgData name="Bačo, Timotej" userId="152f2ad6-3c97-47cf-bd89-58c5c0a29e21" providerId="ADAL" clId="{BAF2BBD7-B2EE-47EF-9321-A6278445F242}" dt="2024-12-10T23:23:41.876" v="552" actId="207"/>
          <ac:spMkLst>
            <pc:docMk/>
            <pc:sldMk cId="3206711221" sldId="294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BAF2BBD7-B2EE-47EF-9321-A6278445F242}" dt="2024-12-10T23:24:59.456" v="576" actId="255"/>
        <pc:sldMkLst>
          <pc:docMk/>
          <pc:sldMk cId="681113892" sldId="295"/>
        </pc:sldMkLst>
        <pc:spChg chg="mod">
          <ac:chgData name="Bačo, Timotej" userId="152f2ad6-3c97-47cf-bd89-58c5c0a29e21" providerId="ADAL" clId="{BAF2BBD7-B2EE-47EF-9321-A6278445F242}" dt="2024-12-10T23:23:53.740" v="556"/>
          <ac:spMkLst>
            <pc:docMk/>
            <pc:sldMk cId="681113892" sldId="295"/>
            <ac:spMk id="2" creationId="{78BDABF5-8F51-701C-41A3-648EFE25590F}"/>
          </ac:spMkLst>
        </pc:spChg>
        <pc:spChg chg="mod">
          <ac:chgData name="Bačo, Timotej" userId="152f2ad6-3c97-47cf-bd89-58c5c0a29e21" providerId="ADAL" clId="{BAF2BBD7-B2EE-47EF-9321-A6278445F242}" dt="2024-12-10T23:24:59.456" v="576" actId="255"/>
          <ac:spMkLst>
            <pc:docMk/>
            <pc:sldMk cId="681113892" sldId="295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BAF2BBD7-B2EE-47EF-9321-A6278445F242}" dt="2024-12-10T22:22:59.055" v="0" actId="47"/>
        <pc:sldMkLst>
          <pc:docMk/>
          <pc:sldMk cId="1155693747" sldId="295"/>
        </pc:sldMkLst>
      </pc:sldChg>
      <pc:sldChg chg="addSp modSp add mod">
        <pc:chgData name="Bačo, Timotej" userId="152f2ad6-3c97-47cf-bd89-58c5c0a29e21" providerId="ADAL" clId="{BAF2BBD7-B2EE-47EF-9321-A6278445F242}" dt="2024-12-10T23:28:09.018" v="619" actId="207"/>
        <pc:sldMkLst>
          <pc:docMk/>
          <pc:sldMk cId="2516262245" sldId="296"/>
        </pc:sldMkLst>
        <pc:spChg chg="mod">
          <ac:chgData name="Bačo, Timotej" userId="152f2ad6-3c97-47cf-bd89-58c5c0a29e21" providerId="ADAL" clId="{BAF2BBD7-B2EE-47EF-9321-A6278445F242}" dt="2024-12-10T23:25:48.453" v="581"/>
          <ac:spMkLst>
            <pc:docMk/>
            <pc:sldMk cId="2516262245" sldId="296"/>
            <ac:spMk id="2" creationId="{78BDABF5-8F51-701C-41A3-648EFE25590F}"/>
          </ac:spMkLst>
        </pc:spChg>
        <pc:spChg chg="add">
          <ac:chgData name="Bačo, Timotej" userId="152f2ad6-3c97-47cf-bd89-58c5c0a29e21" providerId="ADAL" clId="{BAF2BBD7-B2EE-47EF-9321-A6278445F242}" dt="2024-12-10T23:27:12.198" v="596"/>
          <ac:spMkLst>
            <pc:docMk/>
            <pc:sldMk cId="2516262245" sldId="296"/>
            <ac:spMk id="3" creationId="{7FEE9B59-C45A-14A4-BC1C-999D515B630D}"/>
          </ac:spMkLst>
        </pc:spChg>
        <pc:spChg chg="add mod">
          <ac:chgData name="Bačo, Timotej" userId="152f2ad6-3c97-47cf-bd89-58c5c0a29e21" providerId="ADAL" clId="{BAF2BBD7-B2EE-47EF-9321-A6278445F242}" dt="2024-12-10T23:27:16.310" v="598"/>
          <ac:spMkLst>
            <pc:docMk/>
            <pc:sldMk cId="2516262245" sldId="296"/>
            <ac:spMk id="7" creationId="{B919702A-CCCF-1FF1-84E8-3703BD925D9F}"/>
          </ac:spMkLst>
        </pc:spChg>
        <pc:spChg chg="mod">
          <ac:chgData name="Bačo, Timotej" userId="152f2ad6-3c97-47cf-bd89-58c5c0a29e21" providerId="ADAL" clId="{BAF2BBD7-B2EE-47EF-9321-A6278445F242}" dt="2024-12-10T23:28:09.018" v="619" actId="207"/>
          <ac:spMkLst>
            <pc:docMk/>
            <pc:sldMk cId="2516262245" sldId="296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BAF2BBD7-B2EE-47EF-9321-A6278445F242}" dt="2024-12-10T23:30:02.197" v="660" actId="255"/>
        <pc:sldMkLst>
          <pc:docMk/>
          <pc:sldMk cId="3603518251" sldId="297"/>
        </pc:sldMkLst>
        <pc:spChg chg="mod">
          <ac:chgData name="Bačo, Timotej" userId="152f2ad6-3c97-47cf-bd89-58c5c0a29e21" providerId="ADAL" clId="{BAF2BBD7-B2EE-47EF-9321-A6278445F242}" dt="2024-12-10T23:30:02.197" v="660" actId="255"/>
          <ac:spMkLst>
            <pc:docMk/>
            <pc:sldMk cId="3603518251" sldId="297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BAF2BBD7-B2EE-47EF-9321-A6278445F242}" dt="2024-12-10T23:33:14.329" v="954" actId="255"/>
        <pc:sldMkLst>
          <pc:docMk/>
          <pc:sldMk cId="71866628" sldId="298"/>
        </pc:sldMkLst>
        <pc:spChg chg="mod">
          <ac:chgData name="Bačo, Timotej" userId="152f2ad6-3c97-47cf-bd89-58c5c0a29e21" providerId="ADAL" clId="{BAF2BBD7-B2EE-47EF-9321-A6278445F242}" dt="2024-12-10T23:30:44.968" v="670"/>
          <ac:spMkLst>
            <pc:docMk/>
            <pc:sldMk cId="71866628" sldId="298"/>
            <ac:spMk id="2" creationId="{78BDABF5-8F51-701C-41A3-648EFE25590F}"/>
          </ac:spMkLst>
        </pc:spChg>
        <pc:spChg chg="mod">
          <ac:chgData name="Bačo, Timotej" userId="152f2ad6-3c97-47cf-bd89-58c5c0a29e21" providerId="ADAL" clId="{BAF2BBD7-B2EE-47EF-9321-A6278445F242}" dt="2024-12-10T23:33:14.329" v="954" actId="255"/>
          <ac:spMkLst>
            <pc:docMk/>
            <pc:sldMk cId="71866628" sldId="298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BAF2BBD7-B2EE-47EF-9321-A6278445F242}" dt="2024-12-10T23:34:49.320" v="976" actId="2710"/>
        <pc:sldMkLst>
          <pc:docMk/>
          <pc:sldMk cId="1297862465" sldId="299"/>
        </pc:sldMkLst>
        <pc:spChg chg="mod">
          <ac:chgData name="Bačo, Timotej" userId="152f2ad6-3c97-47cf-bd89-58c5c0a29e21" providerId="ADAL" clId="{BAF2BBD7-B2EE-47EF-9321-A6278445F242}" dt="2024-12-10T23:34:49.320" v="976" actId="2710"/>
          <ac:spMkLst>
            <pc:docMk/>
            <pc:sldMk cId="1297862465" sldId="299"/>
            <ac:spMk id="8" creationId="{D4394263-17C4-107C-501F-C19FC6080FA3}"/>
          </ac:spMkLst>
        </pc:spChg>
      </pc:sldChg>
      <pc:sldChg chg="addSp delSp modSp add mod">
        <pc:chgData name="Bačo, Timotej" userId="152f2ad6-3c97-47cf-bd89-58c5c0a29e21" providerId="ADAL" clId="{BAF2BBD7-B2EE-47EF-9321-A6278445F242}" dt="2024-12-10T23:36:26.465" v="1012" actId="22"/>
        <pc:sldMkLst>
          <pc:docMk/>
          <pc:sldMk cId="1127362874" sldId="300"/>
        </pc:sldMkLst>
        <pc:spChg chg="add del">
          <ac:chgData name="Bačo, Timotej" userId="152f2ad6-3c97-47cf-bd89-58c5c0a29e21" providerId="ADAL" clId="{BAF2BBD7-B2EE-47EF-9321-A6278445F242}" dt="2024-12-10T23:36:26.465" v="1012" actId="22"/>
          <ac:spMkLst>
            <pc:docMk/>
            <pc:sldMk cId="1127362874" sldId="300"/>
            <ac:spMk id="7" creationId="{6997A6E9-CCF6-A6A7-C17A-882A70D355C4}"/>
          </ac:spMkLst>
        </pc:spChg>
        <pc:spChg chg="mod">
          <ac:chgData name="Bačo, Timotej" userId="152f2ad6-3c97-47cf-bd89-58c5c0a29e21" providerId="ADAL" clId="{BAF2BBD7-B2EE-47EF-9321-A6278445F242}" dt="2024-12-10T23:36:19.039" v="1010" actId="113"/>
          <ac:spMkLst>
            <pc:docMk/>
            <pc:sldMk cId="1127362874" sldId="300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BAF2BBD7-B2EE-47EF-9321-A6278445F242}" dt="2024-12-10T23:38:23.297" v="1230" actId="20577"/>
        <pc:sldMkLst>
          <pc:docMk/>
          <pc:sldMk cId="2990303381" sldId="301"/>
        </pc:sldMkLst>
        <pc:spChg chg="mod">
          <ac:chgData name="Bačo, Timotej" userId="152f2ad6-3c97-47cf-bd89-58c5c0a29e21" providerId="ADAL" clId="{BAF2BBD7-B2EE-47EF-9321-A6278445F242}" dt="2024-12-10T23:38:23.297" v="1230" actId="20577"/>
          <ac:spMkLst>
            <pc:docMk/>
            <pc:sldMk cId="2990303381" sldId="301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BAF2BBD7-B2EE-47EF-9321-A6278445F242}" dt="2024-12-10T23:39:40.967" v="1254" actId="1076"/>
        <pc:sldMkLst>
          <pc:docMk/>
          <pc:sldMk cId="596050417" sldId="302"/>
        </pc:sldMkLst>
        <pc:spChg chg="mod">
          <ac:chgData name="Bačo, Timotej" userId="152f2ad6-3c97-47cf-bd89-58c5c0a29e21" providerId="ADAL" clId="{BAF2BBD7-B2EE-47EF-9321-A6278445F242}" dt="2024-12-10T23:38:47.541" v="1237" actId="20577"/>
          <ac:spMkLst>
            <pc:docMk/>
            <pc:sldMk cId="596050417" sldId="302"/>
            <ac:spMk id="2" creationId="{78BDABF5-8F51-701C-41A3-648EFE25590F}"/>
          </ac:spMkLst>
        </pc:spChg>
        <pc:spChg chg="mod">
          <ac:chgData name="Bačo, Timotej" userId="152f2ad6-3c97-47cf-bd89-58c5c0a29e21" providerId="ADAL" clId="{BAF2BBD7-B2EE-47EF-9321-A6278445F242}" dt="2024-12-10T23:39:40.967" v="1254" actId="1076"/>
          <ac:spMkLst>
            <pc:docMk/>
            <pc:sldMk cId="596050417" sldId="302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BAF2BBD7-B2EE-47EF-9321-A6278445F242}" dt="2024-12-10T23:41:24.795" v="1306"/>
        <pc:sldMkLst>
          <pc:docMk/>
          <pc:sldMk cId="3619319581" sldId="303"/>
        </pc:sldMkLst>
        <pc:spChg chg="mod">
          <ac:chgData name="Bačo, Timotej" userId="152f2ad6-3c97-47cf-bd89-58c5c0a29e21" providerId="ADAL" clId="{BAF2BBD7-B2EE-47EF-9321-A6278445F242}" dt="2024-12-10T23:39:53.743" v="1260" actId="20577"/>
          <ac:spMkLst>
            <pc:docMk/>
            <pc:sldMk cId="3619319581" sldId="303"/>
            <ac:spMk id="2" creationId="{78BDABF5-8F51-701C-41A3-648EFE25590F}"/>
          </ac:spMkLst>
        </pc:spChg>
        <pc:spChg chg="mod">
          <ac:chgData name="Bačo, Timotej" userId="152f2ad6-3c97-47cf-bd89-58c5c0a29e21" providerId="ADAL" clId="{BAF2BBD7-B2EE-47EF-9321-A6278445F242}" dt="2024-12-10T23:41:24.795" v="1306"/>
          <ac:spMkLst>
            <pc:docMk/>
            <pc:sldMk cId="3619319581" sldId="303"/>
            <ac:spMk id="8" creationId="{D4394263-17C4-107C-501F-C19FC6080FA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74CA2D-D6A2-420C-9F1E-04F95B04104A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384CB4-0557-43B6-9DCC-16AAF543F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586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591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1890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211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383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5126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280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5208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2259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1458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2839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2819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3732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5311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8152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9696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7716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766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2128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480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1951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33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1B3B-475F-5957-AA7A-8B34E9AC42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039571-C461-09E9-9A05-DC5FA13EBD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8A602-837C-FC58-512C-A9A1DCE10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43CA-91F2-4396-BA20-9461D7BD8BF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B3292-9C09-1EDF-393A-41561FC49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870C5-31DA-35A9-BE95-6EFFFB87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470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0266B-C36F-7910-82B6-11434BCA8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F94CD-2DC5-1A83-C654-31399B9FC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5539D-2DA7-2A79-A40F-F593E8F13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43CA-91F2-4396-BA20-9461D7BD8BF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E15E7-3CC9-FECB-84DC-8334C6F77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D6036-686F-554C-37BB-153EC4B63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113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5FF83-42FF-5F24-3B1C-E2867A33C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B6B55-82BE-449C-235E-4438EC6C0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09A6A-FEE8-8359-F2FD-E46F4DCCD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43CA-91F2-4396-BA20-9461D7BD8BF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CAC34-C9EB-922C-1DA6-322A1B9AD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03B5C-448B-C630-446A-A722BD44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236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5864F-9FBF-D297-99E2-F5B4DC84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EA395-6E25-292E-F0BC-3D6CBF265C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A7233-D7CA-917F-2797-FF8ECB7597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CE8F6D-3D7D-1E06-9EBC-AD3508EDC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43CA-91F2-4396-BA20-9461D7BD8BF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B145C1-6027-2113-4929-4AA6E1C0F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883F8-C93B-671B-B471-720152ADF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91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CF9F1-1DAA-71FA-0A47-E1D827FD0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B270B-4093-BD1E-7102-A63DCC031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82E8D7-0471-FDDC-A3E1-50FE38539D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F53376-B748-F48E-0D11-575FB6EFF1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A26FF6-CB43-C476-0155-AC8DC2658A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3CFFB0-8100-71E2-CD83-C9D40F705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43CA-91F2-4396-BA20-9461D7BD8BF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B9BA90-7D25-6373-82D4-B1CD7EA98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381B8-F5F8-A14D-EEEF-FF212B9B6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066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159CB-08C3-8375-03D4-F0E1AD011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E3D734-CF2B-5490-C395-473A93A71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43CA-91F2-4396-BA20-9461D7BD8BF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30817-3260-653C-0EF9-32399E346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FECA36-0E3C-C4FD-F922-76566E2A5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376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09AB31-814E-5E6C-347A-D234D89A9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43CA-91F2-4396-BA20-9461D7BD8BF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5C21BA-55B8-3661-5D6B-47EFE79B1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7A46C-A0E0-3A56-1F08-216EEF5E6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094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5F5EA-BCA8-B43C-0D91-3D14C50D7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C438C-8D75-5DB5-0DF9-C05795A16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66FC7B-E733-E169-0B1C-88ED7A433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2D555-655D-CFEF-4D2A-B21960C2F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43CA-91F2-4396-BA20-9461D7BD8BF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9F8054-3EE3-133C-DA23-66473663C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D87A3-9C32-0EEF-3472-9B0528E1C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602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896F0-F3F6-6635-A0F9-DC5530FB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1D6B3A-7CB0-0A29-AD47-F6AE8B86D3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5E2E9-8ADD-6B18-A1BF-A2B48CB42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BCB8D-A07C-0355-7D9F-9A90911B9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43CA-91F2-4396-BA20-9461D7BD8BF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BE66BF-87C8-63EB-EE80-FE53BB09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669366-5AA1-E48F-9CA4-6BC2BBB25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743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43537-BE44-E014-09FD-C099FE658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895D29-BF27-7F8F-F340-B7000F08CF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8736F-1DDB-DB69-CCE0-AB7AE2EE4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43CA-91F2-4396-BA20-9461D7BD8BF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3221A-52AF-D151-3144-8E44EF7D4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549A-9690-6C0E-2A58-502021320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435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27E70F-8393-2693-7C49-BA6057B6B0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A6DAD3-4612-0233-B5A5-E73C48E25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74E9D-DFEE-3F58-70A2-E0F292235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43CA-91F2-4396-BA20-9461D7BD8BF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8E939-1993-C80E-58B6-0FCA32B05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9DD39-D129-A36B-02DC-1471127DB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654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524A77-88E4-BF7A-060E-0D3A9DE41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D9BAFC-4A16-CAB7-B99E-8B10D3CB4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EAFEA-0AEA-CEB3-BCA3-2A2E4622DA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C43CA-91F2-4396-BA20-9461D7BD8BF5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0D68B-5B87-A7C0-AD89-CAAA14B95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869DE-4D67-F0D3-625D-E56D57C3A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675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FF8F9-4436-ED9C-E30E-680373C64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41646"/>
            <a:ext cx="9144000" cy="2387600"/>
          </a:xfrm>
        </p:spPr>
        <p:txBody>
          <a:bodyPr>
            <a:normAutofit/>
          </a:bodyPr>
          <a:lstStyle/>
          <a:p>
            <a:r>
              <a:rPr lang="sk-SK" sz="7200" b="1" dirty="0">
                <a:latin typeface="+mn-lt"/>
              </a:rPr>
              <a:t>Manažment IKT služieb</a:t>
            </a:r>
            <a:endParaRPr lang="en-US" sz="7200" b="1" dirty="0">
              <a:latin typeface="+mn-lt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4A27D9D-739A-F1BC-9C27-5C7A0DAA37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69221" y="4481877"/>
            <a:ext cx="8384374" cy="2691112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BA9E86E7-2922-EBCF-34BF-E30ED87995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2658" y="5699875"/>
            <a:ext cx="3296786" cy="1158125"/>
          </a:xfrm>
        </p:spPr>
        <p:txBody>
          <a:bodyPr/>
          <a:lstStyle/>
          <a:p>
            <a:endParaRPr lang="sk-SK" sz="3200" b="1" dirty="0"/>
          </a:p>
          <a:p>
            <a:r>
              <a:rPr lang="sk-SK" sz="3200" b="1" dirty="0"/>
              <a:t>Timotej Bačo</a:t>
            </a:r>
            <a:endParaRPr lang="en-US" sz="3200" b="1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0EEBE84-3510-2B62-CA24-5AF882D412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-2007870" y="-221933"/>
            <a:ext cx="5905500" cy="1876425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C432F7A5-0BD9-EB3C-66C4-098B2124A562}"/>
              </a:ext>
            </a:extLst>
          </p:cNvPr>
          <p:cNvSpPr txBox="1">
            <a:spLocks/>
          </p:cNvSpPr>
          <p:nvPr/>
        </p:nvSpPr>
        <p:spPr>
          <a:xfrm>
            <a:off x="-6655290" y="220382"/>
            <a:ext cx="11161059" cy="15912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/>
              <a:t>						</a:t>
            </a:r>
            <a:r>
              <a:rPr lang="sk-SK" sz="3200" b="1" dirty="0" err="1"/>
              <a:t>Round</a:t>
            </a:r>
            <a:r>
              <a:rPr lang="sk-SK" sz="3200" b="1" dirty="0"/>
              <a:t> 10</a:t>
            </a:r>
          </a:p>
          <a:p>
            <a:endParaRPr lang="sk-SK" sz="3200" b="1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FDE482A-A808-037D-3747-4877076612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19060" y="4796781"/>
            <a:ext cx="499206" cy="499206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DB90CFD-2AE3-A25E-DE5C-722006EC0B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76270" y="1015640"/>
            <a:ext cx="673381" cy="54694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545A8921-B2DA-6769-E144-046AC91357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174635" y="1811617"/>
            <a:ext cx="5040144" cy="68580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F976BE20-777C-CED1-C957-CA4D62C6012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6509232">
            <a:off x="8712121" y="-3159801"/>
            <a:ext cx="50401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358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1369240"/>
            <a:ext cx="10490640" cy="4425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sk-SK" b="1" dirty="0"/>
              <a:t>Manažment IKT služieb je kľúčový pre každú modernú organizáciu. Správne riadenie IKT služieb zabezpečuje:</a:t>
            </a:r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sk-SK" b="1" dirty="0"/>
              <a:t>	</a:t>
            </a:r>
            <a:r>
              <a:rPr lang="en-US" b="1" dirty="0" err="1">
                <a:solidFill>
                  <a:srgbClr val="E30074"/>
                </a:solidFill>
              </a:rPr>
              <a:t>Efektívnosť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Pomáha</a:t>
            </a:r>
            <a:r>
              <a:rPr lang="en-US" b="1" dirty="0"/>
              <a:t> </a:t>
            </a:r>
            <a:r>
              <a:rPr lang="en-US" b="1" dirty="0" err="1"/>
              <a:t>organizáciám</a:t>
            </a:r>
            <a:r>
              <a:rPr lang="en-US" b="1" dirty="0"/>
              <a:t> </a:t>
            </a:r>
            <a:r>
              <a:rPr lang="en-US" b="1" dirty="0" err="1"/>
              <a:t>optimalizovať</a:t>
            </a:r>
            <a:r>
              <a:rPr lang="en-US" b="1" dirty="0"/>
              <a:t> </a:t>
            </a:r>
            <a:r>
              <a:rPr lang="en-US" b="1" dirty="0" err="1"/>
              <a:t>svoje</a:t>
            </a:r>
            <a:r>
              <a:rPr lang="en-US" b="1" dirty="0"/>
              <a:t> </a:t>
            </a:r>
            <a:r>
              <a:rPr lang="en-US" b="1" dirty="0" err="1"/>
              <a:t>technologické</a:t>
            </a:r>
            <a:r>
              <a:rPr lang="en-US" b="1" dirty="0"/>
              <a:t> </a:t>
            </a:r>
            <a:r>
              <a:rPr lang="en-US" b="1" dirty="0" err="1"/>
              <a:t>prostriedky</a:t>
            </a:r>
            <a:r>
              <a:rPr lang="en-US" b="1" dirty="0"/>
              <a:t> a </a:t>
            </a:r>
            <a:r>
              <a:rPr lang="en-US" b="1" dirty="0" err="1"/>
              <a:t>procesy</a:t>
            </a:r>
            <a:r>
              <a:rPr lang="en-US" b="1" dirty="0"/>
              <a:t>, </a:t>
            </a:r>
            <a:r>
              <a:rPr lang="en-US" b="1" dirty="0" err="1"/>
              <a:t>čo</a:t>
            </a:r>
            <a:r>
              <a:rPr lang="en-US" b="1" dirty="0"/>
              <a:t> </a:t>
            </a:r>
            <a:r>
              <a:rPr lang="sk-SK" b="1" dirty="0"/>
              <a:t>			</a:t>
            </a:r>
            <a:r>
              <a:rPr lang="en-US" b="1" dirty="0" err="1"/>
              <a:t>vedie</a:t>
            </a:r>
            <a:r>
              <a:rPr lang="sk-SK" b="1" dirty="0"/>
              <a:t> </a:t>
            </a:r>
            <a:r>
              <a:rPr lang="en-US" b="1" dirty="0"/>
              <a:t>k </a:t>
            </a:r>
            <a:r>
              <a:rPr lang="en-US" b="1" dirty="0" err="1"/>
              <a:t>vyššej</a:t>
            </a:r>
            <a:r>
              <a:rPr lang="en-US" b="1" dirty="0"/>
              <a:t> </a:t>
            </a:r>
            <a:r>
              <a:rPr lang="en-US" b="1" dirty="0" err="1"/>
              <a:t>produktivite</a:t>
            </a:r>
            <a:r>
              <a:rPr lang="en-US" b="1" dirty="0"/>
              <a:t> a </a:t>
            </a:r>
            <a:r>
              <a:rPr lang="en-US" b="1" dirty="0" err="1"/>
              <a:t>nižším</a:t>
            </a:r>
            <a:r>
              <a:rPr lang="en-US" b="1" dirty="0"/>
              <a:t> </a:t>
            </a:r>
            <a:r>
              <a:rPr lang="en-US" b="1" dirty="0" err="1"/>
              <a:t>nákladom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sk-SK" b="1" dirty="0"/>
              <a:t>	</a:t>
            </a:r>
            <a:r>
              <a:rPr lang="en-US" b="1" dirty="0" err="1">
                <a:solidFill>
                  <a:srgbClr val="E30074"/>
                </a:solidFill>
              </a:rPr>
              <a:t>Bezpečnosť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Zabezpečuje</a:t>
            </a:r>
            <a:r>
              <a:rPr lang="en-US" b="1" dirty="0"/>
              <a:t> </a:t>
            </a:r>
            <a:r>
              <a:rPr lang="en-US" b="1" dirty="0" err="1"/>
              <a:t>ochranu</a:t>
            </a:r>
            <a:r>
              <a:rPr lang="en-US" b="1" dirty="0"/>
              <a:t> </a:t>
            </a:r>
            <a:r>
              <a:rPr lang="en-US" b="1" dirty="0" err="1"/>
              <a:t>citlivých</a:t>
            </a:r>
            <a:r>
              <a:rPr lang="en-US" b="1" dirty="0"/>
              <a:t> </a:t>
            </a:r>
            <a:r>
              <a:rPr lang="en-US" b="1" dirty="0" err="1"/>
              <a:t>informácií</a:t>
            </a:r>
            <a:r>
              <a:rPr lang="en-US" b="1" dirty="0"/>
              <a:t> a </a:t>
            </a:r>
            <a:r>
              <a:rPr lang="en-US" b="1" dirty="0" err="1"/>
              <a:t>minimalizuje</a:t>
            </a:r>
            <a:r>
              <a:rPr lang="en-US" b="1" dirty="0"/>
              <a:t> </a:t>
            </a:r>
            <a:r>
              <a:rPr lang="en-US" b="1" dirty="0" err="1"/>
              <a:t>riziko</a:t>
            </a:r>
            <a:r>
              <a:rPr lang="en-US" b="1" dirty="0"/>
              <a:t> </a:t>
            </a:r>
            <a:r>
              <a:rPr lang="en-US" b="1" dirty="0" err="1"/>
              <a:t>bezpečnostných</a:t>
            </a:r>
            <a:r>
              <a:rPr lang="en-US" b="1" dirty="0"/>
              <a:t> </a:t>
            </a:r>
            <a:r>
              <a:rPr lang="sk-SK" b="1" dirty="0"/>
              <a:t>			</a:t>
            </a:r>
            <a:r>
              <a:rPr lang="en-US" b="1" dirty="0" err="1"/>
              <a:t>incidentov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sk-SK" b="1" dirty="0"/>
              <a:t>	</a:t>
            </a:r>
            <a:r>
              <a:rPr lang="en-US" b="1" dirty="0" err="1">
                <a:solidFill>
                  <a:srgbClr val="E30074"/>
                </a:solidFill>
              </a:rPr>
              <a:t>Dostupnosť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Kvalitný</a:t>
            </a:r>
            <a:r>
              <a:rPr lang="en-US" b="1" dirty="0"/>
              <a:t> </a:t>
            </a:r>
            <a:r>
              <a:rPr lang="en-US" b="1" dirty="0" err="1"/>
              <a:t>manažment</a:t>
            </a:r>
            <a:r>
              <a:rPr lang="en-US" b="1" dirty="0"/>
              <a:t> </a:t>
            </a:r>
            <a:r>
              <a:rPr lang="en-US" b="1" dirty="0" err="1"/>
              <a:t>zabezpečuje</a:t>
            </a:r>
            <a:r>
              <a:rPr lang="en-US" b="1" dirty="0"/>
              <a:t>, </a:t>
            </a:r>
            <a:r>
              <a:rPr lang="en-US" b="1" dirty="0" err="1"/>
              <a:t>že</a:t>
            </a:r>
            <a:r>
              <a:rPr lang="en-US" b="1" dirty="0"/>
              <a:t> IKT </a:t>
            </a:r>
            <a:r>
              <a:rPr lang="en-US" b="1" dirty="0" err="1"/>
              <a:t>služby</a:t>
            </a:r>
            <a:r>
              <a:rPr lang="en-US" b="1" dirty="0"/>
              <a:t> </a:t>
            </a:r>
            <a:r>
              <a:rPr lang="en-US" b="1" dirty="0" err="1"/>
              <a:t>sú</a:t>
            </a:r>
            <a:r>
              <a:rPr lang="en-US" b="1" dirty="0"/>
              <a:t> </a:t>
            </a:r>
            <a:r>
              <a:rPr lang="en-US" b="1" dirty="0" err="1"/>
              <a:t>vždy</a:t>
            </a:r>
            <a:r>
              <a:rPr lang="en-US" b="1" dirty="0"/>
              <a:t> k </a:t>
            </a:r>
            <a:r>
              <a:rPr lang="en-US" b="1" dirty="0" err="1"/>
              <a:t>dispozícii</a:t>
            </a:r>
            <a:r>
              <a:rPr lang="en-US" b="1" dirty="0"/>
              <a:t>, </a:t>
            </a:r>
            <a:r>
              <a:rPr lang="en-US" b="1" dirty="0" err="1"/>
              <a:t>keď</a:t>
            </a:r>
            <a:r>
              <a:rPr lang="en-US" b="1" dirty="0"/>
              <a:t> </a:t>
            </a:r>
            <a:r>
              <a:rPr lang="en-US" b="1" dirty="0" err="1"/>
              <a:t>sú</a:t>
            </a:r>
            <a:r>
              <a:rPr lang="en-US" b="1" dirty="0"/>
              <a:t> </a:t>
            </a:r>
            <a:r>
              <a:rPr lang="en-US" b="1" dirty="0" err="1"/>
              <a:t>potrebné</a:t>
            </a:r>
            <a:r>
              <a:rPr lang="en-US" b="1" dirty="0"/>
              <a:t>, </a:t>
            </a:r>
            <a:r>
              <a:rPr lang="sk-SK" b="1" dirty="0"/>
              <a:t>		</a:t>
            </a:r>
            <a:r>
              <a:rPr lang="en-US" b="1" dirty="0" err="1"/>
              <a:t>čím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minimalizuje</a:t>
            </a:r>
            <a:r>
              <a:rPr lang="en-US" b="1" dirty="0"/>
              <a:t> </a:t>
            </a:r>
            <a:r>
              <a:rPr lang="en-US" b="1" dirty="0" err="1"/>
              <a:t>prestoj</a:t>
            </a:r>
            <a:r>
              <a:rPr lang="en-US" b="1" dirty="0"/>
              <a:t> a </a:t>
            </a:r>
            <a:r>
              <a:rPr lang="en-US" b="1" dirty="0" err="1"/>
              <a:t>zvyšuje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spokojnosť</a:t>
            </a:r>
            <a:r>
              <a:rPr lang="en-US" b="1" dirty="0"/>
              <a:t> </a:t>
            </a:r>
            <a:r>
              <a:rPr lang="en-US" b="1" dirty="0" err="1"/>
              <a:t>používateľov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sk-SK" b="1" dirty="0"/>
              <a:t>	</a:t>
            </a:r>
            <a:r>
              <a:rPr lang="en-US" b="1" dirty="0" err="1">
                <a:solidFill>
                  <a:srgbClr val="E30074"/>
                </a:solidFill>
              </a:rPr>
              <a:t>Inovácia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Umožňuje</a:t>
            </a:r>
            <a:r>
              <a:rPr lang="en-US" b="1" dirty="0"/>
              <a:t> </a:t>
            </a:r>
            <a:r>
              <a:rPr lang="en-US" b="1" dirty="0" err="1"/>
              <a:t>využívať</a:t>
            </a:r>
            <a:r>
              <a:rPr lang="en-US" b="1" dirty="0"/>
              <a:t> </a:t>
            </a:r>
            <a:r>
              <a:rPr lang="en-US" b="1" dirty="0" err="1"/>
              <a:t>najnovšie</a:t>
            </a:r>
            <a:r>
              <a:rPr lang="en-US" b="1" dirty="0"/>
              <a:t> </a:t>
            </a:r>
            <a:r>
              <a:rPr lang="en-US" b="1" dirty="0" err="1"/>
              <a:t>technologické</a:t>
            </a:r>
            <a:r>
              <a:rPr lang="en-US" b="1" dirty="0"/>
              <a:t> trendy a </a:t>
            </a:r>
            <a:r>
              <a:rPr lang="en-US" b="1" dirty="0" err="1"/>
              <a:t>inovácia</a:t>
            </a:r>
            <a:r>
              <a:rPr lang="en-US" b="1" dirty="0"/>
              <a:t> v </a:t>
            </a:r>
            <a:r>
              <a:rPr lang="en-US" b="1" dirty="0" err="1"/>
              <a:t>oblasti</a:t>
            </a:r>
            <a:r>
              <a:rPr lang="en-US" b="1" dirty="0"/>
              <a:t> IT, </a:t>
            </a:r>
            <a:r>
              <a:rPr lang="en-US" b="1" dirty="0" err="1"/>
              <a:t>čím</a:t>
            </a:r>
            <a:r>
              <a:rPr lang="en-US" b="1" dirty="0"/>
              <a:t> </a:t>
            </a:r>
            <a:r>
              <a:rPr lang="en-US" b="1" dirty="0" err="1"/>
              <a:t>organizácia</a:t>
            </a:r>
            <a:r>
              <a:rPr lang="en-US" b="1" dirty="0"/>
              <a:t> </a:t>
            </a:r>
            <a:r>
              <a:rPr lang="sk-SK" b="1" dirty="0"/>
              <a:t>		</a:t>
            </a:r>
            <a:r>
              <a:rPr lang="en-US" b="1" dirty="0" err="1"/>
              <a:t>získava</a:t>
            </a:r>
            <a:r>
              <a:rPr lang="en-US" b="1" dirty="0"/>
              <a:t> </a:t>
            </a:r>
            <a:r>
              <a:rPr lang="en-US" b="1" dirty="0" err="1"/>
              <a:t>konkurenčnú</a:t>
            </a:r>
            <a:r>
              <a:rPr lang="en-US" b="1" dirty="0"/>
              <a:t> </a:t>
            </a:r>
            <a:r>
              <a:rPr lang="en-US" b="1" dirty="0" err="1"/>
              <a:t>výhodu</a:t>
            </a:r>
            <a:r>
              <a:rPr lang="en-US" b="1" dirty="0"/>
              <a:t>.</a:t>
            </a: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3695700" y="268118"/>
            <a:ext cx="82391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k-SK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manažment IKT služieb</a:t>
            </a:r>
          </a:p>
        </p:txBody>
      </p:sp>
    </p:spTree>
    <p:extLst>
      <p:ext uri="{BB962C8B-B14F-4D97-AF65-F5344CB8AC3E}">
        <p14:creationId xmlns:p14="http://schemas.microsoft.com/office/powerpoint/2010/main" val="753961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2279280"/>
            <a:ext cx="10490640" cy="2237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Služby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poskytované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užívateľom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Poskytovanie</a:t>
            </a:r>
            <a:r>
              <a:rPr lang="en-US" b="1" dirty="0"/>
              <a:t> IT </a:t>
            </a:r>
            <a:r>
              <a:rPr lang="en-US" b="1" dirty="0" err="1"/>
              <a:t>podpory</a:t>
            </a:r>
            <a:r>
              <a:rPr lang="en-US" b="1" dirty="0"/>
              <a:t>, </a:t>
            </a:r>
            <a:r>
              <a:rPr lang="en-US" b="1" dirty="0" err="1"/>
              <a:t>prevádzka</a:t>
            </a:r>
            <a:r>
              <a:rPr lang="en-US" b="1" dirty="0"/>
              <a:t> </a:t>
            </a:r>
            <a:r>
              <a:rPr lang="en-US" b="1" dirty="0" err="1"/>
              <a:t>serverov</a:t>
            </a:r>
            <a:r>
              <a:rPr lang="en-US" b="1" dirty="0"/>
              <a:t>, </a:t>
            </a:r>
            <a:r>
              <a:rPr lang="en-US" b="1" dirty="0" err="1"/>
              <a:t>cloudové</a:t>
            </a:r>
            <a:r>
              <a:rPr lang="en-US" b="1" dirty="0"/>
              <a:t> </a:t>
            </a:r>
            <a:r>
              <a:rPr lang="en-US" b="1" dirty="0" err="1"/>
              <a:t>služby</a:t>
            </a:r>
            <a:r>
              <a:rPr lang="en-US" b="1" dirty="0"/>
              <a:t>, </a:t>
            </a:r>
            <a:r>
              <a:rPr lang="en-US" b="1" dirty="0" err="1"/>
              <a:t>aplikácie</a:t>
            </a:r>
            <a:r>
              <a:rPr lang="en-US" b="1" dirty="0"/>
              <a:t> a </a:t>
            </a:r>
            <a:r>
              <a:rPr lang="sk-SK" b="1" dirty="0"/>
              <a:t>	</a:t>
            </a:r>
            <a:r>
              <a:rPr lang="en-US" b="1" dirty="0" err="1"/>
              <a:t>ďalšie</a:t>
            </a:r>
            <a:r>
              <a:rPr lang="en-US" b="1" dirty="0"/>
              <a:t> </a:t>
            </a:r>
            <a:r>
              <a:rPr lang="en-US" b="1" dirty="0" err="1"/>
              <a:t>technologické</a:t>
            </a:r>
            <a:r>
              <a:rPr lang="en-US" b="1" dirty="0"/>
              <a:t> </a:t>
            </a:r>
            <a:r>
              <a:rPr lang="en-US" b="1" dirty="0" err="1"/>
              <a:t>riešenia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Správa</a:t>
            </a:r>
            <a:r>
              <a:rPr lang="en-US" b="1" dirty="0">
                <a:solidFill>
                  <a:srgbClr val="E30074"/>
                </a:solidFill>
              </a:rPr>
              <a:t> IT </a:t>
            </a:r>
            <a:r>
              <a:rPr lang="en-US" b="1" dirty="0" err="1">
                <a:solidFill>
                  <a:srgbClr val="E30074"/>
                </a:solidFill>
              </a:rPr>
              <a:t>infraštruktúry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Udržiavanie</a:t>
            </a:r>
            <a:r>
              <a:rPr lang="en-US" b="1" dirty="0"/>
              <a:t> </a:t>
            </a:r>
            <a:r>
              <a:rPr lang="en-US" b="1" dirty="0" err="1"/>
              <a:t>hardvéru</a:t>
            </a:r>
            <a:r>
              <a:rPr lang="en-US" b="1" dirty="0"/>
              <a:t>, </a:t>
            </a:r>
            <a:r>
              <a:rPr lang="en-US" b="1" dirty="0" err="1"/>
              <a:t>softvéru</a:t>
            </a:r>
            <a:r>
              <a:rPr lang="en-US" b="1" dirty="0"/>
              <a:t> a </a:t>
            </a:r>
            <a:r>
              <a:rPr lang="en-US" b="1" dirty="0" err="1"/>
              <a:t>siete</a:t>
            </a:r>
            <a:r>
              <a:rPr lang="en-US" b="1" dirty="0"/>
              <a:t>, </a:t>
            </a:r>
            <a:r>
              <a:rPr lang="en-US" b="1" dirty="0" err="1"/>
              <a:t>ktoré</a:t>
            </a:r>
            <a:r>
              <a:rPr lang="en-US" b="1" dirty="0"/>
              <a:t> </a:t>
            </a:r>
            <a:r>
              <a:rPr lang="en-US" b="1" dirty="0" err="1"/>
              <a:t>sú</a:t>
            </a:r>
            <a:r>
              <a:rPr lang="en-US" b="1" dirty="0"/>
              <a:t> </a:t>
            </a:r>
            <a:r>
              <a:rPr lang="en-US" b="1" dirty="0" err="1"/>
              <a:t>základom</a:t>
            </a:r>
            <a:r>
              <a:rPr lang="en-US" b="1" dirty="0"/>
              <a:t> IKT </a:t>
            </a:r>
            <a:r>
              <a:rPr lang="en-US" b="1" dirty="0" err="1"/>
              <a:t>služieb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Vývoj</a:t>
            </a:r>
            <a:r>
              <a:rPr lang="en-US" b="1" dirty="0">
                <a:solidFill>
                  <a:srgbClr val="E30074"/>
                </a:solidFill>
              </a:rPr>
              <a:t> a </a:t>
            </a:r>
            <a:r>
              <a:rPr lang="en-US" b="1" dirty="0" err="1">
                <a:solidFill>
                  <a:srgbClr val="E30074"/>
                </a:solidFill>
              </a:rPr>
              <a:t>implementácia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služieb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Návrh</a:t>
            </a:r>
            <a:r>
              <a:rPr lang="en-US" b="1" dirty="0"/>
              <a:t>, </a:t>
            </a:r>
            <a:r>
              <a:rPr lang="en-US" b="1" dirty="0" err="1"/>
              <a:t>vývoj</a:t>
            </a:r>
            <a:r>
              <a:rPr lang="en-US" b="1" dirty="0"/>
              <a:t>, </a:t>
            </a:r>
            <a:r>
              <a:rPr lang="en-US" b="1" dirty="0" err="1"/>
              <a:t>implementácia</a:t>
            </a:r>
            <a:r>
              <a:rPr lang="en-US" b="1" dirty="0"/>
              <a:t> a </a:t>
            </a:r>
            <a:r>
              <a:rPr lang="en-US" b="1" dirty="0" err="1"/>
              <a:t>optimalizácia</a:t>
            </a:r>
            <a:r>
              <a:rPr lang="en-US" b="1" dirty="0"/>
              <a:t> </a:t>
            </a:r>
            <a:r>
              <a:rPr lang="en-US" b="1" dirty="0" err="1"/>
              <a:t>nových</a:t>
            </a:r>
            <a:r>
              <a:rPr lang="en-US" b="1" dirty="0"/>
              <a:t> IKT </a:t>
            </a:r>
            <a:r>
              <a:rPr lang="en-US" b="1" dirty="0" err="1"/>
              <a:t>služieb</a:t>
            </a:r>
            <a:r>
              <a:rPr lang="en-US" b="1" dirty="0"/>
              <a:t>, </a:t>
            </a:r>
            <a:r>
              <a:rPr lang="en-US" b="1" dirty="0" err="1"/>
              <a:t>ktoré</a:t>
            </a:r>
            <a:r>
              <a:rPr lang="en-US" b="1" dirty="0"/>
              <a:t> </a:t>
            </a:r>
            <a:r>
              <a:rPr lang="sk-SK" b="1" dirty="0"/>
              <a:t>	</a:t>
            </a:r>
            <a:r>
              <a:rPr lang="en-US" b="1" dirty="0" err="1"/>
              <a:t>spĺňajú</a:t>
            </a:r>
            <a:r>
              <a:rPr lang="sk-SK" b="1" dirty="0"/>
              <a:t> </a:t>
            </a:r>
            <a:r>
              <a:rPr lang="en-US" b="1" dirty="0" err="1"/>
              <a:t>potreby</a:t>
            </a:r>
            <a:r>
              <a:rPr lang="en-US" b="1" dirty="0"/>
              <a:t> </a:t>
            </a:r>
            <a:r>
              <a:rPr lang="en-US" b="1" dirty="0" err="1"/>
              <a:t>organizácie</a:t>
            </a:r>
            <a:r>
              <a:rPr lang="en-US" b="1" dirty="0"/>
              <a:t> </a:t>
            </a:r>
            <a:r>
              <a:rPr lang="en-US" b="1" dirty="0" err="1"/>
              <a:t>alebo</a:t>
            </a:r>
            <a:r>
              <a:rPr lang="en-US" b="1" dirty="0"/>
              <a:t> </a:t>
            </a:r>
            <a:r>
              <a:rPr lang="en-US" b="1" dirty="0" err="1"/>
              <a:t>zákazníka</a:t>
            </a:r>
            <a:r>
              <a:rPr lang="en-US" b="1" dirty="0"/>
              <a:t>.</a:t>
            </a: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3695700" y="268118"/>
            <a:ext cx="82391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k-SK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Kľúčové oblasti</a:t>
            </a:r>
          </a:p>
        </p:txBody>
      </p:sp>
    </p:spTree>
    <p:extLst>
      <p:ext uri="{BB962C8B-B14F-4D97-AF65-F5344CB8AC3E}">
        <p14:creationId xmlns:p14="http://schemas.microsoft.com/office/powerpoint/2010/main" val="848617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2279280"/>
            <a:ext cx="10490640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>
                <a:solidFill>
                  <a:srgbClr val="E30074"/>
                </a:solidFill>
              </a:rPr>
              <a:t>Model </a:t>
            </a:r>
            <a:r>
              <a:rPr lang="en-US" b="1" dirty="0" err="1">
                <a:solidFill>
                  <a:srgbClr val="E30074"/>
                </a:solidFill>
              </a:rPr>
              <a:t>služby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/>
              <a:t>je </a:t>
            </a:r>
            <a:r>
              <a:rPr lang="en-US" b="1" dirty="0" err="1"/>
              <a:t>spôsob</a:t>
            </a:r>
            <a:r>
              <a:rPr lang="en-US" b="1" dirty="0"/>
              <a:t>, </a:t>
            </a:r>
            <a:r>
              <a:rPr lang="en-US" b="1" dirty="0" err="1"/>
              <a:t>ako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organizácie</a:t>
            </a:r>
            <a:r>
              <a:rPr lang="en-US" b="1" dirty="0"/>
              <a:t> a </a:t>
            </a:r>
            <a:r>
              <a:rPr lang="en-US" b="1" dirty="0" err="1"/>
              <a:t>poskytovatelia</a:t>
            </a:r>
            <a:r>
              <a:rPr lang="en-US" b="1" dirty="0"/>
              <a:t> </a:t>
            </a:r>
            <a:r>
              <a:rPr lang="en-US" b="1" dirty="0" err="1"/>
              <a:t>služieb</a:t>
            </a:r>
            <a:r>
              <a:rPr lang="en-US" b="1" dirty="0"/>
              <a:t> </a:t>
            </a:r>
            <a:r>
              <a:rPr lang="en-US" b="1" dirty="0" err="1"/>
              <a:t>snažia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E30074"/>
                </a:solidFill>
              </a:rPr>
              <a:t>definovať</a:t>
            </a:r>
            <a:r>
              <a:rPr lang="en-US" b="1" dirty="0"/>
              <a:t>, </a:t>
            </a:r>
            <a:r>
              <a:rPr lang="en-US" b="1" dirty="0" err="1">
                <a:solidFill>
                  <a:srgbClr val="E30074"/>
                </a:solidFill>
              </a:rPr>
              <a:t>vytvoriť</a:t>
            </a:r>
            <a:r>
              <a:rPr lang="en-US" b="1" dirty="0"/>
              <a:t> a </a:t>
            </a:r>
            <a:r>
              <a:rPr lang="en-US" b="1" dirty="0" err="1">
                <a:solidFill>
                  <a:srgbClr val="E30074"/>
                </a:solidFill>
              </a:rPr>
              <a:t>poskytovať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hodnotu</a:t>
            </a:r>
            <a:r>
              <a:rPr lang="en-US" b="1" dirty="0"/>
              <a:t> </a:t>
            </a:r>
            <a:r>
              <a:rPr lang="en-US" b="1" dirty="0" err="1"/>
              <a:t>svojim</a:t>
            </a:r>
            <a:r>
              <a:rPr lang="en-US" b="1" dirty="0"/>
              <a:t> </a:t>
            </a:r>
            <a:r>
              <a:rPr lang="en-US" b="1" dirty="0" err="1"/>
              <a:t>zákazníkom</a:t>
            </a:r>
            <a:r>
              <a:rPr lang="en-US" b="1" dirty="0"/>
              <a:t>. </a:t>
            </a:r>
            <a:r>
              <a:rPr lang="en-US" b="1" dirty="0" err="1"/>
              <a:t>Tento</a:t>
            </a:r>
            <a:r>
              <a:rPr lang="en-US" b="1" dirty="0"/>
              <a:t> model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zameriava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poskytovanie</a:t>
            </a:r>
            <a:r>
              <a:rPr lang="en-US" b="1" dirty="0"/>
              <a:t> </a:t>
            </a:r>
            <a:r>
              <a:rPr lang="en-US" b="1" dirty="0" err="1"/>
              <a:t>kvalitnej</a:t>
            </a:r>
            <a:r>
              <a:rPr lang="en-US" b="1" dirty="0"/>
              <a:t> </a:t>
            </a:r>
            <a:r>
              <a:rPr lang="en-US" b="1" dirty="0" err="1"/>
              <a:t>služby</a:t>
            </a:r>
            <a:r>
              <a:rPr lang="en-US" b="1" dirty="0"/>
              <a:t>, </a:t>
            </a:r>
            <a:r>
              <a:rPr lang="en-US" b="1" dirty="0" err="1"/>
              <a:t>ktorá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E30074"/>
                </a:solidFill>
              </a:rPr>
              <a:t>zodpovedá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požiadavkám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zákazníka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/>
              <a:t>a </a:t>
            </a:r>
            <a:r>
              <a:rPr lang="en-US" b="1" dirty="0" err="1">
                <a:solidFill>
                  <a:srgbClr val="E30074"/>
                </a:solidFill>
              </a:rPr>
              <a:t>dosahuje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stanovené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ciele</a:t>
            </a:r>
            <a:r>
              <a:rPr lang="en-US" b="1" dirty="0"/>
              <a:t>.</a:t>
            </a: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1943100" y="258036"/>
            <a:ext cx="102489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k-SK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Princípy modelu služieb</a:t>
            </a:r>
          </a:p>
        </p:txBody>
      </p:sp>
    </p:spTree>
    <p:extLst>
      <p:ext uri="{BB962C8B-B14F-4D97-AF65-F5344CB8AC3E}">
        <p14:creationId xmlns:p14="http://schemas.microsoft.com/office/powerpoint/2010/main" val="3231958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1764503"/>
            <a:ext cx="10490640" cy="2653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Zameranie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na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potreby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zákazníka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Každá</a:t>
            </a:r>
            <a:r>
              <a:rPr lang="en-US" b="1" dirty="0"/>
              <a:t> </a:t>
            </a:r>
            <a:r>
              <a:rPr lang="en-US" b="1" dirty="0" err="1"/>
              <a:t>služba</a:t>
            </a:r>
            <a:r>
              <a:rPr lang="en-US" b="1" dirty="0"/>
              <a:t> </a:t>
            </a:r>
            <a:r>
              <a:rPr lang="en-US" b="1" dirty="0" err="1"/>
              <a:t>musí</a:t>
            </a:r>
            <a:r>
              <a:rPr lang="en-US" b="1" dirty="0"/>
              <a:t> </a:t>
            </a:r>
            <a:r>
              <a:rPr lang="en-US" b="1" dirty="0" err="1"/>
              <a:t>byť</a:t>
            </a:r>
            <a:r>
              <a:rPr lang="en-US" b="1" dirty="0"/>
              <a:t> </a:t>
            </a:r>
            <a:r>
              <a:rPr lang="en-US" b="1" dirty="0" err="1"/>
              <a:t>navrhnutá</a:t>
            </a:r>
            <a:r>
              <a:rPr lang="en-US" b="1" dirty="0"/>
              <a:t> </a:t>
            </a:r>
            <a:r>
              <a:rPr lang="en-US" b="1" dirty="0" err="1"/>
              <a:t>tak</a:t>
            </a:r>
            <a:r>
              <a:rPr lang="en-US" b="1" dirty="0"/>
              <a:t>, aby </a:t>
            </a:r>
            <a:r>
              <a:rPr lang="en-US" b="1" dirty="0" err="1"/>
              <a:t>spĺňala</a:t>
            </a:r>
            <a:r>
              <a:rPr lang="en-US" b="1" dirty="0"/>
              <a:t> </a:t>
            </a:r>
            <a:r>
              <a:rPr lang="en-US" b="1" dirty="0" err="1"/>
              <a:t>konkrétne</a:t>
            </a:r>
            <a:r>
              <a:rPr lang="en-US" b="1" dirty="0"/>
              <a:t> </a:t>
            </a:r>
            <a:r>
              <a:rPr lang="en-US" b="1" dirty="0" err="1"/>
              <a:t>potreby</a:t>
            </a:r>
            <a:r>
              <a:rPr lang="en-US" b="1" dirty="0"/>
              <a:t> </a:t>
            </a:r>
            <a:r>
              <a:rPr lang="sk-SK" b="1" dirty="0"/>
              <a:t>	</a:t>
            </a:r>
            <a:r>
              <a:rPr lang="en-US" b="1" dirty="0" err="1"/>
              <a:t>zákazníka</a:t>
            </a:r>
            <a:r>
              <a:rPr lang="en-US" b="1" dirty="0"/>
              <a:t>. To </a:t>
            </a:r>
            <a:r>
              <a:rPr lang="en-US" b="1" dirty="0" err="1"/>
              <a:t>znamená</a:t>
            </a:r>
            <a:r>
              <a:rPr lang="en-US" b="1" dirty="0"/>
              <a:t>, </a:t>
            </a:r>
            <a:r>
              <a:rPr lang="en-US" b="1" dirty="0" err="1"/>
              <a:t>že</a:t>
            </a:r>
            <a:r>
              <a:rPr lang="en-US" b="1" dirty="0"/>
              <a:t> </a:t>
            </a:r>
            <a:r>
              <a:rPr lang="en-US" b="1" dirty="0" err="1"/>
              <a:t>poskytovatelia</a:t>
            </a:r>
            <a:r>
              <a:rPr lang="en-US" b="1" dirty="0"/>
              <a:t> </a:t>
            </a:r>
            <a:r>
              <a:rPr lang="en-US" b="1" dirty="0" err="1"/>
              <a:t>musia</a:t>
            </a:r>
            <a:r>
              <a:rPr lang="en-US" b="1" dirty="0"/>
              <a:t> </a:t>
            </a:r>
            <a:r>
              <a:rPr lang="en-US" b="1" dirty="0" err="1"/>
              <a:t>aktívne</a:t>
            </a:r>
            <a:r>
              <a:rPr lang="en-US" b="1" dirty="0"/>
              <a:t> </a:t>
            </a:r>
            <a:r>
              <a:rPr lang="en-US" b="1" dirty="0" err="1"/>
              <a:t>počúvať</a:t>
            </a:r>
            <a:r>
              <a:rPr lang="en-US" b="1" dirty="0"/>
              <a:t> </a:t>
            </a:r>
            <a:r>
              <a:rPr lang="en-US" b="1" dirty="0" err="1"/>
              <a:t>svojich</a:t>
            </a:r>
            <a:r>
              <a:rPr lang="en-US" b="1" dirty="0"/>
              <a:t> </a:t>
            </a:r>
            <a:r>
              <a:rPr lang="en-US" b="1" dirty="0" err="1"/>
              <a:t>zákazníkov</a:t>
            </a:r>
            <a:r>
              <a:rPr lang="en-US" b="1" dirty="0"/>
              <a:t>, </a:t>
            </a:r>
            <a:r>
              <a:rPr lang="en-US" b="1" dirty="0" err="1"/>
              <a:t>rozumieť</a:t>
            </a:r>
            <a:r>
              <a:rPr lang="en-US" b="1" dirty="0"/>
              <a:t> ich </a:t>
            </a:r>
            <a:r>
              <a:rPr lang="sk-SK" b="1" dirty="0"/>
              <a:t>	</a:t>
            </a:r>
            <a:r>
              <a:rPr lang="en-US" b="1" dirty="0" err="1"/>
              <a:t>požiadavkám</a:t>
            </a:r>
            <a:r>
              <a:rPr lang="en-US" b="1" dirty="0"/>
              <a:t> a </a:t>
            </a:r>
            <a:r>
              <a:rPr lang="en-US" b="1" dirty="0" err="1"/>
              <a:t>vyvíjať</a:t>
            </a:r>
            <a:r>
              <a:rPr lang="en-US" b="1" dirty="0"/>
              <a:t> </a:t>
            </a:r>
            <a:r>
              <a:rPr lang="en-US" b="1" dirty="0" err="1"/>
              <a:t>služby</a:t>
            </a:r>
            <a:r>
              <a:rPr lang="en-US" b="1" dirty="0"/>
              <a:t>, </a:t>
            </a:r>
            <a:r>
              <a:rPr lang="en-US" b="1" dirty="0" err="1"/>
              <a:t>ktoré</a:t>
            </a:r>
            <a:r>
              <a:rPr lang="en-US" b="1" dirty="0"/>
              <a:t> </a:t>
            </a:r>
            <a:r>
              <a:rPr lang="en-US" b="1" dirty="0" err="1"/>
              <a:t>tieto</a:t>
            </a:r>
            <a:r>
              <a:rPr lang="en-US" b="1" dirty="0"/>
              <a:t> </a:t>
            </a:r>
            <a:r>
              <a:rPr lang="en-US" b="1" dirty="0" err="1"/>
              <a:t>požiadavky</a:t>
            </a:r>
            <a:r>
              <a:rPr lang="en-US" b="1" dirty="0"/>
              <a:t> </a:t>
            </a:r>
            <a:r>
              <a:rPr lang="en-US" b="1" dirty="0" err="1"/>
              <a:t>uspokoja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Prispôsobenie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služby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Služby</a:t>
            </a:r>
            <a:r>
              <a:rPr lang="en-US" b="1" dirty="0"/>
              <a:t> by </a:t>
            </a:r>
            <a:r>
              <a:rPr lang="en-US" b="1" dirty="0" err="1"/>
              <a:t>mali</a:t>
            </a:r>
            <a:r>
              <a:rPr lang="en-US" b="1" dirty="0"/>
              <a:t> </a:t>
            </a:r>
            <a:r>
              <a:rPr lang="en-US" b="1" dirty="0" err="1"/>
              <a:t>byť</a:t>
            </a:r>
            <a:r>
              <a:rPr lang="en-US" b="1" dirty="0"/>
              <a:t> </a:t>
            </a:r>
            <a:r>
              <a:rPr lang="en-US" b="1" dirty="0" err="1"/>
              <a:t>prispôsobiteľné</a:t>
            </a:r>
            <a:r>
              <a:rPr lang="en-US" b="1" dirty="0"/>
              <a:t> </a:t>
            </a:r>
            <a:r>
              <a:rPr lang="en-US" b="1" dirty="0" err="1"/>
              <a:t>tak</a:t>
            </a:r>
            <a:r>
              <a:rPr lang="en-US" b="1" dirty="0"/>
              <a:t>, aby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dali</a:t>
            </a:r>
            <a:r>
              <a:rPr lang="en-US" b="1" dirty="0"/>
              <a:t> </a:t>
            </a:r>
            <a:r>
              <a:rPr lang="en-US" b="1" dirty="0" err="1"/>
              <a:t>ľahko</a:t>
            </a:r>
            <a:r>
              <a:rPr lang="en-US" b="1" dirty="0"/>
              <a:t> </a:t>
            </a:r>
            <a:r>
              <a:rPr lang="en-US" b="1" dirty="0" err="1"/>
              <a:t>upravovať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základe</a:t>
            </a:r>
            <a:r>
              <a:rPr lang="en-US" b="1" dirty="0"/>
              <a:t> </a:t>
            </a:r>
            <a:r>
              <a:rPr lang="sk-SK" b="1" dirty="0"/>
              <a:t>	</a:t>
            </a:r>
            <a:r>
              <a:rPr lang="en-US" b="1" dirty="0" err="1"/>
              <a:t>spätnej</a:t>
            </a:r>
            <a:r>
              <a:rPr lang="en-US" b="1" dirty="0"/>
              <a:t> </a:t>
            </a:r>
            <a:r>
              <a:rPr lang="en-US" b="1" dirty="0" err="1"/>
              <a:t>väzby</a:t>
            </a:r>
            <a:r>
              <a:rPr lang="en-US" b="1" dirty="0"/>
              <a:t> od </a:t>
            </a:r>
            <a:r>
              <a:rPr lang="en-US" b="1" dirty="0" err="1"/>
              <a:t>zákazníka</a:t>
            </a:r>
            <a:r>
              <a:rPr lang="en-US" b="1" dirty="0"/>
              <a:t> </a:t>
            </a:r>
            <a:r>
              <a:rPr lang="en-US" b="1" dirty="0" err="1"/>
              <a:t>alebo</a:t>
            </a:r>
            <a:r>
              <a:rPr lang="en-US" b="1" dirty="0"/>
              <a:t> </a:t>
            </a:r>
            <a:r>
              <a:rPr lang="en-US" b="1" dirty="0" err="1"/>
              <a:t>meniacich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podmienok</a:t>
            </a:r>
            <a:r>
              <a:rPr lang="en-US" b="1" dirty="0"/>
              <a:t>.</a:t>
            </a: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1943100" y="258036"/>
            <a:ext cx="102489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k-SK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Orientácia na zákazníka</a:t>
            </a:r>
          </a:p>
        </p:txBody>
      </p:sp>
    </p:spTree>
    <p:extLst>
      <p:ext uri="{BB962C8B-B14F-4D97-AF65-F5344CB8AC3E}">
        <p14:creationId xmlns:p14="http://schemas.microsoft.com/office/powerpoint/2010/main" val="1629191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2028946"/>
            <a:ext cx="10490640" cy="2597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Flexibilita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služby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/>
              <a:t>V </a:t>
            </a:r>
            <a:r>
              <a:rPr lang="en-US" b="1" dirty="0" err="1"/>
              <a:t>dynamickom</a:t>
            </a:r>
            <a:r>
              <a:rPr lang="en-US" b="1" dirty="0"/>
              <a:t> </a:t>
            </a:r>
            <a:r>
              <a:rPr lang="en-US" b="1" dirty="0" err="1"/>
              <a:t>technologickom</a:t>
            </a:r>
            <a:r>
              <a:rPr lang="en-US" b="1" dirty="0"/>
              <a:t> </a:t>
            </a:r>
            <a:r>
              <a:rPr lang="en-US" b="1" dirty="0" err="1"/>
              <a:t>prostredí</a:t>
            </a:r>
            <a:r>
              <a:rPr lang="en-US" b="1" dirty="0"/>
              <a:t> je </a:t>
            </a:r>
            <a:r>
              <a:rPr lang="en-US" b="1" dirty="0" err="1"/>
              <a:t>nevyhnutné</a:t>
            </a:r>
            <a:r>
              <a:rPr lang="en-US" b="1" dirty="0"/>
              <a:t>, aby </a:t>
            </a:r>
            <a:r>
              <a:rPr lang="en-US" b="1" dirty="0" err="1"/>
              <a:t>boli</a:t>
            </a:r>
            <a:r>
              <a:rPr lang="en-US" b="1" dirty="0"/>
              <a:t> </a:t>
            </a:r>
            <a:r>
              <a:rPr lang="en-US" b="1" dirty="0" err="1"/>
              <a:t>služby</a:t>
            </a:r>
            <a:r>
              <a:rPr lang="en-US" b="1" dirty="0"/>
              <a:t> </a:t>
            </a:r>
            <a:r>
              <a:rPr lang="en-US" b="1" dirty="0" err="1"/>
              <a:t>flexibilné</a:t>
            </a:r>
            <a:r>
              <a:rPr lang="en-US" b="1" dirty="0"/>
              <a:t>. To </a:t>
            </a:r>
            <a:r>
              <a:rPr lang="sk-SK" b="1" dirty="0"/>
              <a:t>	</a:t>
            </a:r>
            <a:r>
              <a:rPr lang="en-US" b="1" dirty="0" err="1"/>
              <a:t>znamená</a:t>
            </a:r>
            <a:r>
              <a:rPr lang="en-US" b="1" dirty="0"/>
              <a:t>, </a:t>
            </a:r>
            <a:r>
              <a:rPr lang="en-US" b="1" dirty="0" err="1"/>
              <a:t>že</a:t>
            </a:r>
            <a:r>
              <a:rPr lang="en-US" b="1" dirty="0"/>
              <a:t> </a:t>
            </a:r>
            <a:r>
              <a:rPr lang="en-US" b="1" dirty="0" err="1"/>
              <a:t>musia</a:t>
            </a:r>
            <a:r>
              <a:rPr lang="en-US" b="1" dirty="0"/>
              <a:t> </a:t>
            </a:r>
            <a:r>
              <a:rPr lang="en-US" b="1" dirty="0" err="1"/>
              <a:t>byť</a:t>
            </a:r>
            <a:r>
              <a:rPr lang="en-US" b="1" dirty="0"/>
              <a:t> </a:t>
            </a:r>
            <a:r>
              <a:rPr lang="en-US" b="1" dirty="0" err="1"/>
              <a:t>schopné</a:t>
            </a:r>
            <a:r>
              <a:rPr lang="en-US" b="1" dirty="0"/>
              <a:t> </a:t>
            </a:r>
            <a:r>
              <a:rPr lang="en-US" b="1" dirty="0" err="1"/>
              <a:t>rýchlo</a:t>
            </a:r>
            <a:r>
              <a:rPr lang="en-US" b="1" dirty="0"/>
              <a:t> </a:t>
            </a:r>
            <a:r>
              <a:rPr lang="en-US" b="1" dirty="0" err="1"/>
              <a:t>reagovať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zmeny</a:t>
            </a:r>
            <a:r>
              <a:rPr lang="en-US" b="1" dirty="0"/>
              <a:t>, </a:t>
            </a:r>
            <a:r>
              <a:rPr lang="en-US" b="1" dirty="0" err="1"/>
              <a:t>či</a:t>
            </a:r>
            <a:r>
              <a:rPr lang="en-US" b="1" dirty="0"/>
              <a:t> </a:t>
            </a:r>
            <a:r>
              <a:rPr lang="en-US" b="1" dirty="0" err="1"/>
              <a:t>už</a:t>
            </a:r>
            <a:r>
              <a:rPr lang="en-US" b="1" dirty="0"/>
              <a:t> ide o </a:t>
            </a:r>
            <a:r>
              <a:rPr lang="en-US" b="1" dirty="0" err="1"/>
              <a:t>technologické</a:t>
            </a:r>
            <a:r>
              <a:rPr lang="en-US" b="1" dirty="0"/>
              <a:t> </a:t>
            </a:r>
            <a:r>
              <a:rPr lang="en-US" b="1" dirty="0" err="1"/>
              <a:t>inovácie</a:t>
            </a:r>
            <a:r>
              <a:rPr lang="en-US" b="1" dirty="0"/>
              <a:t>, </a:t>
            </a:r>
            <a:r>
              <a:rPr lang="sk-SK" b="1" dirty="0"/>
              <a:t>	</a:t>
            </a:r>
            <a:r>
              <a:rPr lang="en-US" b="1" dirty="0" err="1"/>
              <a:t>regulačné</a:t>
            </a:r>
            <a:r>
              <a:rPr lang="sk-SK" b="1" dirty="0"/>
              <a:t> </a:t>
            </a:r>
            <a:r>
              <a:rPr lang="en-US" b="1" dirty="0" err="1"/>
              <a:t>zmeny</a:t>
            </a:r>
            <a:r>
              <a:rPr lang="en-US" b="1" dirty="0"/>
              <a:t> </a:t>
            </a:r>
            <a:r>
              <a:rPr lang="en-US" b="1" dirty="0" err="1"/>
              <a:t>alebo</a:t>
            </a:r>
            <a:r>
              <a:rPr lang="en-US" b="1" dirty="0"/>
              <a:t> </a:t>
            </a:r>
            <a:r>
              <a:rPr lang="en-US" b="1" dirty="0" err="1"/>
              <a:t>nové</a:t>
            </a:r>
            <a:r>
              <a:rPr lang="en-US" b="1" dirty="0"/>
              <a:t> </a:t>
            </a:r>
            <a:r>
              <a:rPr lang="en-US" b="1" dirty="0" err="1"/>
              <a:t>potreby</a:t>
            </a:r>
            <a:r>
              <a:rPr lang="en-US" b="1" dirty="0"/>
              <a:t> </a:t>
            </a:r>
            <a:r>
              <a:rPr lang="en-US" b="1" dirty="0" err="1"/>
              <a:t>zákazníkov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Schopnosť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prispôsobiť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sa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Služba</a:t>
            </a:r>
            <a:r>
              <a:rPr lang="en-US" b="1" dirty="0"/>
              <a:t> </a:t>
            </a:r>
            <a:r>
              <a:rPr lang="en-US" b="1" dirty="0" err="1"/>
              <a:t>musí</a:t>
            </a:r>
            <a:r>
              <a:rPr lang="en-US" b="1" dirty="0"/>
              <a:t> </a:t>
            </a:r>
            <a:r>
              <a:rPr lang="en-US" b="1" dirty="0" err="1"/>
              <a:t>umožňovať</a:t>
            </a:r>
            <a:r>
              <a:rPr lang="en-US" b="1" dirty="0"/>
              <a:t> </a:t>
            </a:r>
            <a:r>
              <a:rPr lang="en-US" b="1" dirty="0" err="1"/>
              <a:t>prispôsobenie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rôznym</a:t>
            </a:r>
            <a:r>
              <a:rPr lang="en-US" b="1" dirty="0"/>
              <a:t> </a:t>
            </a:r>
            <a:r>
              <a:rPr lang="en-US" b="1" dirty="0" err="1"/>
              <a:t>scenárom</a:t>
            </a:r>
            <a:r>
              <a:rPr lang="en-US" b="1" dirty="0"/>
              <a:t> a </a:t>
            </a:r>
            <a:r>
              <a:rPr lang="en-US" b="1" dirty="0" err="1"/>
              <a:t>požiadavkám</a:t>
            </a:r>
            <a:r>
              <a:rPr lang="en-US" b="1" dirty="0"/>
              <a:t>. </a:t>
            </a:r>
            <a:r>
              <a:rPr lang="sk-SK" b="1" dirty="0"/>
              <a:t>	</a:t>
            </a:r>
            <a:r>
              <a:rPr lang="en-US" b="1" dirty="0" err="1"/>
              <a:t>Napríklad</a:t>
            </a:r>
            <a:r>
              <a:rPr lang="en-US" b="1" dirty="0"/>
              <a:t> </a:t>
            </a:r>
            <a:r>
              <a:rPr lang="en-US" b="1" dirty="0" err="1"/>
              <a:t>cloudové</a:t>
            </a:r>
            <a:r>
              <a:rPr lang="en-US" b="1" dirty="0"/>
              <a:t> </a:t>
            </a:r>
            <a:r>
              <a:rPr lang="en-US" b="1" dirty="0" err="1"/>
              <a:t>služby</a:t>
            </a:r>
            <a:r>
              <a:rPr lang="en-US" b="1" dirty="0"/>
              <a:t> </a:t>
            </a:r>
            <a:r>
              <a:rPr lang="en-US" b="1" dirty="0" err="1"/>
              <a:t>môžu</a:t>
            </a:r>
            <a:r>
              <a:rPr lang="en-US" b="1" dirty="0"/>
              <a:t> </a:t>
            </a:r>
            <a:r>
              <a:rPr lang="en-US" b="1" dirty="0" err="1"/>
              <a:t>byť</a:t>
            </a:r>
            <a:r>
              <a:rPr lang="en-US" b="1" dirty="0"/>
              <a:t> </a:t>
            </a:r>
            <a:r>
              <a:rPr lang="en-US" b="1" dirty="0" err="1"/>
              <a:t>prispôsobené</a:t>
            </a:r>
            <a:r>
              <a:rPr lang="en-US" b="1" dirty="0"/>
              <a:t> </a:t>
            </a:r>
            <a:r>
              <a:rPr lang="en-US" b="1" dirty="0" err="1"/>
              <a:t>rôznym</a:t>
            </a:r>
            <a:r>
              <a:rPr lang="en-US" b="1" dirty="0"/>
              <a:t> </a:t>
            </a:r>
            <a:r>
              <a:rPr lang="en-US" b="1" dirty="0" err="1"/>
              <a:t>veľkostiam</a:t>
            </a:r>
            <a:r>
              <a:rPr lang="en-US" b="1" dirty="0"/>
              <a:t> </a:t>
            </a:r>
            <a:r>
              <a:rPr lang="en-US" b="1" dirty="0" err="1"/>
              <a:t>podnikov</a:t>
            </a:r>
            <a:r>
              <a:rPr lang="en-US" b="1" dirty="0"/>
              <a:t> </a:t>
            </a:r>
            <a:r>
              <a:rPr lang="en-US" b="1" dirty="0" err="1"/>
              <a:t>alebo</a:t>
            </a:r>
            <a:r>
              <a:rPr lang="en-US" b="1" dirty="0"/>
              <a:t> </a:t>
            </a:r>
            <a:r>
              <a:rPr lang="en-US" b="1" dirty="0" err="1"/>
              <a:t>konkrétnym</a:t>
            </a:r>
            <a:r>
              <a:rPr lang="en-US" b="1" dirty="0"/>
              <a:t> </a:t>
            </a:r>
            <a:r>
              <a:rPr lang="sk-SK" b="1" dirty="0"/>
              <a:t>	</a:t>
            </a:r>
            <a:r>
              <a:rPr lang="en-US" b="1" dirty="0" err="1"/>
              <a:t>potrebám</a:t>
            </a:r>
            <a:r>
              <a:rPr lang="en-US" b="1" dirty="0"/>
              <a:t> </a:t>
            </a:r>
            <a:r>
              <a:rPr lang="en-US" b="1" dirty="0" err="1"/>
              <a:t>jednotlivých</a:t>
            </a:r>
            <a:r>
              <a:rPr lang="en-US" b="1" dirty="0"/>
              <a:t> </a:t>
            </a:r>
            <a:r>
              <a:rPr lang="en-US" b="1" dirty="0" err="1"/>
              <a:t>odvetví</a:t>
            </a:r>
            <a:r>
              <a:rPr lang="en-US" b="1" dirty="0"/>
              <a:t>.</a:t>
            </a: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1943100" y="258036"/>
            <a:ext cx="102489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k-SK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Pružnosť a prispôsobivosť</a:t>
            </a:r>
          </a:p>
        </p:txBody>
      </p:sp>
    </p:spTree>
    <p:extLst>
      <p:ext uri="{BB962C8B-B14F-4D97-AF65-F5344CB8AC3E}">
        <p14:creationId xmlns:p14="http://schemas.microsoft.com/office/powerpoint/2010/main" val="3124489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2274239"/>
            <a:ext cx="10490640" cy="2237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Poskytovanie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hodnoty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Každá</a:t>
            </a:r>
            <a:r>
              <a:rPr lang="en-US" b="1" dirty="0"/>
              <a:t> </a:t>
            </a:r>
            <a:r>
              <a:rPr lang="en-US" b="1" dirty="0" err="1"/>
              <a:t>služba</a:t>
            </a:r>
            <a:r>
              <a:rPr lang="en-US" b="1" dirty="0"/>
              <a:t> by mala </a:t>
            </a:r>
            <a:r>
              <a:rPr lang="en-US" b="1" dirty="0" err="1"/>
              <a:t>poskytovať</a:t>
            </a:r>
            <a:r>
              <a:rPr lang="en-US" b="1" dirty="0"/>
              <a:t> </a:t>
            </a:r>
            <a:r>
              <a:rPr lang="en-US" b="1" dirty="0" err="1"/>
              <a:t>hodnotu</a:t>
            </a:r>
            <a:r>
              <a:rPr lang="en-US" b="1" dirty="0"/>
              <a:t> </a:t>
            </a:r>
            <a:r>
              <a:rPr lang="en-US" b="1" dirty="0" err="1"/>
              <a:t>zákazníkovi</a:t>
            </a:r>
            <a:r>
              <a:rPr lang="en-US" b="1" dirty="0"/>
              <a:t>. </a:t>
            </a:r>
            <a:r>
              <a:rPr lang="en-US" b="1" dirty="0" err="1"/>
              <a:t>Tento</a:t>
            </a:r>
            <a:r>
              <a:rPr lang="en-US" b="1" dirty="0"/>
              <a:t> </a:t>
            </a:r>
            <a:r>
              <a:rPr lang="en-US" b="1" dirty="0" err="1"/>
              <a:t>princíp</a:t>
            </a:r>
            <a:r>
              <a:rPr lang="en-US" b="1" dirty="0"/>
              <a:t> </a:t>
            </a:r>
            <a:r>
              <a:rPr lang="en-US" b="1" dirty="0" err="1"/>
              <a:t>znamená</a:t>
            </a:r>
            <a:r>
              <a:rPr lang="en-US" b="1" dirty="0"/>
              <a:t>, </a:t>
            </a:r>
            <a:r>
              <a:rPr lang="en-US" b="1" dirty="0" err="1"/>
              <a:t>že</a:t>
            </a:r>
            <a:r>
              <a:rPr lang="en-US" b="1" dirty="0"/>
              <a:t> </a:t>
            </a:r>
            <a:r>
              <a:rPr lang="en-US" b="1" dirty="0" err="1"/>
              <a:t>služba</a:t>
            </a:r>
            <a:r>
              <a:rPr lang="en-US" b="1" dirty="0"/>
              <a:t> </a:t>
            </a:r>
            <a:r>
              <a:rPr lang="en-US" b="1" dirty="0" err="1"/>
              <a:t>musí</a:t>
            </a:r>
            <a:r>
              <a:rPr lang="en-US" b="1" dirty="0"/>
              <a:t> </a:t>
            </a:r>
            <a:r>
              <a:rPr lang="en-US" b="1" dirty="0" err="1"/>
              <a:t>byť</a:t>
            </a:r>
            <a:r>
              <a:rPr lang="en-US" b="1" dirty="0"/>
              <a:t> </a:t>
            </a:r>
            <a:r>
              <a:rPr lang="en-US" b="1" dirty="0" err="1"/>
              <a:t>nielen</a:t>
            </a:r>
            <a:r>
              <a:rPr lang="en-US" b="1" dirty="0"/>
              <a:t> </a:t>
            </a:r>
            <a:r>
              <a:rPr lang="en-US" b="1" dirty="0" err="1"/>
              <a:t>funkčná</a:t>
            </a:r>
            <a:r>
              <a:rPr lang="en-US" b="1" dirty="0"/>
              <a:t>, ale </a:t>
            </a:r>
            <a:r>
              <a:rPr lang="en-US" b="1" dirty="0" err="1"/>
              <a:t>aj</a:t>
            </a:r>
            <a:r>
              <a:rPr lang="en-US" b="1" dirty="0"/>
              <a:t> </a:t>
            </a:r>
            <a:r>
              <a:rPr lang="en-US" b="1" dirty="0" err="1"/>
              <a:t>efektívna</a:t>
            </a:r>
            <a:r>
              <a:rPr lang="en-US" b="1" dirty="0"/>
              <a:t> v </a:t>
            </a:r>
            <a:r>
              <a:rPr lang="en-US" b="1" dirty="0" err="1"/>
              <a:t>zmysle</a:t>
            </a:r>
            <a:r>
              <a:rPr lang="en-US" b="1" dirty="0"/>
              <a:t> </a:t>
            </a:r>
            <a:r>
              <a:rPr lang="en-US" b="1" dirty="0" err="1"/>
              <a:t>času</a:t>
            </a:r>
            <a:r>
              <a:rPr lang="en-US" b="1" dirty="0"/>
              <a:t>, </a:t>
            </a:r>
            <a:r>
              <a:rPr lang="en-US" b="1" dirty="0" err="1"/>
              <a:t>nákladov</a:t>
            </a:r>
            <a:r>
              <a:rPr lang="en-US" b="1" dirty="0"/>
              <a:t> a </a:t>
            </a:r>
            <a:r>
              <a:rPr lang="en-US" b="1" dirty="0" err="1"/>
              <a:t>prínosu</a:t>
            </a:r>
            <a:r>
              <a:rPr lang="en-US" b="1" dirty="0"/>
              <a:t> pre </a:t>
            </a:r>
            <a:r>
              <a:rPr lang="en-US" b="1" dirty="0" err="1"/>
              <a:t>zákazníka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Vyššia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efektivita</a:t>
            </a:r>
            <a:r>
              <a:rPr lang="en-US" b="1" dirty="0">
                <a:solidFill>
                  <a:srgbClr val="E30074"/>
                </a:solidFill>
              </a:rPr>
              <a:t> a </a:t>
            </a:r>
            <a:r>
              <a:rPr lang="en-US" b="1" dirty="0" err="1">
                <a:solidFill>
                  <a:srgbClr val="E30074"/>
                </a:solidFill>
              </a:rPr>
              <a:t>úspory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Služby</a:t>
            </a:r>
            <a:r>
              <a:rPr lang="en-US" b="1" dirty="0"/>
              <a:t> by </a:t>
            </a:r>
            <a:r>
              <a:rPr lang="en-US" b="1" dirty="0" err="1"/>
              <a:t>mali</a:t>
            </a:r>
            <a:r>
              <a:rPr lang="en-US" b="1" dirty="0"/>
              <a:t> </a:t>
            </a:r>
            <a:r>
              <a:rPr lang="en-US" b="1" dirty="0" err="1"/>
              <a:t>byť</a:t>
            </a:r>
            <a:r>
              <a:rPr lang="en-US" b="1" dirty="0"/>
              <a:t> </a:t>
            </a:r>
            <a:r>
              <a:rPr lang="en-US" b="1" dirty="0" err="1"/>
              <a:t>navrhované</a:t>
            </a:r>
            <a:r>
              <a:rPr lang="en-US" b="1" dirty="0"/>
              <a:t> </a:t>
            </a:r>
            <a:r>
              <a:rPr lang="en-US" b="1" dirty="0" err="1"/>
              <a:t>tak</a:t>
            </a:r>
            <a:r>
              <a:rPr lang="en-US" b="1" dirty="0"/>
              <a:t>, aby </a:t>
            </a:r>
            <a:r>
              <a:rPr lang="en-US" b="1" dirty="0" err="1"/>
              <a:t>zjednodušovali</a:t>
            </a:r>
            <a:r>
              <a:rPr lang="en-US" b="1" dirty="0"/>
              <a:t> </a:t>
            </a:r>
            <a:r>
              <a:rPr lang="en-US" b="1" dirty="0" err="1"/>
              <a:t>procesy</a:t>
            </a:r>
            <a:r>
              <a:rPr lang="en-US" b="1" dirty="0"/>
              <a:t> a </a:t>
            </a:r>
            <a:r>
              <a:rPr lang="en-US" b="1" dirty="0" err="1"/>
              <a:t>zároveň</a:t>
            </a:r>
            <a:r>
              <a:rPr lang="en-US" b="1" dirty="0"/>
              <a:t> </a:t>
            </a:r>
            <a:r>
              <a:rPr lang="en-US" b="1" dirty="0" err="1"/>
              <a:t>znižovali</a:t>
            </a:r>
            <a:r>
              <a:rPr lang="en-US" b="1" dirty="0"/>
              <a:t> </a:t>
            </a:r>
            <a:r>
              <a:rPr lang="en-US" b="1" dirty="0" err="1"/>
              <a:t>náklady</a:t>
            </a:r>
            <a:r>
              <a:rPr lang="en-US" b="1" dirty="0"/>
              <a:t>, </a:t>
            </a:r>
            <a:r>
              <a:rPr lang="en-US" b="1" dirty="0" err="1"/>
              <a:t>čím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zvyšuje</a:t>
            </a:r>
            <a:r>
              <a:rPr lang="en-US" b="1" dirty="0"/>
              <a:t> </a:t>
            </a:r>
            <a:r>
              <a:rPr lang="en-US" b="1" dirty="0" err="1"/>
              <a:t>efektivita</a:t>
            </a:r>
            <a:r>
              <a:rPr lang="en-US" b="1" dirty="0"/>
              <a:t> </a:t>
            </a:r>
            <a:r>
              <a:rPr lang="en-US" b="1" dirty="0" err="1"/>
              <a:t>organizácií</a:t>
            </a:r>
            <a:r>
              <a:rPr lang="en-US" b="1" dirty="0"/>
              <a:t>, </a:t>
            </a:r>
            <a:r>
              <a:rPr lang="en-US" b="1" dirty="0" err="1"/>
              <a:t>ktoré</a:t>
            </a:r>
            <a:r>
              <a:rPr lang="en-US" b="1" dirty="0"/>
              <a:t> ich </a:t>
            </a:r>
            <a:r>
              <a:rPr lang="en-US" b="1" dirty="0" err="1"/>
              <a:t>používajú</a:t>
            </a:r>
            <a:r>
              <a:rPr lang="en-US" b="1" dirty="0"/>
              <a:t>.</a:t>
            </a: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1943100" y="258036"/>
            <a:ext cx="102489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k-SK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Služby ako hodnotová ponuka</a:t>
            </a:r>
          </a:p>
        </p:txBody>
      </p:sp>
    </p:spTree>
    <p:extLst>
      <p:ext uri="{BB962C8B-B14F-4D97-AF65-F5344CB8AC3E}">
        <p14:creationId xmlns:p14="http://schemas.microsoft.com/office/powerpoint/2010/main" val="3603357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1945846"/>
            <a:ext cx="10490640" cy="2653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Kvalita</a:t>
            </a:r>
            <a:r>
              <a:rPr lang="en-US" b="1" dirty="0">
                <a:solidFill>
                  <a:srgbClr val="E30074"/>
                </a:solidFill>
              </a:rPr>
              <a:t> a </a:t>
            </a:r>
            <a:r>
              <a:rPr lang="en-US" b="1" dirty="0" err="1">
                <a:solidFill>
                  <a:srgbClr val="E30074"/>
                </a:solidFill>
              </a:rPr>
              <a:t>výkon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Jedným</a:t>
            </a:r>
            <a:r>
              <a:rPr lang="en-US" b="1" dirty="0"/>
              <a:t> z </a:t>
            </a:r>
            <a:r>
              <a:rPr lang="en-US" b="1" dirty="0" err="1"/>
              <a:t>kľúčových</a:t>
            </a:r>
            <a:r>
              <a:rPr lang="en-US" b="1" dirty="0"/>
              <a:t> </a:t>
            </a:r>
            <a:r>
              <a:rPr lang="en-US" b="1" dirty="0" err="1"/>
              <a:t>princípov</a:t>
            </a:r>
            <a:r>
              <a:rPr lang="en-US" b="1" dirty="0"/>
              <a:t> je, </a:t>
            </a:r>
            <a:r>
              <a:rPr lang="en-US" b="1" dirty="0" err="1"/>
              <a:t>že</a:t>
            </a:r>
            <a:r>
              <a:rPr lang="en-US" b="1" dirty="0"/>
              <a:t> </a:t>
            </a:r>
            <a:r>
              <a:rPr lang="en-US" b="1" dirty="0" err="1"/>
              <a:t>kvalita</a:t>
            </a:r>
            <a:r>
              <a:rPr lang="en-US" b="1" dirty="0"/>
              <a:t> </a:t>
            </a:r>
            <a:r>
              <a:rPr lang="en-US" b="1" dirty="0" err="1"/>
              <a:t>služby</a:t>
            </a:r>
            <a:r>
              <a:rPr lang="en-US" b="1" dirty="0"/>
              <a:t> </a:t>
            </a:r>
            <a:r>
              <a:rPr lang="en-US" b="1" dirty="0" err="1"/>
              <a:t>musí</a:t>
            </a:r>
            <a:r>
              <a:rPr lang="en-US" b="1" dirty="0"/>
              <a:t> </a:t>
            </a:r>
            <a:r>
              <a:rPr lang="en-US" b="1" dirty="0" err="1"/>
              <a:t>byť</a:t>
            </a:r>
            <a:r>
              <a:rPr lang="en-US" b="1" dirty="0"/>
              <a:t> </a:t>
            </a:r>
            <a:r>
              <a:rPr lang="en-US" b="1" dirty="0" err="1"/>
              <a:t>merateľná</a:t>
            </a:r>
            <a:r>
              <a:rPr lang="en-US" b="1" dirty="0"/>
              <a:t>. To </a:t>
            </a:r>
            <a:r>
              <a:rPr lang="en-US" b="1" dirty="0" err="1"/>
              <a:t>umožňuje</a:t>
            </a:r>
            <a:r>
              <a:rPr lang="en-US" b="1" dirty="0"/>
              <a:t> </a:t>
            </a:r>
            <a:r>
              <a:rPr lang="en-US" b="1" dirty="0" err="1"/>
              <a:t>nielen</a:t>
            </a:r>
            <a:r>
              <a:rPr lang="en-US" b="1" dirty="0"/>
              <a:t> </a:t>
            </a:r>
            <a:r>
              <a:rPr lang="sk-SK" b="1" dirty="0"/>
              <a:t>	</a:t>
            </a:r>
            <a:r>
              <a:rPr lang="en-US" b="1" dirty="0" err="1"/>
              <a:t>hodnotiť</a:t>
            </a:r>
            <a:r>
              <a:rPr lang="en-US" b="1" dirty="0"/>
              <a:t> </a:t>
            </a:r>
            <a:r>
              <a:rPr lang="en-US" b="1" dirty="0" err="1"/>
              <a:t>výkon</a:t>
            </a:r>
            <a:r>
              <a:rPr lang="en-US" b="1" dirty="0"/>
              <a:t> </a:t>
            </a:r>
            <a:r>
              <a:rPr lang="en-US" b="1" dirty="0" err="1"/>
              <a:t>služby</a:t>
            </a:r>
            <a:r>
              <a:rPr lang="en-US" b="1" dirty="0"/>
              <a:t>, ale </a:t>
            </a:r>
            <a:r>
              <a:rPr lang="en-US" b="1" dirty="0" err="1"/>
              <a:t>aj</a:t>
            </a:r>
            <a:r>
              <a:rPr lang="en-US" b="1" dirty="0"/>
              <a:t> </a:t>
            </a:r>
            <a:r>
              <a:rPr lang="en-US" b="1" dirty="0" err="1"/>
              <a:t>identifikovať</a:t>
            </a:r>
            <a:r>
              <a:rPr lang="en-US" b="1" dirty="0"/>
              <a:t> </a:t>
            </a:r>
            <a:r>
              <a:rPr lang="en-US" b="1" dirty="0" err="1"/>
              <a:t>oblasti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zlepšenie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Transparentnosť</a:t>
            </a:r>
            <a:r>
              <a:rPr lang="en-US" b="1" dirty="0">
                <a:solidFill>
                  <a:srgbClr val="E30074"/>
                </a:solidFill>
              </a:rPr>
              <a:t> v </a:t>
            </a:r>
            <a:r>
              <a:rPr lang="en-US" b="1" dirty="0" err="1">
                <a:solidFill>
                  <a:srgbClr val="E30074"/>
                </a:solidFill>
              </a:rPr>
              <a:t>poskytovaní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služieb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Poskytovatelia</a:t>
            </a:r>
            <a:r>
              <a:rPr lang="en-US" b="1" dirty="0"/>
              <a:t> </a:t>
            </a:r>
            <a:r>
              <a:rPr lang="en-US" b="1" dirty="0" err="1"/>
              <a:t>služieb</a:t>
            </a:r>
            <a:r>
              <a:rPr lang="en-US" b="1" dirty="0"/>
              <a:t> </a:t>
            </a:r>
            <a:r>
              <a:rPr lang="en-US" b="1" dirty="0" err="1"/>
              <a:t>musia</a:t>
            </a:r>
            <a:r>
              <a:rPr lang="en-US" b="1" dirty="0"/>
              <a:t> </a:t>
            </a:r>
            <a:r>
              <a:rPr lang="en-US" b="1" dirty="0" err="1"/>
              <a:t>byť</a:t>
            </a:r>
            <a:r>
              <a:rPr lang="en-US" b="1" dirty="0"/>
              <a:t> </a:t>
            </a:r>
            <a:r>
              <a:rPr lang="en-US" b="1" dirty="0" err="1"/>
              <a:t>transparentní</a:t>
            </a:r>
            <a:r>
              <a:rPr lang="en-US" b="1" dirty="0"/>
              <a:t> v tom, </a:t>
            </a:r>
            <a:r>
              <a:rPr lang="en-US" b="1" dirty="0" err="1"/>
              <a:t>ako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služby</a:t>
            </a:r>
            <a:r>
              <a:rPr lang="en-US" b="1" dirty="0"/>
              <a:t> </a:t>
            </a:r>
            <a:r>
              <a:rPr lang="sk-SK" b="1" dirty="0"/>
              <a:t>	</a:t>
            </a:r>
            <a:r>
              <a:rPr lang="en-US" b="1" dirty="0" err="1"/>
              <a:t>poskytujú</a:t>
            </a:r>
            <a:r>
              <a:rPr lang="en-US" b="1" dirty="0"/>
              <a:t>, </a:t>
            </a:r>
            <a:r>
              <a:rPr lang="en-US" b="1" dirty="0" err="1"/>
              <a:t>aké</a:t>
            </a:r>
            <a:r>
              <a:rPr lang="en-US" b="1" dirty="0"/>
              <a:t> </a:t>
            </a:r>
            <a:r>
              <a:rPr lang="en-US" b="1" dirty="0" err="1"/>
              <a:t>sú</a:t>
            </a:r>
            <a:r>
              <a:rPr lang="en-US" b="1" dirty="0"/>
              <a:t> </a:t>
            </a:r>
            <a:r>
              <a:rPr lang="en-US" b="1" dirty="0" err="1"/>
              <a:t>náklady</a:t>
            </a:r>
            <a:r>
              <a:rPr lang="en-US" b="1" dirty="0"/>
              <a:t>, </a:t>
            </a:r>
            <a:r>
              <a:rPr lang="en-US" b="1" dirty="0" err="1"/>
              <a:t>časové</a:t>
            </a:r>
            <a:r>
              <a:rPr lang="en-US" b="1" dirty="0"/>
              <a:t> </a:t>
            </a:r>
            <a:r>
              <a:rPr lang="en-US" b="1" dirty="0" err="1"/>
              <a:t>rámce</a:t>
            </a:r>
            <a:r>
              <a:rPr lang="en-US" b="1" dirty="0"/>
              <a:t>, </a:t>
            </a:r>
            <a:r>
              <a:rPr lang="en-US" b="1" dirty="0" err="1"/>
              <a:t>úrovne</a:t>
            </a:r>
            <a:r>
              <a:rPr lang="en-US" b="1" dirty="0"/>
              <a:t> </a:t>
            </a:r>
            <a:r>
              <a:rPr lang="en-US" b="1" dirty="0" err="1"/>
              <a:t>podpory</a:t>
            </a:r>
            <a:r>
              <a:rPr lang="en-US" b="1" dirty="0"/>
              <a:t> a </a:t>
            </a:r>
            <a:r>
              <a:rPr lang="en-US" b="1" dirty="0" err="1"/>
              <a:t>ďalšie</a:t>
            </a:r>
            <a:r>
              <a:rPr lang="en-US" b="1" dirty="0"/>
              <a:t> </a:t>
            </a:r>
            <a:r>
              <a:rPr lang="en-US" b="1" dirty="0" err="1"/>
              <a:t>aspekty</a:t>
            </a:r>
            <a:r>
              <a:rPr lang="en-US" b="1" dirty="0"/>
              <a:t>, </a:t>
            </a:r>
            <a:r>
              <a:rPr lang="en-US" b="1" dirty="0" err="1"/>
              <a:t>ktoré</a:t>
            </a:r>
            <a:r>
              <a:rPr lang="en-US" b="1" dirty="0"/>
              <a:t> </a:t>
            </a:r>
            <a:r>
              <a:rPr lang="en-US" b="1" dirty="0" err="1"/>
              <a:t>ovplyvňujú</a:t>
            </a:r>
            <a:r>
              <a:rPr lang="en-US" b="1" dirty="0"/>
              <a:t> </a:t>
            </a:r>
            <a:r>
              <a:rPr lang="sk-SK" b="1" dirty="0"/>
              <a:t>	</a:t>
            </a:r>
            <a:r>
              <a:rPr lang="en-US" b="1" dirty="0" err="1"/>
              <a:t>kvalitu</a:t>
            </a:r>
            <a:r>
              <a:rPr lang="en-US" b="1" dirty="0"/>
              <a:t> </a:t>
            </a:r>
            <a:r>
              <a:rPr lang="en-US" b="1" dirty="0" err="1"/>
              <a:t>služby</a:t>
            </a:r>
            <a:r>
              <a:rPr lang="en-US" b="1" dirty="0"/>
              <a:t>.</a:t>
            </a: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1943100" y="258036"/>
            <a:ext cx="102489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k-SK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Merateľnosť a transparentnosť</a:t>
            </a:r>
          </a:p>
        </p:txBody>
      </p:sp>
    </p:spTree>
    <p:extLst>
      <p:ext uri="{BB962C8B-B14F-4D97-AF65-F5344CB8AC3E}">
        <p14:creationId xmlns:p14="http://schemas.microsoft.com/office/powerpoint/2010/main" val="3749664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1894669"/>
            <a:ext cx="10490640" cy="3068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Spolupráca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medzi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rôznymi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subjektmi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/>
              <a:t>V </a:t>
            </a:r>
            <a:r>
              <a:rPr lang="en-US" b="1" dirty="0" err="1"/>
              <a:t>rámci</a:t>
            </a:r>
            <a:r>
              <a:rPr lang="en-US" b="1" dirty="0"/>
              <a:t> </a:t>
            </a:r>
            <a:r>
              <a:rPr lang="en-US" b="1" dirty="0" err="1"/>
              <a:t>poskytovania</a:t>
            </a:r>
            <a:r>
              <a:rPr lang="en-US" b="1" dirty="0"/>
              <a:t> IKT </a:t>
            </a:r>
            <a:r>
              <a:rPr lang="en-US" b="1" dirty="0" err="1"/>
              <a:t>služieb</a:t>
            </a:r>
            <a:r>
              <a:rPr lang="en-US" b="1" dirty="0"/>
              <a:t> je </a:t>
            </a:r>
            <a:r>
              <a:rPr lang="en-US" b="1" dirty="0" err="1"/>
              <a:t>veľmi</a:t>
            </a:r>
            <a:r>
              <a:rPr lang="en-US" b="1" dirty="0"/>
              <a:t> </a:t>
            </a:r>
            <a:r>
              <a:rPr lang="en-US" b="1" dirty="0" err="1"/>
              <a:t>dôležité</a:t>
            </a:r>
            <a:r>
              <a:rPr lang="en-US" b="1" dirty="0"/>
              <a:t>, aby </a:t>
            </a:r>
            <a:r>
              <a:rPr lang="en-US" b="1" dirty="0" err="1"/>
              <a:t>boli</a:t>
            </a:r>
            <a:r>
              <a:rPr lang="en-US" b="1" dirty="0"/>
              <a:t> </a:t>
            </a:r>
            <a:r>
              <a:rPr lang="en-US" b="1" dirty="0" err="1"/>
              <a:t>všetky</a:t>
            </a:r>
            <a:r>
              <a:rPr lang="en-US" b="1" dirty="0"/>
              <a:t> </a:t>
            </a:r>
            <a:r>
              <a:rPr lang="sk-SK" b="1" dirty="0"/>
              <a:t>	</a:t>
            </a:r>
            <a:r>
              <a:rPr lang="en-US" b="1" dirty="0" err="1"/>
              <a:t>prvky</a:t>
            </a:r>
            <a:r>
              <a:rPr lang="en-US" b="1" dirty="0"/>
              <a:t> </a:t>
            </a:r>
            <a:r>
              <a:rPr lang="en-US" b="1" dirty="0" err="1"/>
              <a:t>integrovateľné</a:t>
            </a:r>
            <a:r>
              <a:rPr lang="en-US" b="1" dirty="0"/>
              <a:t> a </a:t>
            </a:r>
            <a:r>
              <a:rPr lang="en-US" b="1" dirty="0" err="1"/>
              <a:t>spolupracovali</a:t>
            </a:r>
            <a:r>
              <a:rPr lang="en-US" b="1" dirty="0"/>
              <a:t> </a:t>
            </a:r>
            <a:r>
              <a:rPr lang="en-US" b="1" dirty="0" err="1"/>
              <a:t>medzi</a:t>
            </a:r>
            <a:r>
              <a:rPr lang="en-US" b="1" dirty="0"/>
              <a:t> </a:t>
            </a:r>
            <a:r>
              <a:rPr lang="en-US" b="1" dirty="0" err="1"/>
              <a:t>sebou</a:t>
            </a:r>
            <a:r>
              <a:rPr lang="en-US" b="1" dirty="0"/>
              <a:t>. To </a:t>
            </a:r>
            <a:r>
              <a:rPr lang="en-US" b="1" dirty="0" err="1"/>
              <a:t>môže</a:t>
            </a:r>
            <a:r>
              <a:rPr lang="en-US" b="1" dirty="0"/>
              <a:t> </a:t>
            </a:r>
            <a:r>
              <a:rPr lang="en-US" b="1" dirty="0" err="1"/>
              <a:t>zahŕňať</a:t>
            </a:r>
            <a:r>
              <a:rPr lang="en-US" b="1" dirty="0"/>
              <a:t> </a:t>
            </a:r>
            <a:r>
              <a:rPr lang="en-US" b="1" dirty="0" err="1"/>
              <a:t>integráciu</a:t>
            </a:r>
            <a:r>
              <a:rPr lang="en-US" b="1" dirty="0"/>
              <a:t> </a:t>
            </a:r>
            <a:r>
              <a:rPr lang="en-US" b="1" dirty="0" err="1"/>
              <a:t>rôznych</a:t>
            </a:r>
            <a:r>
              <a:rPr lang="en-US" b="1" dirty="0"/>
              <a:t> </a:t>
            </a:r>
            <a:r>
              <a:rPr lang="en-US" b="1" dirty="0" err="1"/>
              <a:t>technológii</a:t>
            </a:r>
            <a:r>
              <a:rPr lang="en-US" b="1" dirty="0"/>
              <a:t>, </a:t>
            </a:r>
            <a:r>
              <a:rPr lang="sk-SK" b="1" dirty="0"/>
              <a:t>	</a:t>
            </a:r>
            <a:r>
              <a:rPr lang="en-US" b="1" dirty="0" err="1"/>
              <a:t>systémov</a:t>
            </a:r>
            <a:r>
              <a:rPr lang="en-US" b="1" dirty="0"/>
              <a:t> a </a:t>
            </a:r>
            <a:r>
              <a:rPr lang="en-US" b="1" dirty="0" err="1"/>
              <a:t>platforiem</a:t>
            </a:r>
            <a:r>
              <a:rPr lang="en-US" b="1" dirty="0"/>
              <a:t>, </a:t>
            </a:r>
            <a:r>
              <a:rPr lang="en-US" b="1" dirty="0" err="1"/>
              <a:t>ktoré</a:t>
            </a:r>
            <a:r>
              <a:rPr lang="en-US" b="1" dirty="0"/>
              <a:t> </a:t>
            </a:r>
            <a:r>
              <a:rPr lang="en-US" b="1" dirty="0" err="1"/>
              <a:t>zabezpečujú</a:t>
            </a:r>
            <a:r>
              <a:rPr lang="en-US" b="1" dirty="0"/>
              <a:t> </a:t>
            </a:r>
            <a:r>
              <a:rPr lang="en-US" b="1" dirty="0" err="1"/>
              <a:t>plynulý</a:t>
            </a:r>
            <a:r>
              <a:rPr lang="en-US" b="1" dirty="0"/>
              <a:t> </a:t>
            </a:r>
            <a:r>
              <a:rPr lang="en-US" b="1" dirty="0" err="1"/>
              <a:t>chod</a:t>
            </a:r>
            <a:r>
              <a:rPr lang="en-US" b="1" dirty="0"/>
              <a:t> </a:t>
            </a:r>
            <a:r>
              <a:rPr lang="en-US" b="1" dirty="0" err="1"/>
              <a:t>služby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Kooperácia</a:t>
            </a:r>
            <a:r>
              <a:rPr lang="en-US" b="1" dirty="0">
                <a:solidFill>
                  <a:srgbClr val="E30074"/>
                </a:solidFill>
              </a:rPr>
              <a:t> s </a:t>
            </a:r>
            <a:r>
              <a:rPr lang="en-US" b="1" dirty="0" err="1">
                <a:solidFill>
                  <a:srgbClr val="E30074"/>
                </a:solidFill>
              </a:rPr>
              <a:t>partnermi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Poskytovatelia</a:t>
            </a:r>
            <a:r>
              <a:rPr lang="en-US" b="1" dirty="0"/>
              <a:t> IKT </a:t>
            </a:r>
            <a:r>
              <a:rPr lang="en-US" b="1" dirty="0" err="1"/>
              <a:t>služieb</a:t>
            </a:r>
            <a:r>
              <a:rPr lang="en-US" b="1" dirty="0"/>
              <a:t> </a:t>
            </a:r>
            <a:r>
              <a:rPr lang="en-US" b="1" dirty="0" err="1"/>
              <a:t>musia</a:t>
            </a:r>
            <a:r>
              <a:rPr lang="en-US" b="1" dirty="0"/>
              <a:t> </a:t>
            </a:r>
            <a:r>
              <a:rPr lang="en-US" b="1" dirty="0" err="1"/>
              <a:t>spolupracovať</a:t>
            </a:r>
            <a:r>
              <a:rPr lang="en-US" b="1" dirty="0"/>
              <a:t> s </a:t>
            </a:r>
            <a:r>
              <a:rPr lang="en-US" b="1" dirty="0" err="1"/>
              <a:t>ďalšími</a:t>
            </a:r>
            <a:r>
              <a:rPr lang="en-US" b="1" dirty="0"/>
              <a:t> </a:t>
            </a:r>
            <a:r>
              <a:rPr lang="en-US" b="1" dirty="0" err="1"/>
              <a:t>technologickými</a:t>
            </a:r>
            <a:r>
              <a:rPr lang="en-US" b="1" dirty="0"/>
              <a:t> </a:t>
            </a:r>
            <a:r>
              <a:rPr lang="sk-SK" b="1" dirty="0"/>
              <a:t>	</a:t>
            </a:r>
            <a:r>
              <a:rPr lang="en-US" b="1" dirty="0" err="1"/>
              <a:t>partnermi</a:t>
            </a:r>
            <a:r>
              <a:rPr lang="en-US" b="1" dirty="0"/>
              <a:t> (</a:t>
            </a:r>
            <a:r>
              <a:rPr lang="en-US" b="1" dirty="0" err="1"/>
              <a:t>napríklad</a:t>
            </a:r>
            <a:r>
              <a:rPr lang="en-US" b="1" dirty="0"/>
              <a:t> </a:t>
            </a:r>
            <a:r>
              <a:rPr lang="en-US" b="1" dirty="0" err="1"/>
              <a:t>cloudovými</a:t>
            </a:r>
            <a:r>
              <a:rPr lang="en-US" b="1" dirty="0"/>
              <a:t> </a:t>
            </a:r>
            <a:r>
              <a:rPr lang="en-US" b="1" dirty="0" err="1"/>
              <a:t>poskytovateľmi</a:t>
            </a:r>
            <a:r>
              <a:rPr lang="en-US" b="1" dirty="0"/>
              <a:t>, </a:t>
            </a:r>
            <a:r>
              <a:rPr lang="en-US" b="1" dirty="0" err="1"/>
              <a:t>vývojármi</a:t>
            </a:r>
            <a:r>
              <a:rPr lang="en-US" b="1" dirty="0"/>
              <a:t> </a:t>
            </a:r>
            <a:r>
              <a:rPr lang="en-US" b="1" dirty="0" err="1"/>
              <a:t>softvéru</a:t>
            </a:r>
            <a:r>
              <a:rPr lang="en-US" b="1" dirty="0"/>
              <a:t> a pod.), aby </a:t>
            </a:r>
            <a:r>
              <a:rPr lang="en-US" b="1" dirty="0" err="1"/>
              <a:t>mohli</a:t>
            </a:r>
            <a:r>
              <a:rPr lang="en-US" b="1" dirty="0"/>
              <a:t> </a:t>
            </a:r>
            <a:r>
              <a:rPr lang="en-US" b="1" dirty="0" err="1"/>
              <a:t>zabezpečiť</a:t>
            </a:r>
            <a:r>
              <a:rPr lang="en-US" b="1" dirty="0"/>
              <a:t> </a:t>
            </a:r>
            <a:r>
              <a:rPr lang="sk-SK" b="1" dirty="0"/>
              <a:t>	</a:t>
            </a:r>
            <a:r>
              <a:rPr lang="en-US" b="1" dirty="0" err="1"/>
              <a:t>komplexné</a:t>
            </a:r>
            <a:r>
              <a:rPr lang="en-US" b="1" dirty="0"/>
              <a:t> a </a:t>
            </a:r>
            <a:r>
              <a:rPr lang="en-US" b="1" dirty="0" err="1"/>
              <a:t>robustné</a:t>
            </a:r>
            <a:r>
              <a:rPr lang="en-US" b="1" dirty="0"/>
              <a:t> </a:t>
            </a:r>
            <a:r>
              <a:rPr lang="en-US" b="1" dirty="0" err="1"/>
              <a:t>riešenia</a:t>
            </a:r>
            <a:r>
              <a:rPr lang="en-US" b="1" dirty="0"/>
              <a:t> pre </a:t>
            </a:r>
            <a:r>
              <a:rPr lang="en-US" b="1" dirty="0" err="1"/>
              <a:t>svojich</a:t>
            </a:r>
            <a:r>
              <a:rPr lang="en-US" b="1" dirty="0"/>
              <a:t> </a:t>
            </a:r>
            <a:r>
              <a:rPr lang="en-US" b="1" dirty="0" err="1"/>
              <a:t>zákazníkov</a:t>
            </a:r>
            <a:r>
              <a:rPr lang="en-US" b="1" dirty="0"/>
              <a:t>.</a:t>
            </a: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1943100" y="258036"/>
            <a:ext cx="102489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k-SK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Integrácia a spolupráca</a:t>
            </a:r>
          </a:p>
        </p:txBody>
      </p:sp>
    </p:spTree>
    <p:extLst>
      <p:ext uri="{BB962C8B-B14F-4D97-AF65-F5344CB8AC3E}">
        <p14:creationId xmlns:p14="http://schemas.microsoft.com/office/powerpoint/2010/main" val="3801761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2134463"/>
            <a:ext cx="10490640" cy="2653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Nezávislosť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služieb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Dobrý</a:t>
            </a:r>
            <a:r>
              <a:rPr lang="en-US" b="1" dirty="0"/>
              <a:t> model </a:t>
            </a:r>
            <a:r>
              <a:rPr lang="en-US" b="1" dirty="0" err="1"/>
              <a:t>služby</a:t>
            </a:r>
            <a:r>
              <a:rPr lang="en-US" b="1" dirty="0"/>
              <a:t> </a:t>
            </a:r>
            <a:r>
              <a:rPr lang="en-US" b="1" dirty="0" err="1"/>
              <a:t>zaručuje</a:t>
            </a:r>
            <a:r>
              <a:rPr lang="en-US" b="1" dirty="0"/>
              <a:t>, </a:t>
            </a:r>
            <a:r>
              <a:rPr lang="en-US" b="1" dirty="0" err="1"/>
              <a:t>že</a:t>
            </a:r>
            <a:r>
              <a:rPr lang="en-US" b="1" dirty="0"/>
              <a:t> </a:t>
            </a:r>
            <a:r>
              <a:rPr lang="en-US" b="1" dirty="0" err="1"/>
              <a:t>služba</a:t>
            </a:r>
            <a:r>
              <a:rPr lang="en-US" b="1" dirty="0"/>
              <a:t> je </a:t>
            </a:r>
            <a:r>
              <a:rPr lang="en-US" b="1" dirty="0" err="1"/>
              <a:t>nezávislá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konkrétnych</a:t>
            </a:r>
            <a:r>
              <a:rPr lang="en-US" b="1" dirty="0"/>
              <a:t> </a:t>
            </a:r>
            <a:r>
              <a:rPr lang="en-US" b="1" dirty="0" err="1"/>
              <a:t>technológiách</a:t>
            </a:r>
            <a:r>
              <a:rPr lang="en-US" b="1" dirty="0"/>
              <a:t> </a:t>
            </a:r>
            <a:r>
              <a:rPr lang="sk-SK" b="1" dirty="0"/>
              <a:t>	</a:t>
            </a:r>
            <a:r>
              <a:rPr lang="en-US" b="1" dirty="0" err="1"/>
              <a:t>alebo</a:t>
            </a:r>
            <a:r>
              <a:rPr lang="en-US" b="1" dirty="0"/>
              <a:t> </a:t>
            </a:r>
            <a:r>
              <a:rPr lang="en-US" b="1" dirty="0" err="1"/>
              <a:t>infraštruktúre</a:t>
            </a:r>
            <a:r>
              <a:rPr lang="en-US" b="1" dirty="0"/>
              <a:t>, </a:t>
            </a:r>
            <a:r>
              <a:rPr lang="en-US" b="1" dirty="0" err="1"/>
              <a:t>čo</a:t>
            </a:r>
            <a:r>
              <a:rPr lang="en-US" b="1" dirty="0"/>
              <a:t> </a:t>
            </a:r>
            <a:r>
              <a:rPr lang="en-US" b="1" dirty="0" err="1"/>
              <a:t>znamená</a:t>
            </a:r>
            <a:r>
              <a:rPr lang="en-US" b="1" dirty="0"/>
              <a:t>, </a:t>
            </a:r>
            <a:r>
              <a:rPr lang="en-US" b="1" dirty="0" err="1"/>
              <a:t>že</a:t>
            </a:r>
            <a:r>
              <a:rPr lang="en-US" b="1" dirty="0"/>
              <a:t> </a:t>
            </a:r>
            <a:r>
              <a:rPr lang="en-US" b="1" dirty="0" err="1"/>
              <a:t>ju</a:t>
            </a:r>
            <a:r>
              <a:rPr lang="en-US" b="1" dirty="0"/>
              <a:t> </a:t>
            </a:r>
            <a:r>
              <a:rPr lang="en-US" b="1" dirty="0" err="1"/>
              <a:t>možno</a:t>
            </a:r>
            <a:r>
              <a:rPr lang="en-US" b="1" dirty="0"/>
              <a:t> </a:t>
            </a:r>
            <a:r>
              <a:rPr lang="en-US" b="1" dirty="0" err="1"/>
              <a:t>prevádzkovať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rôznych</a:t>
            </a:r>
            <a:r>
              <a:rPr lang="en-US" b="1" dirty="0"/>
              <a:t> </a:t>
            </a:r>
            <a:r>
              <a:rPr lang="en-US" b="1" dirty="0" err="1"/>
              <a:t>platformách</a:t>
            </a:r>
            <a:r>
              <a:rPr lang="en-US" b="1" dirty="0"/>
              <a:t> a v </a:t>
            </a:r>
            <a:r>
              <a:rPr lang="en-US" b="1" dirty="0" err="1"/>
              <a:t>rôznych</a:t>
            </a:r>
            <a:r>
              <a:rPr lang="en-US" b="1" dirty="0"/>
              <a:t> </a:t>
            </a:r>
            <a:r>
              <a:rPr lang="sk-SK" b="1" dirty="0"/>
              <a:t>	</a:t>
            </a:r>
            <a:r>
              <a:rPr lang="en-US" b="1" dirty="0" err="1"/>
              <a:t>prostrediach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Škálovateľnosť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Služba</a:t>
            </a:r>
            <a:r>
              <a:rPr lang="en-US" b="1" dirty="0"/>
              <a:t> </a:t>
            </a:r>
            <a:r>
              <a:rPr lang="en-US" b="1" dirty="0" err="1"/>
              <a:t>musí</a:t>
            </a:r>
            <a:r>
              <a:rPr lang="en-US" b="1" dirty="0"/>
              <a:t> </a:t>
            </a:r>
            <a:r>
              <a:rPr lang="en-US" b="1" dirty="0" err="1"/>
              <a:t>byť</a:t>
            </a:r>
            <a:r>
              <a:rPr lang="en-US" b="1" dirty="0"/>
              <a:t> </a:t>
            </a:r>
            <a:r>
              <a:rPr lang="en-US" b="1" dirty="0" err="1"/>
              <a:t>schopná</a:t>
            </a:r>
            <a:r>
              <a:rPr lang="en-US" b="1" dirty="0"/>
              <a:t> </a:t>
            </a:r>
            <a:r>
              <a:rPr lang="en-US" b="1" dirty="0" err="1"/>
              <a:t>rásť</a:t>
            </a:r>
            <a:r>
              <a:rPr lang="en-US" b="1" dirty="0"/>
              <a:t> a </a:t>
            </a:r>
            <a:r>
              <a:rPr lang="en-US" b="1" dirty="0" err="1"/>
              <a:t>prispôsobovať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zvýšeným</a:t>
            </a:r>
            <a:r>
              <a:rPr lang="en-US" b="1" dirty="0"/>
              <a:t> </a:t>
            </a:r>
            <a:r>
              <a:rPr lang="en-US" b="1" dirty="0" err="1"/>
              <a:t>požiadavkám</a:t>
            </a:r>
            <a:r>
              <a:rPr lang="en-US" b="1" dirty="0"/>
              <a:t>, </a:t>
            </a:r>
            <a:r>
              <a:rPr lang="en-US" b="1" dirty="0" err="1"/>
              <a:t>napríklad</a:t>
            </a:r>
            <a:r>
              <a:rPr lang="en-US" b="1" dirty="0"/>
              <a:t> </a:t>
            </a:r>
            <a:r>
              <a:rPr lang="sk-SK" b="1" dirty="0"/>
              <a:t>	</a:t>
            </a:r>
            <a:r>
              <a:rPr lang="en-US" b="1" dirty="0" err="1"/>
              <a:t>zvýšením</a:t>
            </a:r>
            <a:r>
              <a:rPr lang="en-US" b="1" dirty="0"/>
              <a:t> </a:t>
            </a:r>
            <a:r>
              <a:rPr lang="en-US" b="1" dirty="0" err="1"/>
              <a:t>počtu</a:t>
            </a:r>
            <a:r>
              <a:rPr lang="en-US" b="1" dirty="0"/>
              <a:t> </a:t>
            </a:r>
            <a:r>
              <a:rPr lang="en-US" b="1" dirty="0" err="1"/>
              <a:t>používateľov</a:t>
            </a:r>
            <a:r>
              <a:rPr lang="en-US" b="1" dirty="0"/>
              <a:t> </a:t>
            </a:r>
            <a:r>
              <a:rPr lang="en-US" b="1" dirty="0" err="1"/>
              <a:t>alebo</a:t>
            </a:r>
            <a:r>
              <a:rPr lang="en-US" b="1" dirty="0"/>
              <a:t> </a:t>
            </a:r>
            <a:r>
              <a:rPr lang="en-US" b="1" dirty="0" err="1"/>
              <a:t>rozšírením</a:t>
            </a:r>
            <a:r>
              <a:rPr lang="en-US" b="1" dirty="0"/>
              <a:t> </a:t>
            </a:r>
            <a:r>
              <a:rPr lang="en-US" b="1" dirty="0" err="1"/>
              <a:t>geografického</a:t>
            </a:r>
            <a:r>
              <a:rPr lang="en-US" b="1" dirty="0"/>
              <a:t> </a:t>
            </a:r>
            <a:r>
              <a:rPr lang="en-US" b="1" dirty="0" err="1"/>
              <a:t>pokrytia</a:t>
            </a:r>
            <a:r>
              <a:rPr lang="en-US" b="1" dirty="0"/>
              <a:t>.</a:t>
            </a: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1943100" y="258036"/>
            <a:ext cx="102489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k-SK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Nezávislosť a škálovateľnosť</a:t>
            </a:r>
          </a:p>
        </p:txBody>
      </p:sp>
    </p:spTree>
    <p:extLst>
      <p:ext uri="{BB962C8B-B14F-4D97-AF65-F5344CB8AC3E}">
        <p14:creationId xmlns:p14="http://schemas.microsoft.com/office/powerpoint/2010/main" val="2344383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2134463"/>
            <a:ext cx="10490640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/>
              <a:t>IKT </a:t>
            </a:r>
            <a:r>
              <a:rPr lang="en-US" b="1" dirty="0" err="1"/>
              <a:t>služby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stali</a:t>
            </a:r>
            <a:r>
              <a:rPr lang="en-US" b="1" dirty="0"/>
              <a:t> </a:t>
            </a:r>
            <a:r>
              <a:rPr lang="en-US" b="1" dirty="0" err="1"/>
              <a:t>neoddeliteľnou</a:t>
            </a:r>
            <a:r>
              <a:rPr lang="en-US" b="1" dirty="0"/>
              <a:t> </a:t>
            </a:r>
            <a:r>
              <a:rPr lang="en-US" b="1" dirty="0" err="1"/>
              <a:t>súčasťou</a:t>
            </a:r>
            <a:r>
              <a:rPr lang="en-US" b="1" dirty="0"/>
              <a:t> </a:t>
            </a:r>
            <a:r>
              <a:rPr lang="en-US" b="1" dirty="0" err="1"/>
              <a:t>moderného</a:t>
            </a:r>
            <a:r>
              <a:rPr lang="en-US" b="1" dirty="0"/>
              <a:t> </a:t>
            </a:r>
            <a:r>
              <a:rPr lang="en-US" b="1" dirty="0" err="1"/>
              <a:t>podnikania</a:t>
            </a:r>
            <a:r>
              <a:rPr lang="en-US" b="1" dirty="0"/>
              <a:t>. </a:t>
            </a:r>
            <a:r>
              <a:rPr lang="en-US" b="1" dirty="0" err="1"/>
              <a:t>Firmy</a:t>
            </a:r>
            <a:r>
              <a:rPr lang="en-US" b="1" dirty="0"/>
              <a:t> </a:t>
            </a:r>
            <a:r>
              <a:rPr lang="en-US" b="1" dirty="0" err="1"/>
              <a:t>využívajú</a:t>
            </a:r>
            <a:r>
              <a:rPr lang="en-US" b="1" dirty="0"/>
              <a:t> IKT </a:t>
            </a:r>
            <a:r>
              <a:rPr lang="en-US" b="1" dirty="0" err="1"/>
              <a:t>služby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E30074"/>
                </a:solidFill>
              </a:rPr>
              <a:t>zlepšenie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svojich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interných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procesov</a:t>
            </a:r>
            <a:r>
              <a:rPr lang="en-US" b="1" dirty="0"/>
              <a:t>, </a:t>
            </a:r>
            <a:r>
              <a:rPr lang="en-US" b="1" dirty="0" err="1"/>
              <a:t>zvýšenie</a:t>
            </a:r>
            <a:r>
              <a:rPr lang="en-US" b="1" dirty="0"/>
              <a:t> </a:t>
            </a:r>
            <a:r>
              <a:rPr lang="en-US" b="1" dirty="0" err="1"/>
              <a:t>efektivity</a:t>
            </a:r>
            <a:r>
              <a:rPr lang="en-US" b="1" dirty="0"/>
              <a:t> a </a:t>
            </a:r>
            <a:r>
              <a:rPr lang="en-US" b="1" dirty="0" err="1"/>
              <a:t>skvalitnenie</a:t>
            </a:r>
            <a:r>
              <a:rPr lang="en-US" b="1" dirty="0"/>
              <a:t> </a:t>
            </a:r>
            <a:r>
              <a:rPr lang="en-US" b="1" dirty="0" err="1"/>
              <a:t>ponuky</a:t>
            </a:r>
            <a:r>
              <a:rPr lang="en-US" b="1" dirty="0"/>
              <a:t> pre </a:t>
            </a:r>
            <a:r>
              <a:rPr lang="en-US" b="1" dirty="0" err="1"/>
              <a:t>svojich</a:t>
            </a:r>
            <a:r>
              <a:rPr lang="en-US" b="1" dirty="0"/>
              <a:t> </a:t>
            </a:r>
            <a:r>
              <a:rPr lang="en-US" b="1" dirty="0" err="1"/>
              <a:t>zákazníkov</a:t>
            </a:r>
            <a:r>
              <a:rPr lang="en-US" b="1" dirty="0"/>
              <a:t>. </a:t>
            </a:r>
            <a:r>
              <a:rPr lang="en-US" b="1" dirty="0" err="1"/>
              <a:t>Okrem</a:t>
            </a:r>
            <a:r>
              <a:rPr lang="en-US" b="1" dirty="0"/>
              <a:t> toho </a:t>
            </a:r>
            <a:r>
              <a:rPr lang="en-US" b="1" dirty="0" err="1"/>
              <a:t>sa</a:t>
            </a:r>
            <a:r>
              <a:rPr lang="en-US" b="1" dirty="0"/>
              <a:t> IKT </a:t>
            </a:r>
            <a:r>
              <a:rPr lang="en-US" b="1" dirty="0" err="1"/>
              <a:t>čoraz</a:t>
            </a:r>
            <a:r>
              <a:rPr lang="en-US" b="1" dirty="0"/>
              <a:t> </a:t>
            </a:r>
            <a:r>
              <a:rPr lang="en-US" b="1" dirty="0" err="1"/>
              <a:t>viac</a:t>
            </a:r>
            <a:r>
              <a:rPr lang="en-US" b="1" dirty="0"/>
              <a:t> </a:t>
            </a:r>
            <a:r>
              <a:rPr lang="en-US" b="1" dirty="0" err="1"/>
              <a:t>stávajú</a:t>
            </a:r>
            <a:r>
              <a:rPr lang="en-US" b="1" dirty="0"/>
              <a:t> </a:t>
            </a:r>
            <a:r>
              <a:rPr lang="en-US" b="1" dirty="0" err="1"/>
              <a:t>jadrom</a:t>
            </a:r>
            <a:r>
              <a:rPr lang="en-US" b="1" dirty="0"/>
              <a:t> </a:t>
            </a:r>
            <a:r>
              <a:rPr lang="en-US" b="1" dirty="0" err="1"/>
              <a:t>nových</a:t>
            </a:r>
            <a:r>
              <a:rPr lang="en-US" b="1" dirty="0"/>
              <a:t> </a:t>
            </a:r>
            <a:r>
              <a:rPr lang="en-US" b="1" dirty="0" err="1"/>
              <a:t>obchodných</a:t>
            </a:r>
            <a:r>
              <a:rPr lang="en-US" b="1" dirty="0"/>
              <a:t> </a:t>
            </a:r>
            <a:r>
              <a:rPr lang="en-US" b="1" dirty="0" err="1"/>
              <a:t>modelov</a:t>
            </a:r>
            <a:r>
              <a:rPr lang="en-US" b="1" dirty="0">
                <a:solidFill>
                  <a:srgbClr val="E30074"/>
                </a:solidFill>
              </a:rPr>
              <a:t>, </a:t>
            </a:r>
            <a:r>
              <a:rPr lang="en-US" b="1" dirty="0" err="1">
                <a:solidFill>
                  <a:srgbClr val="E30074"/>
                </a:solidFill>
              </a:rPr>
              <a:t>kde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sa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technológia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neberie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len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ako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podporný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nástroj</a:t>
            </a:r>
            <a:r>
              <a:rPr lang="en-US" b="1" dirty="0">
                <a:solidFill>
                  <a:srgbClr val="E30074"/>
                </a:solidFill>
              </a:rPr>
              <a:t>, ale </a:t>
            </a:r>
            <a:r>
              <a:rPr lang="en-US" b="1" dirty="0" err="1">
                <a:solidFill>
                  <a:srgbClr val="E30074"/>
                </a:solidFill>
              </a:rPr>
              <a:t>ako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produkt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či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služba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sama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osebe</a:t>
            </a:r>
            <a:r>
              <a:rPr lang="en-US" b="1" dirty="0"/>
              <a:t>.</a:t>
            </a: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1943100" y="258036"/>
            <a:ext cx="102489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k-SK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IKT model podnikania</a:t>
            </a:r>
          </a:p>
        </p:txBody>
      </p:sp>
    </p:spTree>
    <p:extLst>
      <p:ext uri="{BB962C8B-B14F-4D97-AF65-F5344CB8AC3E}">
        <p14:creationId xmlns:p14="http://schemas.microsoft.com/office/powerpoint/2010/main" val="1622711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2134463"/>
            <a:ext cx="10490640" cy="3068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Tradičné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podnikanie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/>
              <a:t>V </a:t>
            </a:r>
            <a:r>
              <a:rPr lang="en-US" b="1" dirty="0" err="1"/>
              <a:t>minulosti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organizácie</a:t>
            </a:r>
            <a:r>
              <a:rPr lang="en-US" b="1" dirty="0"/>
              <a:t> </a:t>
            </a:r>
            <a:r>
              <a:rPr lang="en-US" b="1" dirty="0" err="1"/>
              <a:t>zameriavali</a:t>
            </a:r>
            <a:r>
              <a:rPr lang="en-US" b="1" dirty="0"/>
              <a:t> </a:t>
            </a:r>
            <a:r>
              <a:rPr lang="en-US" b="1" dirty="0" err="1"/>
              <a:t>predovšetkým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výrobu</a:t>
            </a:r>
            <a:r>
              <a:rPr lang="en-US" b="1" dirty="0"/>
              <a:t> </a:t>
            </a:r>
            <a:r>
              <a:rPr lang="en-US" b="1" dirty="0" err="1"/>
              <a:t>produktov</a:t>
            </a:r>
            <a:r>
              <a:rPr lang="en-US" b="1" dirty="0"/>
              <a:t>. </a:t>
            </a:r>
            <a:r>
              <a:rPr lang="en-US" b="1" dirty="0" err="1"/>
              <a:t>Podstatný</a:t>
            </a:r>
            <a:r>
              <a:rPr lang="en-US" b="1" dirty="0"/>
              <a:t> </a:t>
            </a:r>
            <a:r>
              <a:rPr lang="sk-SK" b="1" dirty="0"/>
              <a:t>	</a:t>
            </a:r>
            <a:r>
              <a:rPr lang="en-US" b="1" dirty="0" err="1"/>
              <a:t>bol</a:t>
            </a:r>
            <a:r>
              <a:rPr lang="en-US" b="1" dirty="0"/>
              <a:t> </a:t>
            </a:r>
            <a:r>
              <a:rPr lang="en-US" b="1" dirty="0" err="1"/>
              <a:t>hmotný</a:t>
            </a:r>
            <a:r>
              <a:rPr lang="en-US" b="1" dirty="0"/>
              <a:t> </a:t>
            </a:r>
            <a:r>
              <a:rPr lang="en-US" b="1" dirty="0" err="1"/>
              <a:t>výsledok</a:t>
            </a:r>
            <a:r>
              <a:rPr lang="en-US" b="1" dirty="0"/>
              <a:t>, </a:t>
            </a:r>
            <a:r>
              <a:rPr lang="en-US" b="1" dirty="0" err="1"/>
              <a:t>ktorý</a:t>
            </a:r>
            <a:r>
              <a:rPr lang="en-US" b="1" dirty="0"/>
              <a:t> </a:t>
            </a:r>
            <a:r>
              <a:rPr lang="en-US" b="1" dirty="0" err="1"/>
              <a:t>mohol</a:t>
            </a:r>
            <a:r>
              <a:rPr lang="en-US" b="1" dirty="0"/>
              <a:t> </a:t>
            </a:r>
            <a:r>
              <a:rPr lang="en-US" b="1" dirty="0" err="1"/>
              <a:t>zákazník</a:t>
            </a:r>
            <a:r>
              <a:rPr lang="en-US" b="1" dirty="0"/>
              <a:t> </a:t>
            </a:r>
            <a:r>
              <a:rPr lang="en-US" b="1" dirty="0" err="1"/>
              <a:t>zakúpiť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Moderný</a:t>
            </a:r>
            <a:r>
              <a:rPr lang="en-US" b="1" dirty="0">
                <a:solidFill>
                  <a:srgbClr val="E30074"/>
                </a:solidFill>
              </a:rPr>
              <a:t> trend: </a:t>
            </a:r>
            <a:r>
              <a:rPr lang="en-US" b="1" dirty="0" err="1"/>
              <a:t>Dnes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čoraz</a:t>
            </a:r>
            <a:r>
              <a:rPr lang="en-US" b="1" dirty="0"/>
              <a:t> </a:t>
            </a:r>
            <a:r>
              <a:rPr lang="en-US" b="1" dirty="0" err="1"/>
              <a:t>viac</a:t>
            </a:r>
            <a:r>
              <a:rPr lang="en-US" b="1" dirty="0"/>
              <a:t> </a:t>
            </a:r>
            <a:r>
              <a:rPr lang="en-US" b="1" dirty="0" err="1"/>
              <a:t>stretneme</a:t>
            </a:r>
            <a:r>
              <a:rPr lang="en-US" b="1" dirty="0"/>
              <a:t> s </a:t>
            </a:r>
            <a:r>
              <a:rPr lang="en-US" b="1" dirty="0" err="1"/>
              <a:t>tým</a:t>
            </a:r>
            <a:r>
              <a:rPr lang="en-US" b="1" dirty="0"/>
              <a:t>, </a:t>
            </a:r>
            <a:r>
              <a:rPr lang="en-US" b="1" dirty="0" err="1"/>
              <a:t>že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produkty</a:t>
            </a:r>
            <a:r>
              <a:rPr lang="en-US" b="1" dirty="0"/>
              <a:t> “</a:t>
            </a:r>
            <a:r>
              <a:rPr lang="en-US" b="1" dirty="0" err="1"/>
              <a:t>obalia</a:t>
            </a:r>
            <a:r>
              <a:rPr lang="en-US" b="1" dirty="0"/>
              <a:t>” do IKT </a:t>
            </a:r>
            <a:r>
              <a:rPr lang="en-US" b="1" dirty="0" err="1"/>
              <a:t>služby</a:t>
            </a:r>
            <a:r>
              <a:rPr lang="en-US" b="1" dirty="0"/>
              <a:t>. </a:t>
            </a:r>
            <a:r>
              <a:rPr lang="en-US" b="1" dirty="0" err="1"/>
              <a:t>Napríklad</a:t>
            </a:r>
            <a:r>
              <a:rPr lang="en-US" b="1" dirty="0"/>
              <a:t> </a:t>
            </a:r>
            <a:r>
              <a:rPr lang="sk-SK" b="1" dirty="0"/>
              <a:t>	</a:t>
            </a:r>
            <a:r>
              <a:rPr lang="en-US" b="1" dirty="0" err="1"/>
              <a:t>namiesto</a:t>
            </a:r>
            <a:r>
              <a:rPr lang="en-US" b="1" dirty="0"/>
              <a:t> </a:t>
            </a:r>
            <a:r>
              <a:rPr lang="en-US" b="1" dirty="0" err="1"/>
              <a:t>predaja</a:t>
            </a:r>
            <a:r>
              <a:rPr lang="en-US" b="1" dirty="0"/>
              <a:t> </a:t>
            </a:r>
            <a:r>
              <a:rPr lang="en-US" b="1" dirty="0" err="1"/>
              <a:t>softvéru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inštalačnom</a:t>
            </a:r>
            <a:r>
              <a:rPr lang="en-US" b="1" dirty="0"/>
              <a:t> </a:t>
            </a:r>
            <a:r>
              <a:rPr lang="en-US" b="1" dirty="0" err="1"/>
              <a:t>médiu</a:t>
            </a:r>
            <a:r>
              <a:rPr lang="en-US" b="1" dirty="0"/>
              <a:t> </a:t>
            </a:r>
            <a:r>
              <a:rPr lang="en-US" b="1" dirty="0" err="1"/>
              <a:t>firma</a:t>
            </a:r>
            <a:r>
              <a:rPr lang="en-US" b="1" dirty="0"/>
              <a:t> </a:t>
            </a:r>
            <a:r>
              <a:rPr lang="en-US" b="1" dirty="0" err="1"/>
              <a:t>ponúka</a:t>
            </a:r>
            <a:r>
              <a:rPr lang="en-US" b="1" dirty="0"/>
              <a:t> </a:t>
            </a:r>
            <a:r>
              <a:rPr lang="en-US" b="1" dirty="0" err="1"/>
              <a:t>softvér</a:t>
            </a:r>
            <a:r>
              <a:rPr lang="en-US" b="1" dirty="0"/>
              <a:t> </a:t>
            </a:r>
            <a:r>
              <a:rPr lang="en-US" b="1" dirty="0" err="1"/>
              <a:t>ako</a:t>
            </a:r>
            <a:r>
              <a:rPr lang="en-US" b="1" dirty="0"/>
              <a:t> </a:t>
            </a:r>
            <a:r>
              <a:rPr lang="en-US" b="1" dirty="0" err="1"/>
              <a:t>službu</a:t>
            </a:r>
            <a:r>
              <a:rPr lang="en-US" b="1" dirty="0"/>
              <a:t> (SaaS), </a:t>
            </a:r>
            <a:r>
              <a:rPr lang="en-US" b="1" dirty="0" err="1"/>
              <a:t>ku</a:t>
            </a:r>
            <a:r>
              <a:rPr lang="en-US" b="1" dirty="0"/>
              <a:t> </a:t>
            </a:r>
            <a:r>
              <a:rPr lang="en-US" b="1" dirty="0" err="1"/>
              <a:t>ktorej</a:t>
            </a:r>
            <a:r>
              <a:rPr lang="en-US" b="1" dirty="0"/>
              <a:t> </a:t>
            </a:r>
            <a:r>
              <a:rPr lang="sk-SK" b="1" dirty="0"/>
              <a:t>	</a:t>
            </a:r>
            <a:r>
              <a:rPr lang="en-US" b="1" dirty="0" err="1"/>
              <a:t>má</a:t>
            </a:r>
            <a:r>
              <a:rPr lang="en-US" b="1" dirty="0"/>
              <a:t> </a:t>
            </a:r>
            <a:r>
              <a:rPr lang="en-US" b="1" dirty="0" err="1"/>
              <a:t>zákazník</a:t>
            </a:r>
            <a:r>
              <a:rPr lang="en-US" b="1" dirty="0"/>
              <a:t> </a:t>
            </a:r>
            <a:r>
              <a:rPr lang="en-US" b="1" dirty="0" err="1"/>
              <a:t>prístup</a:t>
            </a:r>
            <a:r>
              <a:rPr lang="en-US" b="1" dirty="0"/>
              <a:t> </a:t>
            </a:r>
            <a:r>
              <a:rPr lang="en-US" b="1" dirty="0" err="1"/>
              <a:t>cez</a:t>
            </a:r>
            <a:r>
              <a:rPr lang="en-US" b="1" dirty="0"/>
              <a:t> internet. To </a:t>
            </a:r>
            <a:r>
              <a:rPr lang="en-US" b="1" dirty="0" err="1"/>
              <a:t>umožňuje</a:t>
            </a:r>
            <a:r>
              <a:rPr lang="en-US" b="1" dirty="0"/>
              <a:t> </a:t>
            </a:r>
            <a:r>
              <a:rPr lang="en-US" b="1" dirty="0" err="1"/>
              <a:t>zákazníkovi</a:t>
            </a:r>
            <a:r>
              <a:rPr lang="en-US" b="1" dirty="0"/>
              <a:t> </a:t>
            </a:r>
            <a:r>
              <a:rPr lang="en-US" b="1" dirty="0" err="1"/>
              <a:t>platiť</a:t>
            </a:r>
            <a:r>
              <a:rPr lang="en-US" b="1" dirty="0"/>
              <a:t> </a:t>
            </a:r>
            <a:r>
              <a:rPr lang="en-US" b="1" dirty="0" err="1"/>
              <a:t>len</a:t>
            </a:r>
            <a:r>
              <a:rPr lang="en-US" b="1" dirty="0"/>
              <a:t> za </a:t>
            </a:r>
            <a:r>
              <a:rPr lang="en-US" b="1" dirty="0" err="1"/>
              <a:t>používanie</a:t>
            </a:r>
            <a:r>
              <a:rPr lang="en-US" b="1" dirty="0"/>
              <a:t> </a:t>
            </a:r>
            <a:r>
              <a:rPr lang="en-US" b="1" dirty="0" err="1"/>
              <a:t>služby</a:t>
            </a:r>
            <a:r>
              <a:rPr lang="en-US" b="1" dirty="0"/>
              <a:t>, </a:t>
            </a:r>
            <a:r>
              <a:rPr lang="en-US" b="1" dirty="0" err="1"/>
              <a:t>nie</a:t>
            </a:r>
            <a:r>
              <a:rPr lang="en-US" b="1" dirty="0"/>
              <a:t> za </a:t>
            </a:r>
            <a:r>
              <a:rPr lang="sk-SK" b="1" dirty="0"/>
              <a:t>	</a:t>
            </a:r>
            <a:r>
              <a:rPr lang="en-US" b="1" dirty="0" err="1"/>
              <a:t>celý</a:t>
            </a:r>
            <a:r>
              <a:rPr lang="en-US" b="1" dirty="0"/>
              <a:t> </a:t>
            </a:r>
            <a:r>
              <a:rPr lang="en-US" b="1" dirty="0" err="1"/>
              <a:t>produkt</a:t>
            </a:r>
            <a:r>
              <a:rPr lang="en-US" b="1" dirty="0"/>
              <a:t>.</a:t>
            </a: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1943100" y="258036"/>
            <a:ext cx="102489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Prechod od produktov k službám</a:t>
            </a:r>
            <a:endParaRPr lang="sk-SK" sz="6000" b="1" dirty="0">
              <a:solidFill>
                <a:srgbClr val="E30074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03197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2134463"/>
            <a:ext cx="10490640" cy="2237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Rýchlosť</a:t>
            </a:r>
            <a:r>
              <a:rPr lang="en-US" b="1" dirty="0">
                <a:solidFill>
                  <a:srgbClr val="E30074"/>
                </a:solidFill>
              </a:rPr>
              <a:t> a </a:t>
            </a:r>
            <a:r>
              <a:rPr lang="en-US" b="1" dirty="0" err="1">
                <a:solidFill>
                  <a:srgbClr val="E30074"/>
                </a:solidFill>
              </a:rPr>
              <a:t>dostupnosť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/>
              <a:t>IKT </a:t>
            </a:r>
            <a:r>
              <a:rPr lang="en-US" b="1" dirty="0" err="1"/>
              <a:t>umožňujú</a:t>
            </a:r>
            <a:r>
              <a:rPr lang="en-US" b="1" dirty="0"/>
              <a:t> </a:t>
            </a:r>
            <a:r>
              <a:rPr lang="en-US" b="1" dirty="0" err="1"/>
              <a:t>firmám</a:t>
            </a:r>
            <a:r>
              <a:rPr lang="en-US" b="1" dirty="0"/>
              <a:t> </a:t>
            </a:r>
            <a:r>
              <a:rPr lang="en-US" b="1" dirty="0" err="1"/>
              <a:t>reagovať</a:t>
            </a:r>
            <a:r>
              <a:rPr lang="en-US" b="1" dirty="0"/>
              <a:t> </a:t>
            </a:r>
            <a:r>
              <a:rPr lang="en-US" b="1" dirty="0" err="1"/>
              <a:t>rýchlejšie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potreby</a:t>
            </a:r>
            <a:r>
              <a:rPr lang="en-US" b="1" dirty="0"/>
              <a:t> </a:t>
            </a:r>
            <a:r>
              <a:rPr lang="en-US" b="1" dirty="0" err="1"/>
              <a:t>trhu</a:t>
            </a:r>
            <a:r>
              <a:rPr lang="en-US" b="1" dirty="0"/>
              <a:t>, </a:t>
            </a:r>
            <a:r>
              <a:rPr lang="en-US" b="1" dirty="0" err="1"/>
              <a:t>inovovať</a:t>
            </a:r>
            <a:r>
              <a:rPr lang="en-US" b="1" dirty="0"/>
              <a:t> a </a:t>
            </a:r>
            <a:r>
              <a:rPr lang="en-US" b="1" dirty="0" err="1"/>
              <a:t>zavádzať</a:t>
            </a:r>
            <a:r>
              <a:rPr lang="en-US" b="1" dirty="0"/>
              <a:t> </a:t>
            </a:r>
            <a:r>
              <a:rPr lang="en-US" b="1" dirty="0" err="1"/>
              <a:t>nové</a:t>
            </a:r>
            <a:r>
              <a:rPr lang="en-US" b="1" dirty="0"/>
              <a:t> </a:t>
            </a:r>
            <a:r>
              <a:rPr lang="sk-SK" b="1" dirty="0"/>
              <a:t>	</a:t>
            </a:r>
            <a:r>
              <a:rPr lang="en-US" b="1" dirty="0" err="1"/>
              <a:t>riešenia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Konkurenčná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výhoda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Spoločnosti</a:t>
            </a:r>
            <a:r>
              <a:rPr lang="en-US" b="1" dirty="0"/>
              <a:t>, </a:t>
            </a:r>
            <a:r>
              <a:rPr lang="en-US" b="1" dirty="0" err="1"/>
              <a:t>ktoré</a:t>
            </a:r>
            <a:r>
              <a:rPr lang="en-US" b="1" dirty="0"/>
              <a:t> </a:t>
            </a:r>
            <a:r>
              <a:rPr lang="en-US" b="1" dirty="0" err="1"/>
              <a:t>dokážu</a:t>
            </a:r>
            <a:r>
              <a:rPr lang="en-US" b="1" dirty="0"/>
              <a:t> </a:t>
            </a:r>
            <a:r>
              <a:rPr lang="en-US" b="1" dirty="0" err="1"/>
              <a:t>efektívne</a:t>
            </a:r>
            <a:r>
              <a:rPr lang="en-US" b="1" dirty="0"/>
              <a:t> </a:t>
            </a:r>
            <a:r>
              <a:rPr lang="en-US" b="1" dirty="0" err="1"/>
              <a:t>využiť</a:t>
            </a:r>
            <a:r>
              <a:rPr lang="en-US" b="1" dirty="0"/>
              <a:t> IKT </a:t>
            </a:r>
            <a:r>
              <a:rPr lang="en-US" b="1" dirty="0" err="1"/>
              <a:t>služby</a:t>
            </a:r>
            <a:r>
              <a:rPr lang="en-US" b="1" dirty="0"/>
              <a:t>, </a:t>
            </a:r>
            <a:r>
              <a:rPr lang="en-US" b="1" dirty="0" err="1"/>
              <a:t>môžu</a:t>
            </a:r>
            <a:r>
              <a:rPr lang="en-US" b="1" dirty="0"/>
              <a:t> </a:t>
            </a:r>
            <a:r>
              <a:rPr lang="en-US" b="1" dirty="0" err="1"/>
              <a:t>získať</a:t>
            </a:r>
            <a:r>
              <a:rPr lang="en-US" b="1" dirty="0"/>
              <a:t> </a:t>
            </a:r>
            <a:r>
              <a:rPr lang="en-US" b="1" dirty="0" err="1"/>
              <a:t>konkurenčnú</a:t>
            </a:r>
            <a:r>
              <a:rPr lang="en-US" b="1" dirty="0"/>
              <a:t> </a:t>
            </a:r>
            <a:r>
              <a:rPr lang="sk-SK" b="1" dirty="0"/>
              <a:t>	</a:t>
            </a:r>
            <a:r>
              <a:rPr lang="en-US" b="1" dirty="0" err="1"/>
              <a:t>výhodu</a:t>
            </a:r>
            <a:r>
              <a:rPr lang="en-US" b="1" dirty="0"/>
              <a:t> </a:t>
            </a:r>
            <a:r>
              <a:rPr lang="en-US" b="1" dirty="0" err="1"/>
              <a:t>tým</a:t>
            </a:r>
            <a:r>
              <a:rPr lang="en-US" b="1" dirty="0"/>
              <a:t>, </a:t>
            </a:r>
            <a:r>
              <a:rPr lang="en-US" b="1" dirty="0" err="1"/>
              <a:t>že</a:t>
            </a:r>
            <a:r>
              <a:rPr lang="en-US" b="1" dirty="0"/>
              <a:t> </a:t>
            </a:r>
            <a:r>
              <a:rPr lang="en-US" b="1" dirty="0" err="1"/>
              <a:t>ponúknu</a:t>
            </a:r>
            <a:r>
              <a:rPr lang="en-US" b="1" dirty="0"/>
              <a:t> </a:t>
            </a:r>
            <a:r>
              <a:rPr lang="en-US" b="1" dirty="0" err="1"/>
              <a:t>flexibilnejšie</a:t>
            </a:r>
            <a:r>
              <a:rPr lang="en-US" b="1" dirty="0"/>
              <a:t>, </a:t>
            </a:r>
            <a:r>
              <a:rPr lang="en-US" b="1" dirty="0" err="1"/>
              <a:t>dostupnejšie</a:t>
            </a:r>
            <a:r>
              <a:rPr lang="en-US" b="1" dirty="0"/>
              <a:t> a </a:t>
            </a:r>
            <a:r>
              <a:rPr lang="en-US" b="1" dirty="0" err="1"/>
              <a:t>rýchlejšie</a:t>
            </a:r>
            <a:r>
              <a:rPr lang="en-US" b="1" dirty="0"/>
              <a:t> </a:t>
            </a:r>
            <a:r>
              <a:rPr lang="en-US" b="1" dirty="0" err="1"/>
              <a:t>riešenia</a:t>
            </a:r>
            <a:r>
              <a:rPr lang="en-US" b="1" dirty="0"/>
              <a:t> </a:t>
            </a:r>
            <a:r>
              <a:rPr lang="en-US" b="1" dirty="0" err="1"/>
              <a:t>ako</a:t>
            </a:r>
            <a:r>
              <a:rPr lang="en-US" b="1" dirty="0"/>
              <a:t> </a:t>
            </a:r>
            <a:r>
              <a:rPr lang="en-US" b="1" dirty="0" err="1"/>
              <a:t>konkurencia</a:t>
            </a:r>
            <a:r>
              <a:rPr lang="en-US" b="1" dirty="0"/>
              <a:t>.</a:t>
            </a: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1943100" y="520674"/>
            <a:ext cx="102489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Inovácie a konkurencieschopnosť</a:t>
            </a:r>
            <a:endParaRPr lang="sk-SK" sz="6000" b="1" dirty="0">
              <a:solidFill>
                <a:srgbClr val="E30074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5568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2134463"/>
            <a:ext cx="10490640" cy="2653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>
                <a:solidFill>
                  <a:srgbClr val="E30074"/>
                </a:solidFill>
              </a:rPr>
              <a:t>Online </a:t>
            </a:r>
            <a:r>
              <a:rPr lang="en-US" b="1" dirty="0" err="1">
                <a:solidFill>
                  <a:srgbClr val="E30074"/>
                </a:solidFill>
              </a:rPr>
              <a:t>prístup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/>
              <a:t>IKT </a:t>
            </a:r>
            <a:r>
              <a:rPr lang="en-US" b="1" dirty="0" err="1"/>
              <a:t>služby</a:t>
            </a:r>
            <a:r>
              <a:rPr lang="en-US" b="1" dirty="0"/>
              <a:t> </a:t>
            </a:r>
            <a:r>
              <a:rPr lang="en-US" b="1" dirty="0" err="1"/>
              <a:t>fungujú</a:t>
            </a:r>
            <a:r>
              <a:rPr lang="en-US" b="1" dirty="0"/>
              <a:t> </a:t>
            </a:r>
            <a:r>
              <a:rPr lang="en-US" b="1" dirty="0" err="1"/>
              <a:t>nezávisle</a:t>
            </a:r>
            <a:r>
              <a:rPr lang="en-US" b="1" dirty="0"/>
              <a:t> od </a:t>
            </a:r>
            <a:r>
              <a:rPr lang="en-US" b="1" dirty="0" err="1"/>
              <a:t>geografických</a:t>
            </a:r>
            <a:r>
              <a:rPr lang="en-US" b="1" dirty="0"/>
              <a:t> </a:t>
            </a:r>
            <a:r>
              <a:rPr lang="en-US" b="1" dirty="0" err="1"/>
              <a:t>hraníc</a:t>
            </a:r>
            <a:r>
              <a:rPr lang="en-US" b="1" dirty="0"/>
              <a:t>. </a:t>
            </a:r>
            <a:r>
              <a:rPr lang="en-US" b="1" dirty="0" err="1"/>
              <a:t>Vďaka</a:t>
            </a:r>
            <a:r>
              <a:rPr lang="en-US" b="1" dirty="0"/>
              <a:t> </a:t>
            </a:r>
            <a:r>
              <a:rPr lang="en-US" b="1" dirty="0" err="1"/>
              <a:t>internetu</a:t>
            </a:r>
            <a:r>
              <a:rPr lang="en-US" b="1" dirty="0"/>
              <a:t> </a:t>
            </a:r>
            <a:r>
              <a:rPr lang="en-US" b="1" dirty="0" err="1"/>
              <a:t>môžu</a:t>
            </a:r>
            <a:r>
              <a:rPr lang="en-US" b="1" dirty="0"/>
              <a:t> </a:t>
            </a:r>
            <a:r>
              <a:rPr lang="en-US" b="1" dirty="0" err="1"/>
              <a:t>firmy</a:t>
            </a:r>
            <a:r>
              <a:rPr lang="en-US" b="1" dirty="0"/>
              <a:t> </a:t>
            </a:r>
            <a:r>
              <a:rPr lang="en-US" b="1" dirty="0" err="1"/>
              <a:t>osloviť</a:t>
            </a:r>
            <a:r>
              <a:rPr lang="en-US" b="1" dirty="0"/>
              <a:t> </a:t>
            </a:r>
            <a:r>
              <a:rPr lang="sk-SK" b="1" dirty="0"/>
              <a:t>	</a:t>
            </a:r>
            <a:r>
              <a:rPr lang="en-US" b="1" dirty="0" err="1"/>
              <a:t>zákazníkov</a:t>
            </a:r>
            <a:r>
              <a:rPr lang="en-US" b="1" dirty="0"/>
              <a:t> </a:t>
            </a:r>
            <a:r>
              <a:rPr lang="en-US" b="1" dirty="0" err="1"/>
              <a:t>kdekoľvek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svete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Škálovateľnosť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Digitálne</a:t>
            </a:r>
            <a:r>
              <a:rPr lang="en-US" b="1" dirty="0"/>
              <a:t> </a:t>
            </a:r>
            <a:r>
              <a:rPr lang="en-US" b="1" dirty="0" err="1"/>
              <a:t>služby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dajú</a:t>
            </a:r>
            <a:r>
              <a:rPr lang="en-US" b="1" dirty="0"/>
              <a:t> </a:t>
            </a:r>
            <a:r>
              <a:rPr lang="en-US" b="1" dirty="0" err="1"/>
              <a:t>ľahko</a:t>
            </a:r>
            <a:r>
              <a:rPr lang="en-US" b="1" dirty="0"/>
              <a:t> </a:t>
            </a:r>
            <a:r>
              <a:rPr lang="en-US" b="1" dirty="0" err="1"/>
              <a:t>rozšíriť</a:t>
            </a:r>
            <a:r>
              <a:rPr lang="en-US" b="1" dirty="0"/>
              <a:t> z </a:t>
            </a:r>
            <a:r>
              <a:rPr lang="en-US" b="1" dirty="0" err="1"/>
              <a:t>lokálneho</a:t>
            </a:r>
            <a:r>
              <a:rPr lang="en-US" b="1" dirty="0"/>
              <a:t> </a:t>
            </a:r>
            <a:r>
              <a:rPr lang="en-US" b="1" dirty="0" err="1"/>
              <a:t>trhu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globálny</a:t>
            </a:r>
            <a:r>
              <a:rPr lang="en-US" b="1" dirty="0"/>
              <a:t>, a to </a:t>
            </a:r>
            <a:r>
              <a:rPr lang="en-US" b="1" dirty="0" err="1"/>
              <a:t>často</a:t>
            </a:r>
            <a:r>
              <a:rPr lang="en-US" b="1" dirty="0"/>
              <a:t> s </a:t>
            </a:r>
            <a:r>
              <a:rPr lang="sk-SK" b="1" dirty="0"/>
              <a:t>	</a:t>
            </a:r>
            <a:r>
              <a:rPr lang="en-US" b="1" dirty="0" err="1"/>
              <a:t>minimálnymi</a:t>
            </a:r>
            <a:r>
              <a:rPr lang="en-US" b="1" dirty="0"/>
              <a:t> </a:t>
            </a:r>
            <a:r>
              <a:rPr lang="en-US" b="1" dirty="0" err="1"/>
              <a:t>dodatočnými</a:t>
            </a:r>
            <a:r>
              <a:rPr lang="en-US" b="1" dirty="0"/>
              <a:t> </a:t>
            </a:r>
            <a:r>
              <a:rPr lang="en-US" b="1" dirty="0" err="1"/>
              <a:t>nákladmi</a:t>
            </a:r>
            <a:r>
              <a:rPr lang="en-US" b="1" dirty="0"/>
              <a:t>. </a:t>
            </a:r>
            <a:r>
              <a:rPr lang="en-US" b="1" dirty="0" err="1"/>
              <a:t>Napríklad</a:t>
            </a:r>
            <a:r>
              <a:rPr lang="en-US" b="1" dirty="0"/>
              <a:t> </a:t>
            </a:r>
            <a:r>
              <a:rPr lang="en-US" b="1" dirty="0" err="1"/>
              <a:t>rozšíriť</a:t>
            </a:r>
            <a:r>
              <a:rPr lang="en-US" b="1" dirty="0"/>
              <a:t> </a:t>
            </a:r>
            <a:r>
              <a:rPr lang="en-US" b="1" dirty="0" err="1"/>
              <a:t>kapacitu</a:t>
            </a:r>
            <a:r>
              <a:rPr lang="en-US" b="1" dirty="0"/>
              <a:t> </a:t>
            </a:r>
            <a:r>
              <a:rPr lang="en-US" b="1" dirty="0" err="1"/>
              <a:t>cloudového</a:t>
            </a:r>
            <a:r>
              <a:rPr lang="en-US" b="1" dirty="0"/>
              <a:t> </a:t>
            </a:r>
            <a:r>
              <a:rPr lang="en-US" b="1" dirty="0" err="1"/>
              <a:t>úložiska</a:t>
            </a:r>
            <a:r>
              <a:rPr lang="en-US" b="1" dirty="0"/>
              <a:t> </a:t>
            </a:r>
            <a:r>
              <a:rPr lang="en-US" b="1" dirty="0" err="1"/>
              <a:t>alebo</a:t>
            </a:r>
            <a:r>
              <a:rPr lang="en-US" b="1" dirty="0"/>
              <a:t> </a:t>
            </a:r>
            <a:r>
              <a:rPr lang="en-US" b="1" dirty="0" err="1"/>
              <a:t>výkon</a:t>
            </a:r>
            <a:r>
              <a:rPr lang="en-US" b="1" dirty="0"/>
              <a:t> </a:t>
            </a:r>
            <a:r>
              <a:rPr lang="sk-SK" b="1" dirty="0"/>
              <a:t>	</a:t>
            </a:r>
            <a:r>
              <a:rPr lang="en-US" b="1" dirty="0" err="1"/>
              <a:t>serverov</a:t>
            </a:r>
            <a:r>
              <a:rPr lang="en-US" b="1" dirty="0"/>
              <a:t> je </a:t>
            </a:r>
            <a:r>
              <a:rPr lang="en-US" b="1" dirty="0" err="1"/>
              <a:t>jednoduchšie</a:t>
            </a:r>
            <a:r>
              <a:rPr lang="en-US" b="1" dirty="0"/>
              <a:t> a </a:t>
            </a:r>
            <a:r>
              <a:rPr lang="en-US" b="1" dirty="0" err="1"/>
              <a:t>lacnejšie</a:t>
            </a:r>
            <a:r>
              <a:rPr lang="en-US" b="1" dirty="0"/>
              <a:t> </a:t>
            </a:r>
            <a:r>
              <a:rPr lang="en-US" b="1" dirty="0" err="1"/>
              <a:t>než</a:t>
            </a:r>
            <a:r>
              <a:rPr lang="en-US" b="1" dirty="0"/>
              <a:t> </a:t>
            </a:r>
            <a:r>
              <a:rPr lang="en-US" b="1" dirty="0" err="1"/>
              <a:t>rozširovanie</a:t>
            </a:r>
            <a:r>
              <a:rPr lang="en-US" b="1" dirty="0"/>
              <a:t> </a:t>
            </a:r>
            <a:r>
              <a:rPr lang="en-US" b="1" dirty="0" err="1"/>
              <a:t>hmotnej</a:t>
            </a:r>
            <a:r>
              <a:rPr lang="en-US" b="1" dirty="0"/>
              <a:t> </a:t>
            </a:r>
            <a:r>
              <a:rPr lang="en-US" b="1" dirty="0" err="1"/>
              <a:t>výroby</a:t>
            </a:r>
            <a:r>
              <a:rPr lang="en-US" b="1" dirty="0"/>
              <a:t>.</a:t>
            </a: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1943100" y="258036"/>
            <a:ext cx="102489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Globálny dosah a škálovateľnosť</a:t>
            </a:r>
            <a:endParaRPr lang="sk-SK" sz="6000" b="1" dirty="0">
              <a:solidFill>
                <a:srgbClr val="E30074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90932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2134463"/>
            <a:ext cx="10490640" cy="3594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Predplatné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Mnohé</a:t>
            </a:r>
            <a:r>
              <a:rPr lang="en-US" b="1" dirty="0"/>
              <a:t> IKT </a:t>
            </a:r>
            <a:r>
              <a:rPr lang="en-US" b="1" dirty="0" err="1"/>
              <a:t>služby</a:t>
            </a:r>
            <a:r>
              <a:rPr lang="en-US" b="1" dirty="0"/>
              <a:t> </a:t>
            </a:r>
            <a:r>
              <a:rPr lang="en-US" b="1" dirty="0" err="1"/>
              <a:t>fungujú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princípe</a:t>
            </a:r>
            <a:r>
              <a:rPr lang="en-US" b="1" dirty="0"/>
              <a:t> </a:t>
            </a:r>
            <a:r>
              <a:rPr lang="en-US" b="1" dirty="0" err="1"/>
              <a:t>predplatného</a:t>
            </a:r>
            <a:r>
              <a:rPr lang="en-US" b="1" dirty="0"/>
              <a:t> (</a:t>
            </a:r>
            <a:r>
              <a:rPr lang="en-US" b="1" dirty="0" err="1"/>
              <a:t>napr</a:t>
            </a:r>
            <a:r>
              <a:rPr lang="en-US" b="1" dirty="0"/>
              <a:t>. </a:t>
            </a:r>
            <a:r>
              <a:rPr lang="en-US" b="1" dirty="0" err="1"/>
              <a:t>mesačné</a:t>
            </a:r>
            <a:r>
              <a:rPr lang="en-US" b="1" dirty="0"/>
              <a:t> </a:t>
            </a:r>
            <a:r>
              <a:rPr lang="en-US" b="1" dirty="0" err="1"/>
              <a:t>poplatky</a:t>
            </a:r>
            <a:r>
              <a:rPr lang="en-US" b="1" dirty="0"/>
              <a:t> za </a:t>
            </a:r>
            <a:r>
              <a:rPr lang="en-US" b="1" dirty="0" err="1"/>
              <a:t>cloudové</a:t>
            </a:r>
            <a:r>
              <a:rPr lang="en-US" b="1" dirty="0"/>
              <a:t> </a:t>
            </a:r>
            <a:r>
              <a:rPr lang="sk-SK" b="1" dirty="0"/>
              <a:t>	</a:t>
            </a:r>
            <a:r>
              <a:rPr lang="en-US" b="1" dirty="0" err="1"/>
              <a:t>úložisko</a:t>
            </a:r>
            <a:r>
              <a:rPr lang="en-US" b="1" dirty="0"/>
              <a:t>, </a:t>
            </a:r>
            <a:r>
              <a:rPr lang="en-US" b="1" dirty="0" err="1"/>
              <a:t>softvér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správu</a:t>
            </a:r>
            <a:r>
              <a:rPr lang="en-US" b="1" dirty="0"/>
              <a:t> </a:t>
            </a:r>
            <a:r>
              <a:rPr lang="en-US" b="1" dirty="0" err="1"/>
              <a:t>údajov</a:t>
            </a:r>
            <a:r>
              <a:rPr lang="en-US" b="1" dirty="0"/>
              <a:t> </a:t>
            </a:r>
            <a:r>
              <a:rPr lang="en-US" b="1" dirty="0" err="1"/>
              <a:t>alebo</a:t>
            </a:r>
            <a:r>
              <a:rPr lang="en-US" b="1" dirty="0"/>
              <a:t> </a:t>
            </a:r>
            <a:r>
              <a:rPr lang="en-US" b="1" dirty="0" err="1"/>
              <a:t>streamingové</a:t>
            </a:r>
            <a:r>
              <a:rPr lang="en-US" b="1" dirty="0"/>
              <a:t> platformy).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>
                <a:solidFill>
                  <a:srgbClr val="E30074"/>
                </a:solidFill>
              </a:rPr>
              <a:t>Pay-as-you-go: </a:t>
            </a:r>
            <a:r>
              <a:rPr lang="en-US" b="1" dirty="0" err="1"/>
              <a:t>Niektoré</a:t>
            </a:r>
            <a:r>
              <a:rPr lang="en-US" b="1" dirty="0"/>
              <a:t> </a:t>
            </a:r>
            <a:r>
              <a:rPr lang="en-US" b="1" dirty="0" err="1"/>
              <a:t>služby</a:t>
            </a:r>
            <a:r>
              <a:rPr lang="en-US" b="1" dirty="0"/>
              <a:t> </a:t>
            </a:r>
            <a:r>
              <a:rPr lang="en-US" b="1" dirty="0" err="1"/>
              <a:t>umožňujú</a:t>
            </a:r>
            <a:r>
              <a:rPr lang="en-US" b="1" dirty="0"/>
              <a:t> </a:t>
            </a:r>
            <a:r>
              <a:rPr lang="en-US" b="1" dirty="0" err="1"/>
              <a:t>zaplatiť</a:t>
            </a:r>
            <a:r>
              <a:rPr lang="en-US" b="1" dirty="0"/>
              <a:t> </a:t>
            </a:r>
            <a:r>
              <a:rPr lang="en-US" b="1" dirty="0" err="1"/>
              <a:t>len</a:t>
            </a:r>
            <a:r>
              <a:rPr lang="en-US" b="1" dirty="0"/>
              <a:t> za </a:t>
            </a:r>
            <a:r>
              <a:rPr lang="en-US" b="1" dirty="0" err="1"/>
              <a:t>reálne</a:t>
            </a:r>
            <a:r>
              <a:rPr lang="en-US" b="1" dirty="0"/>
              <a:t> </a:t>
            </a:r>
            <a:r>
              <a:rPr lang="en-US" b="1" dirty="0" err="1"/>
              <a:t>spotrebovanú</a:t>
            </a:r>
            <a:r>
              <a:rPr lang="en-US" b="1" dirty="0"/>
              <a:t> </a:t>
            </a:r>
            <a:r>
              <a:rPr lang="en-US" b="1" dirty="0" err="1"/>
              <a:t>kapacitu</a:t>
            </a:r>
            <a:r>
              <a:rPr lang="en-US" b="1" dirty="0"/>
              <a:t> (</a:t>
            </a:r>
            <a:r>
              <a:rPr lang="en-US" b="1" dirty="0" err="1"/>
              <a:t>napr</a:t>
            </a:r>
            <a:r>
              <a:rPr lang="en-US" b="1" dirty="0"/>
              <a:t>. </a:t>
            </a:r>
            <a:r>
              <a:rPr lang="en-US" b="1" dirty="0" err="1"/>
              <a:t>výpočtový</a:t>
            </a:r>
            <a:r>
              <a:rPr lang="en-US" b="1" dirty="0"/>
              <a:t> </a:t>
            </a:r>
            <a:r>
              <a:rPr lang="sk-SK" b="1" dirty="0"/>
              <a:t>	</a:t>
            </a:r>
            <a:r>
              <a:rPr lang="en-US" b="1" dirty="0" err="1"/>
              <a:t>výkon</a:t>
            </a:r>
            <a:r>
              <a:rPr lang="en-US" b="1" dirty="0"/>
              <a:t> v </a:t>
            </a:r>
            <a:r>
              <a:rPr lang="en-US" b="1" dirty="0" err="1"/>
              <a:t>cloude</a:t>
            </a:r>
            <a:r>
              <a:rPr lang="en-US" b="1" dirty="0"/>
              <a:t>, </a:t>
            </a:r>
            <a:r>
              <a:rPr lang="en-US" b="1" dirty="0" err="1"/>
              <a:t>prenesené</a:t>
            </a:r>
            <a:r>
              <a:rPr lang="en-US" b="1" dirty="0"/>
              <a:t> </a:t>
            </a:r>
            <a:r>
              <a:rPr lang="en-US" b="1" dirty="0" err="1"/>
              <a:t>dáta</a:t>
            </a:r>
            <a:r>
              <a:rPr lang="en-US" b="1" dirty="0"/>
              <a:t>).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Reklamný</a:t>
            </a:r>
            <a:r>
              <a:rPr lang="en-US" b="1" dirty="0">
                <a:solidFill>
                  <a:srgbClr val="E30074"/>
                </a:solidFill>
              </a:rPr>
              <a:t> model: </a:t>
            </a:r>
            <a:r>
              <a:rPr lang="en-US" b="1" dirty="0" err="1"/>
              <a:t>Niektoré</a:t>
            </a:r>
            <a:r>
              <a:rPr lang="en-US" b="1" dirty="0"/>
              <a:t> IKT </a:t>
            </a:r>
            <a:r>
              <a:rPr lang="en-US" b="1" dirty="0" err="1"/>
              <a:t>služby</a:t>
            </a:r>
            <a:r>
              <a:rPr lang="en-US" b="1" dirty="0"/>
              <a:t> </a:t>
            </a:r>
            <a:r>
              <a:rPr lang="en-US" b="1" dirty="0" err="1"/>
              <a:t>sú</a:t>
            </a:r>
            <a:r>
              <a:rPr lang="en-US" b="1" dirty="0"/>
              <a:t> </a:t>
            </a:r>
            <a:r>
              <a:rPr lang="en-US" b="1" dirty="0" err="1"/>
              <a:t>dostupné</a:t>
            </a:r>
            <a:r>
              <a:rPr lang="en-US" b="1" dirty="0"/>
              <a:t> </a:t>
            </a:r>
            <a:r>
              <a:rPr lang="en-US" b="1" dirty="0" err="1"/>
              <a:t>zadarmo</a:t>
            </a:r>
            <a:r>
              <a:rPr lang="en-US" b="1" dirty="0"/>
              <a:t> a </a:t>
            </a:r>
            <a:r>
              <a:rPr lang="en-US" b="1" dirty="0" err="1"/>
              <a:t>financované</a:t>
            </a:r>
            <a:r>
              <a:rPr lang="en-US" b="1" dirty="0"/>
              <a:t> z </a:t>
            </a:r>
            <a:r>
              <a:rPr lang="en-US" b="1" dirty="0" err="1"/>
              <a:t>reklám</a:t>
            </a:r>
            <a:r>
              <a:rPr lang="en-US" b="1" dirty="0"/>
              <a:t>, </a:t>
            </a:r>
            <a:r>
              <a:rPr lang="en-US" b="1" dirty="0" err="1"/>
              <a:t>čo</a:t>
            </a:r>
            <a:r>
              <a:rPr lang="en-US" b="1" dirty="0"/>
              <a:t> </a:t>
            </a:r>
            <a:r>
              <a:rPr lang="en-US" b="1" dirty="0" err="1"/>
              <a:t>umožňuje</a:t>
            </a:r>
            <a:r>
              <a:rPr lang="en-US" b="1" dirty="0"/>
              <a:t> </a:t>
            </a:r>
            <a:r>
              <a:rPr lang="en-US" b="1" dirty="0" err="1"/>
              <a:t>prístup</a:t>
            </a:r>
            <a:r>
              <a:rPr lang="en-US" b="1" dirty="0"/>
              <a:t> </a:t>
            </a:r>
            <a:r>
              <a:rPr lang="sk-SK" b="1" dirty="0"/>
              <a:t>	</a:t>
            </a:r>
            <a:r>
              <a:rPr lang="en-US" b="1" dirty="0" err="1"/>
              <a:t>širokej</a:t>
            </a:r>
            <a:r>
              <a:rPr lang="en-US" b="1" dirty="0"/>
              <a:t> </a:t>
            </a:r>
            <a:r>
              <a:rPr lang="en-US" b="1" dirty="0" err="1"/>
              <a:t>verejnosti</a:t>
            </a:r>
            <a:r>
              <a:rPr lang="en-US" b="1" dirty="0"/>
              <a:t> a </a:t>
            </a:r>
            <a:r>
              <a:rPr lang="en-US" b="1" dirty="0" err="1"/>
              <a:t>generuje</a:t>
            </a:r>
            <a:r>
              <a:rPr lang="en-US" b="1" dirty="0"/>
              <a:t> </a:t>
            </a:r>
            <a:r>
              <a:rPr lang="en-US" b="1" dirty="0" err="1"/>
              <a:t>príjmy</a:t>
            </a:r>
            <a:r>
              <a:rPr lang="en-US" b="1" dirty="0"/>
              <a:t> z </a:t>
            </a:r>
            <a:r>
              <a:rPr lang="en-US" b="1" dirty="0" err="1"/>
              <a:t>inzercie</a:t>
            </a:r>
            <a:r>
              <a:rPr lang="en-US" b="1" dirty="0"/>
              <a:t>.</a:t>
            </a: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1943100" y="258036"/>
            <a:ext cx="102489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Rôzne modely speňažovania</a:t>
            </a:r>
            <a:endParaRPr lang="sk-SK" sz="6000" b="1" dirty="0">
              <a:solidFill>
                <a:srgbClr val="E30074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466736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2134463"/>
            <a:ext cx="10490640" cy="3594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Cloudové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služby</a:t>
            </a:r>
            <a:r>
              <a:rPr lang="en-US" b="1" dirty="0">
                <a:solidFill>
                  <a:srgbClr val="E30074"/>
                </a:solidFill>
              </a:rPr>
              <a:t> (</a:t>
            </a:r>
            <a:r>
              <a:rPr lang="en-US" b="1" dirty="0" err="1">
                <a:solidFill>
                  <a:srgbClr val="E30074"/>
                </a:solidFill>
              </a:rPr>
              <a:t>napr</a:t>
            </a:r>
            <a:r>
              <a:rPr lang="en-US" b="1" dirty="0">
                <a:solidFill>
                  <a:srgbClr val="E30074"/>
                </a:solidFill>
              </a:rPr>
              <a:t>. AWS, Azure, Google Cloud): </a:t>
            </a:r>
            <a:r>
              <a:rPr lang="en-US" b="1" dirty="0" err="1"/>
              <a:t>Firmy</a:t>
            </a:r>
            <a:r>
              <a:rPr lang="en-US" b="1" dirty="0"/>
              <a:t> </a:t>
            </a:r>
            <a:r>
              <a:rPr lang="en-US" b="1" dirty="0" err="1"/>
              <a:t>si</a:t>
            </a:r>
            <a:r>
              <a:rPr lang="en-US" b="1" dirty="0"/>
              <a:t> </a:t>
            </a:r>
            <a:r>
              <a:rPr lang="en-US" b="1" dirty="0" err="1"/>
              <a:t>prenajímajú</a:t>
            </a:r>
            <a:r>
              <a:rPr lang="en-US" b="1" dirty="0"/>
              <a:t> </a:t>
            </a:r>
            <a:r>
              <a:rPr lang="en-US" b="1" dirty="0" err="1"/>
              <a:t>výpočtový</a:t>
            </a:r>
            <a:r>
              <a:rPr lang="en-US" b="1" dirty="0"/>
              <a:t> </a:t>
            </a:r>
            <a:r>
              <a:rPr lang="en-US" b="1" dirty="0" err="1"/>
              <a:t>výkon</a:t>
            </a:r>
            <a:r>
              <a:rPr lang="en-US" b="1" dirty="0"/>
              <a:t>, </a:t>
            </a:r>
            <a:r>
              <a:rPr lang="en-US" b="1" dirty="0" err="1"/>
              <a:t>úložisko</a:t>
            </a:r>
            <a:r>
              <a:rPr lang="en-US" b="1" dirty="0"/>
              <a:t> a </a:t>
            </a:r>
            <a:r>
              <a:rPr lang="sk-SK" b="1" dirty="0"/>
              <a:t>	</a:t>
            </a:r>
            <a:r>
              <a:rPr lang="en-US" b="1" dirty="0"/>
              <a:t>platformy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beh</a:t>
            </a:r>
            <a:r>
              <a:rPr lang="en-US" b="1" dirty="0"/>
              <a:t> </a:t>
            </a:r>
            <a:r>
              <a:rPr lang="en-US" b="1" dirty="0" err="1"/>
              <a:t>svojich</a:t>
            </a:r>
            <a:r>
              <a:rPr lang="en-US" b="1" dirty="0"/>
              <a:t> </a:t>
            </a:r>
            <a:r>
              <a:rPr lang="en-US" b="1" dirty="0" err="1"/>
              <a:t>aplikácií</a:t>
            </a:r>
            <a:r>
              <a:rPr lang="en-US" b="1" dirty="0"/>
              <a:t>, </a:t>
            </a:r>
            <a:r>
              <a:rPr lang="en-US" b="1" dirty="0" err="1"/>
              <a:t>pričom</a:t>
            </a:r>
            <a:r>
              <a:rPr lang="en-US" b="1" dirty="0"/>
              <a:t> </a:t>
            </a:r>
            <a:r>
              <a:rPr lang="en-US" b="1" dirty="0" err="1"/>
              <a:t>platia</a:t>
            </a:r>
            <a:r>
              <a:rPr lang="en-US" b="1" dirty="0"/>
              <a:t> </a:t>
            </a:r>
            <a:r>
              <a:rPr lang="en-US" b="1" dirty="0" err="1"/>
              <a:t>len</a:t>
            </a:r>
            <a:r>
              <a:rPr lang="en-US" b="1" dirty="0"/>
              <a:t> za to, </a:t>
            </a:r>
            <a:r>
              <a:rPr lang="en-US" b="1" dirty="0" err="1"/>
              <a:t>čo</a:t>
            </a:r>
            <a:r>
              <a:rPr lang="en-US" b="1" dirty="0"/>
              <a:t> </a:t>
            </a:r>
            <a:r>
              <a:rPr lang="en-US" b="1" dirty="0" err="1"/>
              <a:t>využijú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>
                <a:solidFill>
                  <a:srgbClr val="E30074"/>
                </a:solidFill>
              </a:rPr>
              <a:t>Software as a Service (SaaS) model: </a:t>
            </a:r>
            <a:r>
              <a:rPr lang="en-US" b="1" dirty="0" err="1"/>
              <a:t>Aplikácie</a:t>
            </a:r>
            <a:r>
              <a:rPr lang="en-US" b="1" dirty="0"/>
              <a:t> </a:t>
            </a:r>
            <a:r>
              <a:rPr lang="en-US" b="1" dirty="0" err="1"/>
              <a:t>ako</a:t>
            </a:r>
            <a:r>
              <a:rPr lang="en-US" b="1" dirty="0"/>
              <a:t> Office 365, Salesforce </a:t>
            </a:r>
            <a:r>
              <a:rPr lang="en-US" b="1" dirty="0" err="1"/>
              <a:t>alebo</a:t>
            </a:r>
            <a:r>
              <a:rPr lang="en-US" b="1" dirty="0"/>
              <a:t> Adobe Creative Cloud </a:t>
            </a:r>
            <a:r>
              <a:rPr lang="sk-SK" b="1" dirty="0"/>
              <a:t>	</a:t>
            </a:r>
            <a:r>
              <a:rPr lang="en-US" b="1" dirty="0" err="1"/>
              <a:t>fungujú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báze</a:t>
            </a:r>
            <a:r>
              <a:rPr lang="en-US" b="1" dirty="0"/>
              <a:t> </a:t>
            </a:r>
            <a:r>
              <a:rPr lang="en-US" b="1" dirty="0" err="1"/>
              <a:t>predplatného</a:t>
            </a:r>
            <a:r>
              <a:rPr lang="en-US" b="1" dirty="0"/>
              <a:t> a </a:t>
            </a:r>
            <a:r>
              <a:rPr lang="en-US" b="1" dirty="0" err="1"/>
              <a:t>neustálej</a:t>
            </a:r>
            <a:r>
              <a:rPr lang="en-US" b="1" dirty="0"/>
              <a:t> </a:t>
            </a:r>
            <a:r>
              <a:rPr lang="en-US" b="1" dirty="0" err="1"/>
              <a:t>aktualizácie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Telekomunikačné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služby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Poskytovanie</a:t>
            </a:r>
            <a:r>
              <a:rPr lang="en-US" b="1" dirty="0"/>
              <a:t> </a:t>
            </a:r>
            <a:r>
              <a:rPr lang="en-US" b="1" dirty="0" err="1"/>
              <a:t>internetového</a:t>
            </a:r>
            <a:r>
              <a:rPr lang="en-US" b="1" dirty="0"/>
              <a:t> </a:t>
            </a:r>
            <a:r>
              <a:rPr lang="en-US" b="1" dirty="0" err="1"/>
              <a:t>pripojenia</a:t>
            </a:r>
            <a:r>
              <a:rPr lang="en-US" b="1" dirty="0"/>
              <a:t>, </a:t>
            </a:r>
            <a:r>
              <a:rPr lang="en-US" b="1" dirty="0" err="1"/>
              <a:t>mobilných</a:t>
            </a:r>
            <a:r>
              <a:rPr lang="en-US" b="1" dirty="0"/>
              <a:t> </a:t>
            </a:r>
            <a:r>
              <a:rPr lang="en-US" b="1" dirty="0" err="1"/>
              <a:t>dát</a:t>
            </a:r>
            <a:r>
              <a:rPr lang="en-US" b="1" dirty="0"/>
              <a:t> a </a:t>
            </a:r>
            <a:r>
              <a:rPr lang="en-US" b="1" dirty="0" err="1"/>
              <a:t>komunikačných</a:t>
            </a:r>
            <a:r>
              <a:rPr lang="en-US" b="1" dirty="0"/>
              <a:t> </a:t>
            </a:r>
            <a:r>
              <a:rPr lang="sk-SK" b="1" dirty="0"/>
              <a:t>	</a:t>
            </a:r>
            <a:r>
              <a:rPr lang="en-US" b="1" dirty="0" err="1"/>
              <a:t>platforiem</a:t>
            </a:r>
            <a:r>
              <a:rPr lang="en-US" b="1" dirty="0"/>
              <a:t> </a:t>
            </a:r>
            <a:r>
              <a:rPr lang="en-US" b="1" dirty="0" err="1"/>
              <a:t>predstavuje</a:t>
            </a:r>
            <a:r>
              <a:rPr lang="en-US" b="1" dirty="0"/>
              <a:t> </a:t>
            </a:r>
            <a:r>
              <a:rPr lang="en-US" b="1" dirty="0" err="1"/>
              <a:t>základný</a:t>
            </a:r>
            <a:r>
              <a:rPr lang="en-US" b="1" dirty="0"/>
              <a:t> </a:t>
            </a:r>
            <a:r>
              <a:rPr lang="en-US" b="1" dirty="0" err="1"/>
              <a:t>pilier</a:t>
            </a:r>
            <a:r>
              <a:rPr lang="en-US" b="1" dirty="0"/>
              <a:t> </a:t>
            </a:r>
            <a:r>
              <a:rPr lang="en-US" b="1" dirty="0" err="1"/>
              <a:t>mnohých</a:t>
            </a:r>
            <a:r>
              <a:rPr lang="en-US" b="1" dirty="0"/>
              <a:t> IKT </a:t>
            </a:r>
            <a:r>
              <a:rPr lang="en-US" b="1" dirty="0" err="1"/>
              <a:t>podnikaní</a:t>
            </a:r>
            <a:r>
              <a:rPr lang="en-US" b="1" dirty="0"/>
              <a:t>.</a:t>
            </a: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1943100" y="258036"/>
            <a:ext cx="102489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Príklady z praxe</a:t>
            </a:r>
            <a:endParaRPr lang="sk-SK" sz="6000" b="1" dirty="0">
              <a:solidFill>
                <a:srgbClr val="E30074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05726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2201902"/>
            <a:ext cx="10490640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/>
              <a:t>Mnohé</a:t>
            </a:r>
            <a:r>
              <a:rPr lang="en-US" b="1" dirty="0"/>
              <a:t> </a:t>
            </a:r>
            <a:r>
              <a:rPr lang="en-US" b="1" dirty="0" err="1"/>
              <a:t>organizácie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pôvodne</a:t>
            </a:r>
            <a:r>
              <a:rPr lang="en-US" b="1" dirty="0"/>
              <a:t> </a:t>
            </a:r>
            <a:r>
              <a:rPr lang="en-US" b="1" dirty="0" err="1"/>
              <a:t>zameriavajú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E30074"/>
                </a:solidFill>
              </a:rPr>
              <a:t>na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interné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procesy</a:t>
            </a:r>
            <a:r>
              <a:rPr lang="en-US" b="1" dirty="0">
                <a:solidFill>
                  <a:srgbClr val="E30074"/>
                </a:solidFill>
              </a:rPr>
              <a:t> a </a:t>
            </a:r>
            <a:r>
              <a:rPr lang="en-US" b="1" dirty="0" err="1">
                <a:solidFill>
                  <a:srgbClr val="E30074"/>
                </a:solidFill>
              </a:rPr>
              <a:t>aktivity</a:t>
            </a:r>
            <a:r>
              <a:rPr lang="en-US" b="1" dirty="0"/>
              <a:t>, </a:t>
            </a:r>
            <a:r>
              <a:rPr lang="en-US" b="1" dirty="0" err="1"/>
              <a:t>ktoré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vykonávajú</a:t>
            </a:r>
            <a:r>
              <a:rPr lang="en-US" b="1" dirty="0"/>
              <a:t> </a:t>
            </a:r>
            <a:r>
              <a:rPr lang="en-US" b="1" dirty="0" err="1"/>
              <a:t>jednorázovo</a:t>
            </a:r>
            <a:r>
              <a:rPr lang="en-US" b="1" dirty="0"/>
              <a:t> </a:t>
            </a:r>
            <a:r>
              <a:rPr lang="en-US" b="1" dirty="0" err="1"/>
              <a:t>alebo</a:t>
            </a:r>
            <a:r>
              <a:rPr lang="en-US" b="1" dirty="0"/>
              <a:t> </a:t>
            </a:r>
            <a:r>
              <a:rPr lang="en-US" b="1" dirty="0" err="1"/>
              <a:t>sporadicky</a:t>
            </a:r>
            <a:r>
              <a:rPr lang="en-US" b="1" dirty="0"/>
              <a:t> bez </a:t>
            </a:r>
            <a:r>
              <a:rPr lang="en-US" b="1" dirty="0" err="1"/>
              <a:t>dôslednej</a:t>
            </a:r>
            <a:r>
              <a:rPr lang="en-US" b="1" dirty="0"/>
              <a:t> </a:t>
            </a:r>
            <a:r>
              <a:rPr lang="en-US" b="1" dirty="0" err="1"/>
              <a:t>štandardizácie</a:t>
            </a:r>
            <a:r>
              <a:rPr lang="en-US" b="1" dirty="0"/>
              <a:t> </a:t>
            </a:r>
            <a:r>
              <a:rPr lang="en-US" b="1" dirty="0" err="1"/>
              <a:t>či</a:t>
            </a:r>
            <a:r>
              <a:rPr lang="en-US" b="1" dirty="0"/>
              <a:t> </a:t>
            </a:r>
            <a:r>
              <a:rPr lang="en-US" b="1" dirty="0" err="1"/>
              <a:t>merania</a:t>
            </a:r>
            <a:r>
              <a:rPr lang="en-US" b="1" dirty="0"/>
              <a:t>. </a:t>
            </a:r>
            <a:r>
              <a:rPr lang="en-US" b="1" dirty="0" err="1"/>
              <a:t>Keď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takáto</a:t>
            </a:r>
            <a:r>
              <a:rPr lang="en-US" b="1" dirty="0"/>
              <a:t> </a:t>
            </a:r>
            <a:r>
              <a:rPr lang="en-US" b="1" dirty="0" err="1"/>
              <a:t>aktivita</a:t>
            </a:r>
            <a:r>
              <a:rPr lang="en-US" b="1" dirty="0"/>
              <a:t> </a:t>
            </a:r>
            <a:r>
              <a:rPr lang="en-US" b="1" dirty="0" err="1"/>
              <a:t>zmení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službu</a:t>
            </a:r>
            <a:r>
              <a:rPr lang="en-US" b="1" dirty="0"/>
              <a:t>, </a:t>
            </a:r>
            <a:r>
              <a:rPr lang="en-US" b="1" dirty="0" err="1"/>
              <a:t>znamená</a:t>
            </a:r>
            <a:r>
              <a:rPr lang="en-US" b="1" dirty="0"/>
              <a:t> to, </a:t>
            </a:r>
            <a:r>
              <a:rPr lang="en-US" b="1" dirty="0" err="1"/>
              <a:t>že</a:t>
            </a:r>
            <a:r>
              <a:rPr lang="en-US" b="1" dirty="0"/>
              <a:t> </a:t>
            </a:r>
            <a:r>
              <a:rPr lang="en-US" b="1" dirty="0" err="1"/>
              <a:t>má</a:t>
            </a:r>
            <a:r>
              <a:rPr lang="en-US" b="1" dirty="0"/>
              <a:t> </a:t>
            </a:r>
            <a:r>
              <a:rPr lang="en-US" b="1" dirty="0" err="1"/>
              <a:t>jasne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E30074"/>
                </a:solidFill>
              </a:rPr>
              <a:t>definované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parametre</a:t>
            </a:r>
            <a:r>
              <a:rPr lang="en-US" b="1" dirty="0">
                <a:solidFill>
                  <a:srgbClr val="E30074"/>
                </a:solidFill>
              </a:rPr>
              <a:t>, </a:t>
            </a:r>
            <a:r>
              <a:rPr lang="en-US" b="1" dirty="0" err="1">
                <a:solidFill>
                  <a:srgbClr val="E30074"/>
                </a:solidFill>
              </a:rPr>
              <a:t>zmluvné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podmienky</a:t>
            </a:r>
            <a:r>
              <a:rPr lang="en-US" b="1" dirty="0">
                <a:solidFill>
                  <a:srgbClr val="E30074"/>
                </a:solidFill>
              </a:rPr>
              <a:t> (SLA), je </a:t>
            </a:r>
            <a:r>
              <a:rPr lang="en-US" b="1" dirty="0" err="1">
                <a:solidFill>
                  <a:srgbClr val="E30074"/>
                </a:solidFill>
              </a:rPr>
              <a:t>merateľná</a:t>
            </a:r>
            <a:r>
              <a:rPr lang="en-US" b="1" dirty="0">
                <a:solidFill>
                  <a:srgbClr val="E30074"/>
                </a:solidFill>
              </a:rPr>
              <a:t> a </a:t>
            </a:r>
            <a:r>
              <a:rPr lang="en-US" b="1" dirty="0" err="1">
                <a:solidFill>
                  <a:srgbClr val="E30074"/>
                </a:solidFill>
              </a:rPr>
              <a:t>poskytuje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konkrétnu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hodnotu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zákazníkovi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alebo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vnútornej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organizačnej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jednotke</a:t>
            </a:r>
            <a:r>
              <a:rPr lang="en-US" b="1" dirty="0"/>
              <a:t>.</a:t>
            </a: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1943100" y="258036"/>
            <a:ext cx="102489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Transformácia aktivity na službu</a:t>
            </a:r>
            <a:endParaRPr lang="sk-SK" sz="6000" b="1" dirty="0">
              <a:solidFill>
                <a:srgbClr val="E30074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572011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2446137"/>
            <a:ext cx="10490640" cy="2653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Zjednotenie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postupov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Najprv</a:t>
            </a:r>
            <a:r>
              <a:rPr lang="en-US" b="1" dirty="0"/>
              <a:t> je </a:t>
            </a:r>
            <a:r>
              <a:rPr lang="en-US" b="1" dirty="0" err="1"/>
              <a:t>potrebné</a:t>
            </a:r>
            <a:r>
              <a:rPr lang="en-US" b="1" dirty="0"/>
              <a:t> </a:t>
            </a:r>
            <a:r>
              <a:rPr lang="en-US" b="1" dirty="0" err="1"/>
              <a:t>zjednotiť</a:t>
            </a:r>
            <a:r>
              <a:rPr lang="en-US" b="1" dirty="0"/>
              <a:t> a </a:t>
            </a:r>
            <a:r>
              <a:rPr lang="en-US" b="1" dirty="0" err="1"/>
              <a:t>štandardizovať</a:t>
            </a:r>
            <a:r>
              <a:rPr lang="en-US" b="1" dirty="0"/>
              <a:t> </a:t>
            </a:r>
            <a:r>
              <a:rPr lang="en-US" b="1" dirty="0" err="1"/>
              <a:t>vykonávanie</a:t>
            </a:r>
            <a:r>
              <a:rPr lang="en-US" b="1" dirty="0"/>
              <a:t> </a:t>
            </a:r>
            <a:r>
              <a:rPr lang="en-US" b="1" dirty="0" err="1"/>
              <a:t>aktivity</a:t>
            </a:r>
            <a:r>
              <a:rPr lang="en-US" b="1" dirty="0"/>
              <a:t>. </a:t>
            </a:r>
            <a:r>
              <a:rPr lang="en-US" b="1" dirty="0" err="1"/>
              <a:t>Napríklad</a:t>
            </a:r>
            <a:r>
              <a:rPr lang="en-US" b="1" dirty="0"/>
              <a:t>, </a:t>
            </a:r>
            <a:r>
              <a:rPr lang="en-US" b="1" dirty="0" err="1"/>
              <a:t>ak</a:t>
            </a:r>
            <a:r>
              <a:rPr lang="en-US" b="1" dirty="0"/>
              <a:t> IT </a:t>
            </a:r>
            <a:r>
              <a:rPr lang="sk-SK" b="1" dirty="0"/>
              <a:t>	</a:t>
            </a:r>
            <a:r>
              <a:rPr lang="en-US" b="1" dirty="0" err="1"/>
              <a:t>oddelenie</a:t>
            </a:r>
            <a:r>
              <a:rPr lang="en-US" b="1" dirty="0"/>
              <a:t> </a:t>
            </a:r>
            <a:r>
              <a:rPr lang="en-US" b="1" dirty="0" err="1"/>
              <a:t>občas</a:t>
            </a:r>
            <a:r>
              <a:rPr lang="en-US" b="1" dirty="0"/>
              <a:t> </a:t>
            </a:r>
            <a:r>
              <a:rPr lang="en-US" b="1" dirty="0" err="1"/>
              <a:t>pomáha</a:t>
            </a:r>
            <a:r>
              <a:rPr lang="en-US" b="1" dirty="0"/>
              <a:t> </a:t>
            </a:r>
            <a:r>
              <a:rPr lang="en-US" b="1" dirty="0" err="1"/>
              <a:t>pri</a:t>
            </a:r>
            <a:r>
              <a:rPr lang="en-US" b="1" dirty="0"/>
              <a:t> </a:t>
            </a:r>
            <a:r>
              <a:rPr lang="en-US" b="1" dirty="0" err="1"/>
              <a:t>inštalácii</a:t>
            </a:r>
            <a:r>
              <a:rPr lang="en-US" b="1" dirty="0"/>
              <a:t> </a:t>
            </a:r>
            <a:r>
              <a:rPr lang="en-US" b="1" dirty="0" err="1"/>
              <a:t>nového</a:t>
            </a:r>
            <a:r>
              <a:rPr lang="en-US" b="1" dirty="0"/>
              <a:t> </a:t>
            </a:r>
            <a:r>
              <a:rPr lang="en-US" b="1" dirty="0" err="1"/>
              <a:t>softvéru</a:t>
            </a:r>
            <a:r>
              <a:rPr lang="en-US" b="1" dirty="0"/>
              <a:t>, </a:t>
            </a:r>
            <a:r>
              <a:rPr lang="en-US" b="1" dirty="0" err="1"/>
              <a:t>transformácia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službu</a:t>
            </a:r>
            <a:r>
              <a:rPr lang="en-US" b="1" dirty="0"/>
              <a:t> </a:t>
            </a:r>
            <a:r>
              <a:rPr lang="en-US" b="1" dirty="0" err="1"/>
              <a:t>znamená</a:t>
            </a:r>
            <a:r>
              <a:rPr lang="en-US" b="1" dirty="0"/>
              <a:t>, </a:t>
            </a:r>
            <a:r>
              <a:rPr lang="en-US" b="1" dirty="0" err="1"/>
              <a:t>že</a:t>
            </a:r>
            <a:r>
              <a:rPr lang="en-US" b="1" dirty="0"/>
              <a:t> </a:t>
            </a:r>
            <a:r>
              <a:rPr lang="en-US" b="1" dirty="0" err="1"/>
              <a:t>tento</a:t>
            </a:r>
            <a:r>
              <a:rPr lang="en-US" b="1" dirty="0"/>
              <a:t> </a:t>
            </a:r>
            <a:r>
              <a:rPr lang="sk-SK" b="1" dirty="0"/>
              <a:t>	</a:t>
            </a:r>
            <a:r>
              <a:rPr lang="en-US" b="1" dirty="0" err="1"/>
              <a:t>proces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zmení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konzistentne</a:t>
            </a:r>
            <a:r>
              <a:rPr lang="en-US" b="1" dirty="0"/>
              <a:t> </a:t>
            </a:r>
            <a:r>
              <a:rPr lang="en-US" b="1" dirty="0" err="1"/>
              <a:t>opakovanú</a:t>
            </a:r>
            <a:r>
              <a:rPr lang="en-US" b="1" dirty="0"/>
              <a:t> </a:t>
            </a:r>
            <a:r>
              <a:rPr lang="en-US" b="1" dirty="0" err="1"/>
              <a:t>činnosť</a:t>
            </a:r>
            <a:r>
              <a:rPr lang="en-US" b="1" dirty="0"/>
              <a:t> s </a:t>
            </a:r>
            <a:r>
              <a:rPr lang="en-US" b="1" dirty="0" err="1"/>
              <a:t>jasne</a:t>
            </a:r>
            <a:r>
              <a:rPr lang="en-US" b="1" dirty="0"/>
              <a:t> </a:t>
            </a:r>
            <a:r>
              <a:rPr lang="en-US" b="1" dirty="0" err="1"/>
              <a:t>definovanými</a:t>
            </a:r>
            <a:r>
              <a:rPr lang="en-US" b="1" dirty="0"/>
              <a:t> </a:t>
            </a:r>
            <a:r>
              <a:rPr lang="en-US" b="1" dirty="0" err="1"/>
              <a:t>krokmi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Dokumentácia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Zavádzajú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procesné</a:t>
            </a:r>
            <a:r>
              <a:rPr lang="en-US" b="1" dirty="0"/>
              <a:t> </a:t>
            </a:r>
            <a:r>
              <a:rPr lang="en-US" b="1" dirty="0" err="1"/>
              <a:t>dokumenty</a:t>
            </a:r>
            <a:r>
              <a:rPr lang="en-US" b="1" dirty="0"/>
              <a:t> a </a:t>
            </a:r>
            <a:r>
              <a:rPr lang="en-US" b="1" dirty="0" err="1"/>
              <a:t>návody</a:t>
            </a:r>
            <a:r>
              <a:rPr lang="en-US" b="1" dirty="0"/>
              <a:t>, </a:t>
            </a:r>
            <a:r>
              <a:rPr lang="en-US" b="1" dirty="0" err="1"/>
              <a:t>ktoré</a:t>
            </a:r>
            <a:r>
              <a:rPr lang="en-US" b="1" dirty="0"/>
              <a:t> </a:t>
            </a:r>
            <a:r>
              <a:rPr lang="en-US" b="1" dirty="0" err="1"/>
              <a:t>pomáhajú</a:t>
            </a:r>
            <a:r>
              <a:rPr lang="en-US" b="1" dirty="0"/>
              <a:t> </a:t>
            </a:r>
            <a:r>
              <a:rPr lang="en-US" b="1" dirty="0" err="1"/>
              <a:t>zabezpečiť</a:t>
            </a:r>
            <a:r>
              <a:rPr lang="en-US" b="1" dirty="0"/>
              <a:t> </a:t>
            </a:r>
            <a:r>
              <a:rPr lang="en-US" b="1" dirty="0" err="1"/>
              <a:t>jednotnú</a:t>
            </a:r>
            <a:r>
              <a:rPr lang="en-US" b="1" dirty="0"/>
              <a:t> a </a:t>
            </a:r>
            <a:r>
              <a:rPr lang="sk-SK" b="1" dirty="0"/>
              <a:t>	</a:t>
            </a:r>
            <a:r>
              <a:rPr lang="en-US" b="1" dirty="0" err="1"/>
              <a:t>opakovateľnú</a:t>
            </a:r>
            <a:r>
              <a:rPr lang="en-US" b="1" dirty="0"/>
              <a:t> </a:t>
            </a:r>
            <a:r>
              <a:rPr lang="en-US" b="1" dirty="0" err="1"/>
              <a:t>kvalitu</a:t>
            </a:r>
            <a:r>
              <a:rPr lang="en-US" b="1" dirty="0"/>
              <a:t>.</a:t>
            </a: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1123950" y="190188"/>
            <a:ext cx="110680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Štandardizácia a formalizácia procesu</a:t>
            </a:r>
            <a:endParaRPr lang="sk-SK" sz="6000" b="1" dirty="0">
              <a:solidFill>
                <a:srgbClr val="E30074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91924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2446137"/>
            <a:ext cx="10490640" cy="2237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Výkonnostné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ukazovatele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/>
              <a:t>Aby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aktivita</a:t>
            </a:r>
            <a:r>
              <a:rPr lang="en-US" b="1" dirty="0"/>
              <a:t> </a:t>
            </a:r>
            <a:r>
              <a:rPr lang="en-US" b="1" dirty="0" err="1"/>
              <a:t>mohla</a:t>
            </a:r>
            <a:r>
              <a:rPr lang="en-US" b="1" dirty="0"/>
              <a:t> </a:t>
            </a:r>
            <a:r>
              <a:rPr lang="en-US" b="1" dirty="0" err="1"/>
              <a:t>považovať</a:t>
            </a:r>
            <a:r>
              <a:rPr lang="en-US" b="1" dirty="0"/>
              <a:t> za </a:t>
            </a:r>
            <a:r>
              <a:rPr lang="en-US" b="1" dirty="0" err="1"/>
              <a:t>službu</a:t>
            </a:r>
            <a:r>
              <a:rPr lang="en-US" b="1" dirty="0"/>
              <a:t>, je </a:t>
            </a:r>
            <a:r>
              <a:rPr lang="en-US" b="1" dirty="0" err="1"/>
              <a:t>potrebné</a:t>
            </a:r>
            <a:r>
              <a:rPr lang="en-US" b="1" dirty="0"/>
              <a:t> </a:t>
            </a:r>
            <a:r>
              <a:rPr lang="en-US" b="1" dirty="0" err="1"/>
              <a:t>zaviesť</a:t>
            </a:r>
            <a:r>
              <a:rPr lang="en-US" b="1" dirty="0"/>
              <a:t> </a:t>
            </a:r>
            <a:r>
              <a:rPr lang="en-US" b="1" dirty="0" err="1"/>
              <a:t>ukazovatele</a:t>
            </a:r>
            <a:r>
              <a:rPr lang="en-US" b="1" dirty="0"/>
              <a:t>, </a:t>
            </a:r>
            <a:r>
              <a:rPr lang="sk-SK" b="1" dirty="0"/>
              <a:t>	</a:t>
            </a:r>
            <a:r>
              <a:rPr lang="en-US" b="1" dirty="0" err="1"/>
              <a:t>ktoré</a:t>
            </a:r>
            <a:r>
              <a:rPr lang="en-US" b="1" dirty="0"/>
              <a:t> </a:t>
            </a:r>
            <a:r>
              <a:rPr lang="en-US" b="1" dirty="0" err="1"/>
              <a:t>merajú</a:t>
            </a:r>
            <a:r>
              <a:rPr lang="en-US" b="1" dirty="0"/>
              <a:t> </a:t>
            </a:r>
            <a:r>
              <a:rPr lang="en-US" b="1" dirty="0" err="1"/>
              <a:t>jej</a:t>
            </a:r>
            <a:r>
              <a:rPr lang="en-US" b="1" dirty="0"/>
              <a:t> </a:t>
            </a:r>
            <a:r>
              <a:rPr lang="en-US" b="1" dirty="0" err="1"/>
              <a:t>úspešnosť</a:t>
            </a:r>
            <a:r>
              <a:rPr lang="en-US" b="1" dirty="0"/>
              <a:t> (</a:t>
            </a:r>
            <a:r>
              <a:rPr lang="en-US" b="1" dirty="0" err="1"/>
              <a:t>napr</a:t>
            </a:r>
            <a:r>
              <a:rPr lang="en-US" b="1" dirty="0"/>
              <a:t>. </a:t>
            </a:r>
            <a:r>
              <a:rPr lang="en-US" b="1" dirty="0" err="1"/>
              <a:t>čas</a:t>
            </a:r>
            <a:r>
              <a:rPr lang="en-US" b="1" dirty="0"/>
              <a:t> </a:t>
            </a:r>
            <a:r>
              <a:rPr lang="en-US" b="1" dirty="0" err="1"/>
              <a:t>odozvy</a:t>
            </a:r>
            <a:r>
              <a:rPr lang="en-US" b="1" dirty="0"/>
              <a:t>, </a:t>
            </a:r>
            <a:r>
              <a:rPr lang="en-US" b="1" dirty="0" err="1"/>
              <a:t>doba</a:t>
            </a:r>
            <a:r>
              <a:rPr lang="en-US" b="1" dirty="0"/>
              <a:t> </a:t>
            </a:r>
            <a:r>
              <a:rPr lang="en-US" b="1" dirty="0" err="1"/>
              <a:t>realizácie</a:t>
            </a:r>
            <a:r>
              <a:rPr lang="en-US" b="1" dirty="0"/>
              <a:t>, </a:t>
            </a:r>
            <a:r>
              <a:rPr lang="en-US" b="1" dirty="0" err="1"/>
              <a:t>dostupnosť</a:t>
            </a:r>
            <a:r>
              <a:rPr lang="en-US" b="1" dirty="0"/>
              <a:t>, </a:t>
            </a:r>
            <a:r>
              <a:rPr lang="en-US" b="1" dirty="0" err="1"/>
              <a:t>kvalita</a:t>
            </a:r>
            <a:r>
              <a:rPr lang="en-US" b="1" dirty="0"/>
              <a:t> </a:t>
            </a:r>
            <a:r>
              <a:rPr lang="en-US" b="1" dirty="0" err="1"/>
              <a:t>výstupu</a:t>
            </a:r>
            <a:r>
              <a:rPr lang="en-US" b="1" dirty="0"/>
              <a:t>).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>
                <a:solidFill>
                  <a:srgbClr val="E30074"/>
                </a:solidFill>
              </a:rPr>
              <a:t>SLA (Service Level Agreement): </a:t>
            </a:r>
            <a:r>
              <a:rPr lang="en-US" b="1" dirty="0" err="1"/>
              <a:t>Dohoda</a:t>
            </a:r>
            <a:r>
              <a:rPr lang="en-US" b="1" dirty="0"/>
              <a:t> o </a:t>
            </a:r>
            <a:r>
              <a:rPr lang="en-US" b="1" dirty="0" err="1"/>
              <a:t>úrovni</a:t>
            </a:r>
            <a:r>
              <a:rPr lang="en-US" b="1" dirty="0"/>
              <a:t> </a:t>
            </a:r>
            <a:r>
              <a:rPr lang="en-US" b="1" dirty="0" err="1"/>
              <a:t>služby</a:t>
            </a:r>
            <a:r>
              <a:rPr lang="en-US" b="1" dirty="0"/>
              <a:t> </a:t>
            </a:r>
            <a:r>
              <a:rPr lang="en-US" b="1" dirty="0" err="1"/>
              <a:t>stanovuje</a:t>
            </a:r>
            <a:r>
              <a:rPr lang="en-US" b="1" dirty="0"/>
              <a:t> </a:t>
            </a:r>
            <a:r>
              <a:rPr lang="en-US" b="1" dirty="0" err="1"/>
              <a:t>presné</a:t>
            </a:r>
            <a:r>
              <a:rPr lang="en-US" b="1" dirty="0"/>
              <a:t> </a:t>
            </a:r>
            <a:r>
              <a:rPr lang="en-US" b="1" dirty="0" err="1"/>
              <a:t>parametre</a:t>
            </a:r>
            <a:r>
              <a:rPr lang="en-US" b="1" dirty="0"/>
              <a:t>, </a:t>
            </a:r>
            <a:r>
              <a:rPr lang="en-US" b="1" dirty="0" err="1"/>
              <a:t>ktorými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bude</a:t>
            </a:r>
            <a:r>
              <a:rPr lang="en-US" b="1" dirty="0"/>
              <a:t> </a:t>
            </a:r>
            <a:r>
              <a:rPr lang="sk-SK" b="1" dirty="0"/>
              <a:t>	</a:t>
            </a:r>
            <a:r>
              <a:rPr lang="en-US" b="1" dirty="0" err="1"/>
              <a:t>úspešnosť</a:t>
            </a:r>
            <a:r>
              <a:rPr lang="en-US" b="1" dirty="0"/>
              <a:t> </a:t>
            </a:r>
            <a:r>
              <a:rPr lang="en-US" b="1" dirty="0" err="1"/>
              <a:t>služby</a:t>
            </a:r>
            <a:r>
              <a:rPr lang="en-US" b="1" dirty="0"/>
              <a:t> </a:t>
            </a:r>
            <a:r>
              <a:rPr lang="en-US" b="1" dirty="0" err="1"/>
              <a:t>merať</a:t>
            </a:r>
            <a:r>
              <a:rPr lang="en-US" b="1" dirty="0"/>
              <a:t>, a </a:t>
            </a:r>
            <a:r>
              <a:rPr lang="en-US" b="1" dirty="0" err="1"/>
              <a:t>takisto</a:t>
            </a:r>
            <a:r>
              <a:rPr lang="en-US" b="1" dirty="0"/>
              <a:t> </a:t>
            </a:r>
            <a:r>
              <a:rPr lang="en-US" b="1" dirty="0" err="1"/>
              <a:t>definuje</a:t>
            </a:r>
            <a:r>
              <a:rPr lang="en-US" b="1" dirty="0"/>
              <a:t> </a:t>
            </a:r>
            <a:r>
              <a:rPr lang="en-US" b="1" dirty="0" err="1"/>
              <a:t>sankcie</a:t>
            </a:r>
            <a:r>
              <a:rPr lang="en-US" b="1" dirty="0"/>
              <a:t> </a:t>
            </a:r>
            <a:r>
              <a:rPr lang="en-US" b="1" dirty="0" err="1"/>
              <a:t>či</a:t>
            </a:r>
            <a:r>
              <a:rPr lang="en-US" b="1" dirty="0"/>
              <a:t> </a:t>
            </a:r>
            <a:r>
              <a:rPr lang="en-US" b="1" dirty="0" err="1"/>
              <a:t>opatrenia</a:t>
            </a:r>
            <a:r>
              <a:rPr lang="en-US" b="1" dirty="0"/>
              <a:t> </a:t>
            </a:r>
            <a:r>
              <a:rPr lang="en-US" b="1" dirty="0" err="1"/>
              <a:t>pri</a:t>
            </a:r>
            <a:r>
              <a:rPr lang="en-US" b="1" dirty="0"/>
              <a:t> </a:t>
            </a:r>
            <a:r>
              <a:rPr lang="en-US" b="1" dirty="0" err="1"/>
              <a:t>neplnení</a:t>
            </a:r>
            <a:r>
              <a:rPr lang="en-US" b="1" dirty="0"/>
              <a:t> </a:t>
            </a:r>
            <a:r>
              <a:rPr lang="en-US" b="1" dirty="0" err="1"/>
              <a:t>týchto</a:t>
            </a:r>
            <a:r>
              <a:rPr lang="en-US" b="1" dirty="0"/>
              <a:t> </a:t>
            </a:r>
            <a:r>
              <a:rPr lang="en-US" b="1" dirty="0" err="1"/>
              <a:t>parametrov</a:t>
            </a:r>
            <a:r>
              <a:rPr lang="en-US" b="1" dirty="0"/>
              <a:t>.</a:t>
            </a: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1123950" y="190188"/>
            <a:ext cx="110680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Merateľné parametre</a:t>
            </a:r>
            <a:endParaRPr lang="sk-SK" sz="6000" b="1" dirty="0">
              <a:solidFill>
                <a:srgbClr val="E30074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01146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2066615"/>
            <a:ext cx="10490640" cy="2653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Identifikácia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potrieb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Transformáciou</a:t>
            </a:r>
            <a:r>
              <a:rPr lang="en-US" b="1" dirty="0"/>
              <a:t> </a:t>
            </a:r>
            <a:r>
              <a:rPr lang="en-US" b="1" dirty="0" err="1"/>
              <a:t>aktivity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službu</a:t>
            </a:r>
            <a:r>
              <a:rPr lang="en-US" b="1" dirty="0"/>
              <a:t> </a:t>
            </a:r>
            <a:r>
              <a:rPr lang="en-US" b="1" dirty="0" err="1"/>
              <a:t>začneme</a:t>
            </a:r>
            <a:r>
              <a:rPr lang="en-US" b="1" dirty="0"/>
              <a:t> </a:t>
            </a:r>
            <a:r>
              <a:rPr lang="en-US" b="1" dirty="0" err="1"/>
              <a:t>uvažovať</a:t>
            </a:r>
            <a:r>
              <a:rPr lang="en-US" b="1" dirty="0"/>
              <a:t> </a:t>
            </a:r>
            <a:r>
              <a:rPr lang="en-US" b="1" dirty="0" err="1"/>
              <a:t>nad</a:t>
            </a:r>
            <a:r>
              <a:rPr lang="en-US" b="1" dirty="0"/>
              <a:t> </a:t>
            </a:r>
            <a:r>
              <a:rPr lang="en-US" b="1" dirty="0" err="1"/>
              <a:t>tým</a:t>
            </a:r>
            <a:r>
              <a:rPr lang="en-US" b="1" dirty="0"/>
              <a:t>, </a:t>
            </a:r>
            <a:r>
              <a:rPr lang="en-US" b="1" dirty="0" err="1"/>
              <a:t>kto</a:t>
            </a:r>
            <a:r>
              <a:rPr lang="en-US" b="1" dirty="0"/>
              <a:t> je </a:t>
            </a:r>
            <a:r>
              <a:rPr lang="en-US" b="1" dirty="0" err="1"/>
              <a:t>príjemcom</a:t>
            </a:r>
            <a:r>
              <a:rPr lang="en-US" b="1" dirty="0"/>
              <a:t> </a:t>
            </a:r>
            <a:r>
              <a:rPr lang="en-US" b="1" dirty="0" err="1"/>
              <a:t>danej</a:t>
            </a:r>
            <a:r>
              <a:rPr lang="en-US" b="1" dirty="0"/>
              <a:t> </a:t>
            </a:r>
            <a:r>
              <a:rPr lang="en-US" b="1" dirty="0" err="1"/>
              <a:t>aktivity</a:t>
            </a:r>
            <a:r>
              <a:rPr lang="en-US" b="1" dirty="0"/>
              <a:t> a </a:t>
            </a:r>
            <a:r>
              <a:rPr lang="en-US" b="1" dirty="0" err="1"/>
              <a:t>akú</a:t>
            </a:r>
            <a:r>
              <a:rPr lang="en-US" b="1" dirty="0"/>
              <a:t> </a:t>
            </a:r>
            <a:r>
              <a:rPr lang="en-US" b="1" dirty="0" err="1"/>
              <a:t>hodnotu</a:t>
            </a:r>
            <a:r>
              <a:rPr lang="en-US" b="1" dirty="0"/>
              <a:t> mu </a:t>
            </a:r>
            <a:r>
              <a:rPr lang="en-US" b="1" dirty="0" err="1"/>
              <a:t>prináša</a:t>
            </a:r>
            <a:r>
              <a:rPr lang="en-US" b="1" dirty="0"/>
              <a:t>. </a:t>
            </a:r>
            <a:r>
              <a:rPr lang="en-US" b="1" dirty="0" err="1"/>
              <a:t>Napríklad</a:t>
            </a:r>
            <a:r>
              <a:rPr lang="en-US" b="1" dirty="0"/>
              <a:t> </a:t>
            </a:r>
            <a:r>
              <a:rPr lang="en-US" b="1" dirty="0" err="1"/>
              <a:t>inštalácia</a:t>
            </a:r>
            <a:r>
              <a:rPr lang="en-US" b="1" dirty="0"/>
              <a:t> </a:t>
            </a:r>
            <a:r>
              <a:rPr lang="en-US" b="1" dirty="0" err="1"/>
              <a:t>softvéru</a:t>
            </a:r>
            <a:r>
              <a:rPr lang="en-US" b="1" dirty="0"/>
              <a:t> pre </a:t>
            </a:r>
            <a:r>
              <a:rPr lang="en-US" b="1" dirty="0" err="1"/>
              <a:t>interných</a:t>
            </a:r>
            <a:r>
              <a:rPr lang="en-US" b="1" dirty="0"/>
              <a:t> </a:t>
            </a:r>
            <a:r>
              <a:rPr lang="en-US" b="1" dirty="0" err="1"/>
              <a:t>zamestnancov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zmení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internú</a:t>
            </a:r>
            <a:r>
              <a:rPr lang="en-US" b="1" dirty="0"/>
              <a:t> IT </a:t>
            </a:r>
            <a:r>
              <a:rPr lang="en-US" b="1" dirty="0" err="1"/>
              <a:t>službu</a:t>
            </a:r>
            <a:r>
              <a:rPr lang="en-US" b="1" dirty="0"/>
              <a:t>, </a:t>
            </a:r>
            <a:r>
              <a:rPr lang="en-US" b="1" dirty="0" err="1"/>
              <a:t>ktorá</a:t>
            </a:r>
            <a:r>
              <a:rPr lang="en-US" b="1" dirty="0"/>
              <a:t> </a:t>
            </a:r>
            <a:r>
              <a:rPr lang="en-US" b="1" dirty="0" err="1"/>
              <a:t>zabezpečí</a:t>
            </a:r>
            <a:r>
              <a:rPr lang="en-US" b="1" dirty="0"/>
              <a:t> </a:t>
            </a:r>
            <a:r>
              <a:rPr lang="en-US" b="1" dirty="0" err="1"/>
              <a:t>rýchle</a:t>
            </a:r>
            <a:r>
              <a:rPr lang="en-US" b="1" dirty="0"/>
              <a:t> a </a:t>
            </a:r>
            <a:r>
              <a:rPr lang="en-US" b="1" dirty="0" err="1"/>
              <a:t>bezproblémové</a:t>
            </a:r>
            <a:r>
              <a:rPr lang="en-US" b="1" dirty="0"/>
              <a:t> </a:t>
            </a:r>
            <a:r>
              <a:rPr lang="en-US" b="1" dirty="0" err="1"/>
              <a:t>nasadenie</a:t>
            </a:r>
            <a:r>
              <a:rPr lang="en-US" b="1" dirty="0"/>
              <a:t> </a:t>
            </a:r>
            <a:r>
              <a:rPr lang="en-US" b="1" dirty="0" err="1"/>
              <a:t>potrebných</a:t>
            </a:r>
            <a:r>
              <a:rPr lang="en-US" b="1" dirty="0"/>
              <a:t> </a:t>
            </a:r>
            <a:r>
              <a:rPr lang="en-US" b="1" dirty="0" err="1"/>
              <a:t>nástrojov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Zvyšovanie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hodnoty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Služby</a:t>
            </a:r>
            <a:r>
              <a:rPr lang="en-US" b="1" dirty="0"/>
              <a:t> </a:t>
            </a:r>
            <a:r>
              <a:rPr lang="en-US" b="1" dirty="0" err="1"/>
              <a:t>sú</a:t>
            </a:r>
            <a:r>
              <a:rPr lang="en-US" b="1" dirty="0"/>
              <a:t> </a:t>
            </a:r>
            <a:r>
              <a:rPr lang="en-US" b="1" dirty="0" err="1"/>
              <a:t>navrhnuté</a:t>
            </a:r>
            <a:r>
              <a:rPr lang="en-US" b="1" dirty="0"/>
              <a:t> </a:t>
            </a:r>
            <a:r>
              <a:rPr lang="en-US" b="1" dirty="0" err="1"/>
              <a:t>tak</a:t>
            </a:r>
            <a:r>
              <a:rPr lang="en-US" b="1" dirty="0"/>
              <a:t>, aby </a:t>
            </a:r>
            <a:r>
              <a:rPr lang="en-US" b="1" dirty="0" err="1"/>
              <a:t>čo</a:t>
            </a:r>
            <a:r>
              <a:rPr lang="en-US" b="1" dirty="0"/>
              <a:t> </a:t>
            </a:r>
            <a:r>
              <a:rPr lang="en-US" b="1" dirty="0" err="1"/>
              <a:t>najlepšie</a:t>
            </a:r>
            <a:r>
              <a:rPr lang="en-US" b="1" dirty="0"/>
              <a:t> </a:t>
            </a:r>
            <a:r>
              <a:rPr lang="en-US" b="1" dirty="0" err="1"/>
              <a:t>vyhovovali</a:t>
            </a:r>
            <a:r>
              <a:rPr lang="en-US" b="1" dirty="0"/>
              <a:t> </a:t>
            </a:r>
            <a:r>
              <a:rPr lang="en-US" b="1" dirty="0" err="1"/>
              <a:t>potrebám</a:t>
            </a:r>
            <a:r>
              <a:rPr lang="en-US" b="1" dirty="0"/>
              <a:t> </a:t>
            </a:r>
            <a:r>
              <a:rPr lang="en-US" b="1" dirty="0" err="1"/>
              <a:t>používateľov</a:t>
            </a:r>
            <a:r>
              <a:rPr lang="en-US" b="1" dirty="0"/>
              <a:t>. </a:t>
            </a:r>
            <a:r>
              <a:rPr lang="en-US" b="1" dirty="0" err="1"/>
              <a:t>Hodnota</a:t>
            </a:r>
            <a:r>
              <a:rPr lang="en-US" b="1" dirty="0"/>
              <a:t> pre </a:t>
            </a:r>
            <a:r>
              <a:rPr lang="en-US" b="1" dirty="0" err="1"/>
              <a:t>zákazníka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zvyšuje</a:t>
            </a:r>
            <a:r>
              <a:rPr lang="en-US" b="1" dirty="0"/>
              <a:t> </a:t>
            </a:r>
            <a:r>
              <a:rPr lang="en-US" b="1" dirty="0" err="1"/>
              <a:t>napríklad</a:t>
            </a:r>
            <a:r>
              <a:rPr lang="en-US" b="1" dirty="0"/>
              <a:t> </a:t>
            </a:r>
            <a:r>
              <a:rPr lang="en-US" b="1" dirty="0" err="1"/>
              <a:t>tým</a:t>
            </a:r>
            <a:r>
              <a:rPr lang="en-US" b="1" dirty="0"/>
              <a:t>, </a:t>
            </a:r>
            <a:r>
              <a:rPr lang="en-US" b="1" dirty="0" err="1"/>
              <a:t>že</a:t>
            </a:r>
            <a:r>
              <a:rPr lang="en-US" b="1" dirty="0"/>
              <a:t> </a:t>
            </a:r>
            <a:r>
              <a:rPr lang="en-US" b="1" dirty="0" err="1"/>
              <a:t>proces</a:t>
            </a:r>
            <a:r>
              <a:rPr lang="en-US" b="1" dirty="0"/>
              <a:t> je </a:t>
            </a:r>
            <a:r>
              <a:rPr lang="en-US" b="1" dirty="0" err="1"/>
              <a:t>spoľahlivý</a:t>
            </a:r>
            <a:r>
              <a:rPr lang="en-US" b="1" dirty="0"/>
              <a:t>, </a:t>
            </a:r>
            <a:r>
              <a:rPr lang="en-US" b="1" dirty="0" err="1"/>
              <a:t>transparentný</a:t>
            </a:r>
            <a:r>
              <a:rPr lang="en-US" b="1" dirty="0"/>
              <a:t> a </a:t>
            </a:r>
            <a:r>
              <a:rPr lang="en-US" b="1" dirty="0" err="1"/>
              <a:t>predvídateľný</a:t>
            </a:r>
            <a:r>
              <a:rPr lang="en-US" b="1" dirty="0"/>
              <a:t>.</a:t>
            </a: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1123950" y="190188"/>
            <a:ext cx="110680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Orientácia na zákazníka</a:t>
            </a:r>
            <a:endParaRPr lang="sk-SK" sz="6000" b="1" dirty="0">
              <a:solidFill>
                <a:srgbClr val="E30074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445490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2066615"/>
            <a:ext cx="10490640" cy="2653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Technologická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podpora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Transformácia</a:t>
            </a:r>
            <a:r>
              <a:rPr lang="en-US" b="1" dirty="0"/>
              <a:t> </a:t>
            </a:r>
            <a:r>
              <a:rPr lang="en-US" b="1" dirty="0" err="1"/>
              <a:t>aktivity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službu</a:t>
            </a:r>
            <a:r>
              <a:rPr lang="en-US" b="1" dirty="0"/>
              <a:t> </a:t>
            </a:r>
            <a:r>
              <a:rPr lang="en-US" b="1" dirty="0" err="1"/>
              <a:t>často</a:t>
            </a:r>
            <a:r>
              <a:rPr lang="en-US" b="1" dirty="0"/>
              <a:t> </a:t>
            </a:r>
            <a:r>
              <a:rPr lang="en-US" b="1" dirty="0" err="1"/>
              <a:t>zahŕňa</a:t>
            </a:r>
            <a:r>
              <a:rPr lang="en-US" b="1" dirty="0"/>
              <a:t> </a:t>
            </a:r>
            <a:r>
              <a:rPr lang="en-US" b="1" dirty="0" err="1"/>
              <a:t>aj</a:t>
            </a:r>
            <a:r>
              <a:rPr lang="en-US" b="1" dirty="0"/>
              <a:t> </a:t>
            </a:r>
            <a:r>
              <a:rPr lang="en-US" b="1" dirty="0" err="1"/>
              <a:t>automatizáciu</a:t>
            </a:r>
            <a:r>
              <a:rPr lang="en-US" b="1" dirty="0"/>
              <a:t> </a:t>
            </a:r>
            <a:r>
              <a:rPr lang="en-US" b="1" dirty="0" err="1"/>
              <a:t>častí</a:t>
            </a:r>
            <a:r>
              <a:rPr lang="en-US" b="1" dirty="0"/>
              <a:t> </a:t>
            </a:r>
            <a:r>
              <a:rPr lang="en-US" b="1" dirty="0" err="1"/>
              <a:t>procesu</a:t>
            </a:r>
            <a:r>
              <a:rPr lang="en-US" b="1" dirty="0"/>
              <a:t> (</a:t>
            </a:r>
            <a:r>
              <a:rPr lang="en-US" b="1" dirty="0" err="1"/>
              <a:t>napr</a:t>
            </a:r>
            <a:r>
              <a:rPr lang="en-US" b="1" dirty="0"/>
              <a:t>. </a:t>
            </a:r>
            <a:r>
              <a:rPr lang="en-US" b="1" dirty="0" err="1"/>
              <a:t>využitím</a:t>
            </a:r>
            <a:r>
              <a:rPr lang="en-US" b="1" dirty="0"/>
              <a:t> </a:t>
            </a:r>
            <a:r>
              <a:rPr lang="en-US" b="1" dirty="0" err="1"/>
              <a:t>skriptov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automatizované</a:t>
            </a:r>
            <a:r>
              <a:rPr lang="en-US" b="1" dirty="0"/>
              <a:t> </a:t>
            </a:r>
            <a:r>
              <a:rPr lang="en-US" b="1" dirty="0" err="1"/>
              <a:t>nasadenie</a:t>
            </a:r>
            <a:r>
              <a:rPr lang="en-US" b="1" dirty="0"/>
              <a:t> </a:t>
            </a:r>
            <a:r>
              <a:rPr lang="en-US" b="1" dirty="0" err="1"/>
              <a:t>softvéru</a:t>
            </a:r>
            <a:r>
              <a:rPr lang="en-US" b="1" dirty="0"/>
              <a:t>) a </a:t>
            </a:r>
            <a:r>
              <a:rPr lang="en-US" b="1" dirty="0" err="1"/>
              <a:t>zavedenie</a:t>
            </a:r>
            <a:r>
              <a:rPr lang="en-US" b="1" dirty="0"/>
              <a:t> </a:t>
            </a:r>
            <a:r>
              <a:rPr lang="en-US" b="1" dirty="0" err="1"/>
              <a:t>špecializovaných</a:t>
            </a:r>
            <a:r>
              <a:rPr lang="en-US" b="1" dirty="0"/>
              <a:t> </a:t>
            </a:r>
            <a:r>
              <a:rPr lang="en-US" b="1" dirty="0" err="1"/>
              <a:t>nástrojov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riadenie</a:t>
            </a:r>
            <a:r>
              <a:rPr lang="en-US" b="1" dirty="0"/>
              <a:t> a </a:t>
            </a:r>
            <a:r>
              <a:rPr lang="en-US" b="1" dirty="0" err="1"/>
              <a:t>monitorovanie</a:t>
            </a:r>
            <a:r>
              <a:rPr lang="en-US" b="1" dirty="0"/>
              <a:t> </a:t>
            </a:r>
            <a:r>
              <a:rPr lang="en-US" b="1" dirty="0" err="1"/>
              <a:t>služby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Zníženie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chybovosti</a:t>
            </a:r>
            <a:r>
              <a:rPr lang="en-US" b="1" dirty="0">
                <a:solidFill>
                  <a:srgbClr val="E30074"/>
                </a:solidFill>
              </a:rPr>
              <a:t> a </a:t>
            </a:r>
            <a:r>
              <a:rPr lang="en-US" b="1" dirty="0" err="1">
                <a:solidFill>
                  <a:srgbClr val="E30074"/>
                </a:solidFill>
              </a:rPr>
              <a:t>zefektívnenie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Automatizácia</a:t>
            </a:r>
            <a:r>
              <a:rPr lang="en-US" b="1" dirty="0"/>
              <a:t> </a:t>
            </a:r>
            <a:r>
              <a:rPr lang="en-US" b="1" dirty="0" err="1"/>
              <a:t>zvyšuje</a:t>
            </a:r>
            <a:r>
              <a:rPr lang="en-US" b="1" dirty="0"/>
              <a:t> </a:t>
            </a:r>
            <a:r>
              <a:rPr lang="en-US" b="1" dirty="0" err="1"/>
              <a:t>efektivitu</a:t>
            </a:r>
            <a:r>
              <a:rPr lang="en-US" b="1" dirty="0"/>
              <a:t> a </a:t>
            </a:r>
            <a:r>
              <a:rPr lang="en-US" b="1" dirty="0" err="1"/>
              <a:t>znižuje</a:t>
            </a:r>
            <a:r>
              <a:rPr lang="en-US" b="1" dirty="0"/>
              <a:t> </a:t>
            </a:r>
            <a:r>
              <a:rPr lang="en-US" b="1" dirty="0" err="1"/>
              <a:t>chybovosť</a:t>
            </a:r>
            <a:r>
              <a:rPr lang="en-US" b="1" dirty="0"/>
              <a:t>, </a:t>
            </a:r>
            <a:r>
              <a:rPr lang="en-US" b="1" dirty="0" err="1"/>
              <a:t>čím</a:t>
            </a:r>
            <a:r>
              <a:rPr lang="en-US" b="1" dirty="0"/>
              <a:t> </a:t>
            </a:r>
            <a:r>
              <a:rPr lang="en-US" b="1" dirty="0" err="1"/>
              <a:t>prispieva</a:t>
            </a:r>
            <a:r>
              <a:rPr lang="en-US" b="1" dirty="0"/>
              <a:t> k </a:t>
            </a:r>
            <a:r>
              <a:rPr lang="en-US" b="1" dirty="0" err="1"/>
              <a:t>vyššej</a:t>
            </a:r>
            <a:r>
              <a:rPr lang="en-US" b="1" dirty="0"/>
              <a:t> </a:t>
            </a:r>
            <a:r>
              <a:rPr lang="en-US" b="1" dirty="0" err="1"/>
              <a:t>kvalite</a:t>
            </a:r>
            <a:r>
              <a:rPr lang="en-US" b="1" dirty="0"/>
              <a:t> </a:t>
            </a:r>
            <a:r>
              <a:rPr lang="en-US" b="1" dirty="0" err="1"/>
              <a:t>služby</a:t>
            </a:r>
            <a:r>
              <a:rPr lang="en-US" b="1" dirty="0"/>
              <a:t>.</a:t>
            </a: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1123950" y="190188"/>
            <a:ext cx="110680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Automatizácia a nástroje</a:t>
            </a:r>
            <a:endParaRPr lang="sk-SK" sz="6000" b="1" dirty="0">
              <a:solidFill>
                <a:srgbClr val="E30074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017821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2066615"/>
            <a:ext cx="10490640" cy="2237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Spätná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väzba</a:t>
            </a:r>
            <a:r>
              <a:rPr lang="en-US" b="1" dirty="0">
                <a:solidFill>
                  <a:srgbClr val="E30074"/>
                </a:solidFill>
              </a:rPr>
              <a:t> a </a:t>
            </a:r>
            <a:r>
              <a:rPr lang="en-US" b="1" dirty="0" err="1">
                <a:solidFill>
                  <a:srgbClr val="E30074"/>
                </a:solidFill>
              </a:rPr>
              <a:t>optimalizácia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Služba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pravidelne</a:t>
            </a:r>
            <a:r>
              <a:rPr lang="en-US" b="1" dirty="0"/>
              <a:t> </a:t>
            </a:r>
            <a:r>
              <a:rPr lang="en-US" b="1" dirty="0" err="1"/>
              <a:t>vyhodnocuje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základe</a:t>
            </a:r>
            <a:r>
              <a:rPr lang="en-US" b="1" dirty="0"/>
              <a:t> </a:t>
            </a:r>
            <a:r>
              <a:rPr lang="en-US" b="1" dirty="0" err="1"/>
              <a:t>nameraných</a:t>
            </a:r>
            <a:r>
              <a:rPr lang="en-US" b="1" dirty="0"/>
              <a:t> </a:t>
            </a:r>
            <a:r>
              <a:rPr lang="en-US" b="1" dirty="0" err="1"/>
              <a:t>ukazovateľov</a:t>
            </a:r>
            <a:r>
              <a:rPr lang="en-US" b="1" dirty="0"/>
              <a:t> (KPI) a </a:t>
            </a:r>
            <a:r>
              <a:rPr lang="en-US" b="1" dirty="0" err="1"/>
              <a:t>spätnej</a:t>
            </a:r>
            <a:r>
              <a:rPr lang="en-US" b="1" dirty="0"/>
              <a:t> </a:t>
            </a:r>
            <a:r>
              <a:rPr lang="en-US" b="1" dirty="0" err="1"/>
              <a:t>väzby</a:t>
            </a:r>
            <a:r>
              <a:rPr lang="en-US" b="1" dirty="0"/>
              <a:t> od </a:t>
            </a:r>
            <a:r>
              <a:rPr lang="en-US" b="1" dirty="0" err="1"/>
              <a:t>zákazníkov</a:t>
            </a:r>
            <a:r>
              <a:rPr lang="en-US" b="1" dirty="0"/>
              <a:t>. </a:t>
            </a:r>
            <a:r>
              <a:rPr lang="en-US" b="1" dirty="0" err="1"/>
              <a:t>Týmto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identifikujú</a:t>
            </a:r>
            <a:r>
              <a:rPr lang="en-US" b="1" dirty="0"/>
              <a:t> </a:t>
            </a:r>
            <a:r>
              <a:rPr lang="en-US" b="1" dirty="0" err="1"/>
              <a:t>oblasti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zlepšenie</a:t>
            </a:r>
            <a:r>
              <a:rPr lang="en-US" b="1" dirty="0"/>
              <a:t>.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Prispôsobivosť</a:t>
            </a:r>
            <a:r>
              <a:rPr lang="en-US" b="1" dirty="0">
                <a:solidFill>
                  <a:srgbClr val="E30074"/>
                </a:solidFill>
              </a:rPr>
              <a:t>: </a:t>
            </a:r>
            <a:r>
              <a:rPr lang="en-US" b="1" dirty="0"/>
              <a:t>Ak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menia</a:t>
            </a:r>
            <a:r>
              <a:rPr lang="en-US" b="1" dirty="0"/>
              <a:t> </a:t>
            </a:r>
            <a:r>
              <a:rPr lang="en-US" b="1" dirty="0" err="1"/>
              <a:t>potreby</a:t>
            </a:r>
            <a:r>
              <a:rPr lang="en-US" b="1" dirty="0"/>
              <a:t> </a:t>
            </a:r>
            <a:r>
              <a:rPr lang="en-US" b="1" dirty="0" err="1"/>
              <a:t>zákazníka</a:t>
            </a:r>
            <a:r>
              <a:rPr lang="en-US" b="1" dirty="0"/>
              <a:t> </a:t>
            </a:r>
            <a:r>
              <a:rPr lang="en-US" b="1" dirty="0" err="1"/>
              <a:t>alebo</a:t>
            </a:r>
            <a:r>
              <a:rPr lang="en-US" b="1" dirty="0"/>
              <a:t> </a:t>
            </a:r>
            <a:r>
              <a:rPr lang="en-US" b="1" dirty="0" err="1"/>
              <a:t>trhové</a:t>
            </a:r>
            <a:r>
              <a:rPr lang="en-US" b="1" dirty="0"/>
              <a:t> </a:t>
            </a:r>
            <a:r>
              <a:rPr lang="en-US" b="1" dirty="0" err="1"/>
              <a:t>podmienky</a:t>
            </a:r>
            <a:r>
              <a:rPr lang="en-US" b="1" dirty="0"/>
              <a:t>, </a:t>
            </a:r>
            <a:r>
              <a:rPr lang="en-US" b="1" dirty="0" err="1"/>
              <a:t>služba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tomu</a:t>
            </a:r>
            <a:r>
              <a:rPr lang="en-US" b="1" dirty="0"/>
              <a:t> </a:t>
            </a:r>
            <a:r>
              <a:rPr lang="en-US" b="1" dirty="0" err="1"/>
              <a:t>prispôsobí</a:t>
            </a:r>
            <a:r>
              <a:rPr lang="en-US" b="1" dirty="0"/>
              <a:t>. To </a:t>
            </a:r>
            <a:r>
              <a:rPr lang="en-US" b="1" dirty="0" err="1"/>
              <a:t>môže</a:t>
            </a:r>
            <a:r>
              <a:rPr lang="en-US" b="1" dirty="0"/>
              <a:t> </a:t>
            </a:r>
            <a:r>
              <a:rPr lang="en-US" b="1" dirty="0" err="1"/>
              <a:t>znamenať</a:t>
            </a:r>
            <a:r>
              <a:rPr lang="en-US" b="1" dirty="0"/>
              <a:t> </a:t>
            </a:r>
            <a:r>
              <a:rPr lang="en-US" b="1" dirty="0" err="1"/>
              <a:t>pridanie</a:t>
            </a:r>
            <a:r>
              <a:rPr lang="en-US" b="1" dirty="0"/>
              <a:t> </a:t>
            </a:r>
            <a:r>
              <a:rPr lang="en-US" b="1" dirty="0" err="1"/>
              <a:t>nových</a:t>
            </a:r>
            <a:r>
              <a:rPr lang="en-US" b="1" dirty="0"/>
              <a:t> </a:t>
            </a:r>
            <a:r>
              <a:rPr lang="en-US" b="1" dirty="0" err="1"/>
              <a:t>funkcií</a:t>
            </a:r>
            <a:r>
              <a:rPr lang="en-US" b="1" dirty="0"/>
              <a:t>, </a:t>
            </a:r>
            <a:r>
              <a:rPr lang="en-US" b="1" dirty="0" err="1"/>
              <a:t>zmenu</a:t>
            </a:r>
            <a:r>
              <a:rPr lang="en-US" b="1" dirty="0"/>
              <a:t> SLA </a:t>
            </a:r>
            <a:r>
              <a:rPr lang="en-US" b="1" dirty="0" err="1"/>
              <a:t>alebo</a:t>
            </a:r>
            <a:r>
              <a:rPr lang="en-US" b="1" dirty="0"/>
              <a:t> </a:t>
            </a:r>
            <a:r>
              <a:rPr lang="en-US" b="1" dirty="0" err="1"/>
              <a:t>úpravu</a:t>
            </a:r>
            <a:r>
              <a:rPr lang="en-US" b="1" dirty="0"/>
              <a:t> </a:t>
            </a:r>
            <a:r>
              <a:rPr lang="en-US" b="1" dirty="0" err="1"/>
              <a:t>interných</a:t>
            </a:r>
            <a:r>
              <a:rPr lang="en-US" b="1" dirty="0"/>
              <a:t> </a:t>
            </a:r>
            <a:r>
              <a:rPr lang="en-US" b="1" dirty="0" err="1"/>
              <a:t>procesov</a:t>
            </a:r>
            <a:r>
              <a:rPr lang="en-US" b="1" dirty="0"/>
              <a:t>.</a:t>
            </a: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1123950" y="190188"/>
            <a:ext cx="110680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6000" b="1" dirty="0">
                <a:solidFill>
                  <a:srgbClr val="E30074"/>
                </a:solidFill>
                <a:latin typeface="+mj-lt"/>
                <a:ea typeface="+mj-ea"/>
                <a:cs typeface="+mj-cs"/>
              </a:rPr>
              <a:t>Neustále zlepšovanie</a:t>
            </a:r>
            <a:endParaRPr lang="sk-SK" sz="6000" b="1" dirty="0">
              <a:solidFill>
                <a:srgbClr val="E30074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92516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bde4dffc-4b60-4cf6-8b04-a5eeb25f5c4f}" enabled="0" method="" siteId="{bde4dffc-4b60-4cf6-8b04-a5eeb25f5c4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1517</Words>
  <Application>Microsoft Office PowerPoint</Application>
  <PresentationFormat>Widescreen</PresentationFormat>
  <Paragraphs>108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Manažment IKT služieb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S.R.O</dc:title>
  <dc:creator>Baco, Timotej</dc:creator>
  <cp:lastModifiedBy>Bačo, Timotej</cp:lastModifiedBy>
  <cp:revision>6</cp:revision>
  <dcterms:created xsi:type="dcterms:W3CDTF">2024-09-24T18:44:51Z</dcterms:created>
  <dcterms:modified xsi:type="dcterms:W3CDTF">2025-01-14T22:13:58Z</dcterms:modified>
</cp:coreProperties>
</file>