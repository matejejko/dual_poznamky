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58" r:id="rId5"/>
    <p:sldId id="262" r:id="rId6"/>
    <p:sldId id="263" r:id="rId7"/>
    <p:sldId id="261" r:id="rId8"/>
    <p:sldId id="264" r:id="rId9"/>
    <p:sldId id="266" r:id="rId10"/>
    <p:sldId id="259" r:id="rId11"/>
    <p:sldId id="267" r:id="rId12"/>
    <p:sldId id="26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7821C20-21D0-49BC-9CAF-2EE2B319DCD1}" v="9" dt="2026-02-18T13:24:24.87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kali, Patrik" userId="fa3aa0f2-1cb6-4990-b411-1f3f51388fe4" providerId="ADAL" clId="{D7554811-3068-447E-8049-7D1E5DEB70B1}"/>
    <pc:docChg chg="undo custSel addSld delSld modSld">
      <pc:chgData name="Sakali, Patrik" userId="fa3aa0f2-1cb6-4990-b411-1f3f51388fe4" providerId="ADAL" clId="{D7554811-3068-447E-8049-7D1E5DEB70B1}" dt="2026-02-18T13:25:27.672" v="2625" actId="1076"/>
      <pc:docMkLst>
        <pc:docMk/>
      </pc:docMkLst>
      <pc:sldChg chg="addSp delSp modSp mod">
        <pc:chgData name="Sakali, Patrik" userId="fa3aa0f2-1cb6-4990-b411-1f3f51388fe4" providerId="ADAL" clId="{D7554811-3068-447E-8049-7D1E5DEB70B1}" dt="2026-02-18T13:20:17.120" v="1935" actId="1076"/>
        <pc:sldMkLst>
          <pc:docMk/>
          <pc:sldMk cId="2232140678" sldId="259"/>
        </pc:sldMkLst>
        <pc:spChg chg="mod">
          <ac:chgData name="Sakali, Patrik" userId="fa3aa0f2-1cb6-4990-b411-1f3f51388fe4" providerId="ADAL" clId="{D7554811-3068-447E-8049-7D1E5DEB70B1}" dt="2026-02-18T13:17:02.501" v="1930" actId="20577"/>
          <ac:spMkLst>
            <pc:docMk/>
            <pc:sldMk cId="2232140678" sldId="259"/>
            <ac:spMk id="3" creationId="{AD1F1E3C-E7A1-C4C3-2E6D-289ABA7EA14C}"/>
          </ac:spMkLst>
        </pc:spChg>
        <pc:picChg chg="add del mod">
          <ac:chgData name="Sakali, Patrik" userId="fa3aa0f2-1cb6-4990-b411-1f3f51388fe4" providerId="ADAL" clId="{D7554811-3068-447E-8049-7D1E5DEB70B1}" dt="2026-02-18T13:15:07.084" v="1667" actId="478"/>
          <ac:picMkLst>
            <pc:docMk/>
            <pc:sldMk cId="2232140678" sldId="259"/>
            <ac:picMk id="4" creationId="{3DCCB49F-0AA3-A2F9-6E45-EC582C98AB3A}"/>
          </ac:picMkLst>
        </pc:picChg>
        <pc:picChg chg="del">
          <ac:chgData name="Sakali, Patrik" userId="fa3aa0f2-1cb6-4990-b411-1f3f51388fe4" providerId="ADAL" clId="{D7554811-3068-447E-8049-7D1E5DEB70B1}" dt="2026-02-18T13:08:09.664" v="1023" actId="478"/>
          <ac:picMkLst>
            <pc:docMk/>
            <pc:sldMk cId="2232140678" sldId="259"/>
            <ac:picMk id="5" creationId="{B33A4622-8C53-337B-DFB9-12F391727033}"/>
          </ac:picMkLst>
        </pc:picChg>
        <pc:picChg chg="add del mod">
          <ac:chgData name="Sakali, Patrik" userId="fa3aa0f2-1cb6-4990-b411-1f3f51388fe4" providerId="ADAL" clId="{D7554811-3068-447E-8049-7D1E5DEB70B1}" dt="2026-02-18T13:20:12.323" v="1931" actId="478"/>
          <ac:picMkLst>
            <pc:docMk/>
            <pc:sldMk cId="2232140678" sldId="259"/>
            <ac:picMk id="7" creationId="{8DD33F28-627F-A087-07DF-F1C41B391FB0}"/>
          </ac:picMkLst>
        </pc:picChg>
        <pc:picChg chg="add mod">
          <ac:chgData name="Sakali, Patrik" userId="fa3aa0f2-1cb6-4990-b411-1f3f51388fe4" providerId="ADAL" clId="{D7554811-3068-447E-8049-7D1E5DEB70B1}" dt="2026-02-18T13:20:17.120" v="1935" actId="1076"/>
          <ac:picMkLst>
            <pc:docMk/>
            <pc:sldMk cId="2232140678" sldId="259"/>
            <ac:picMk id="9" creationId="{043D528C-572C-A062-F0C9-DB8220EFE3ED}"/>
          </ac:picMkLst>
        </pc:picChg>
      </pc:sldChg>
      <pc:sldChg chg="modSp mod">
        <pc:chgData name="Sakali, Patrik" userId="fa3aa0f2-1cb6-4990-b411-1f3f51388fe4" providerId="ADAL" clId="{D7554811-3068-447E-8049-7D1E5DEB70B1}" dt="2026-02-18T12:44:48.711" v="119" actId="207"/>
        <pc:sldMkLst>
          <pc:docMk/>
          <pc:sldMk cId="2621284346" sldId="261"/>
        </pc:sldMkLst>
        <pc:spChg chg="mod">
          <ac:chgData name="Sakali, Patrik" userId="fa3aa0f2-1cb6-4990-b411-1f3f51388fe4" providerId="ADAL" clId="{D7554811-3068-447E-8049-7D1E5DEB70B1}" dt="2026-02-18T12:44:48.711" v="119" actId="207"/>
          <ac:spMkLst>
            <pc:docMk/>
            <pc:sldMk cId="2621284346" sldId="261"/>
            <ac:spMk id="3" creationId="{75DFB5DB-1275-3545-3076-143194B7343E}"/>
          </ac:spMkLst>
        </pc:spChg>
      </pc:sldChg>
      <pc:sldChg chg="addSp delSp modSp add mod">
        <pc:chgData name="Sakali, Patrik" userId="fa3aa0f2-1cb6-4990-b411-1f3f51388fe4" providerId="ADAL" clId="{D7554811-3068-447E-8049-7D1E5DEB70B1}" dt="2026-02-18T12:58:20.375" v="531"/>
        <pc:sldMkLst>
          <pc:docMk/>
          <pc:sldMk cId="650302632" sldId="264"/>
        </pc:sldMkLst>
        <pc:spChg chg="mod">
          <ac:chgData name="Sakali, Patrik" userId="fa3aa0f2-1cb6-4990-b411-1f3f51388fe4" providerId="ADAL" clId="{D7554811-3068-447E-8049-7D1E5DEB70B1}" dt="2026-02-18T12:58:20.375" v="531"/>
          <ac:spMkLst>
            <pc:docMk/>
            <pc:sldMk cId="650302632" sldId="264"/>
            <ac:spMk id="3" creationId="{00914042-50C0-4B65-11EA-AF1D1BC7CD33}"/>
          </ac:spMkLst>
        </pc:spChg>
        <pc:picChg chg="add mod">
          <ac:chgData name="Sakali, Patrik" userId="fa3aa0f2-1cb6-4990-b411-1f3f51388fe4" providerId="ADAL" clId="{D7554811-3068-447E-8049-7D1E5DEB70B1}" dt="2026-02-18T12:56:07.300" v="456" actId="1076"/>
          <ac:picMkLst>
            <pc:docMk/>
            <pc:sldMk cId="650302632" sldId="264"/>
            <ac:picMk id="2" creationId="{D9485771-E0F6-9558-56A6-C00F8650524B}"/>
          </ac:picMkLst>
        </pc:picChg>
        <pc:picChg chg="del">
          <ac:chgData name="Sakali, Patrik" userId="fa3aa0f2-1cb6-4990-b411-1f3f51388fe4" providerId="ADAL" clId="{D7554811-3068-447E-8049-7D1E5DEB70B1}" dt="2026-02-18T12:53:15.436" v="124" actId="478"/>
          <ac:picMkLst>
            <pc:docMk/>
            <pc:sldMk cId="650302632" sldId="264"/>
            <ac:picMk id="4" creationId="{E8641776-AB47-8A28-07E4-12989D5814BC}"/>
          </ac:picMkLst>
        </pc:picChg>
        <pc:picChg chg="add mod">
          <ac:chgData name="Sakali, Patrik" userId="fa3aa0f2-1cb6-4990-b411-1f3f51388fe4" providerId="ADAL" clId="{D7554811-3068-447E-8049-7D1E5DEB70B1}" dt="2026-02-18T12:55:35.278" v="397" actId="1076"/>
          <ac:picMkLst>
            <pc:docMk/>
            <pc:sldMk cId="650302632" sldId="264"/>
            <ac:picMk id="5" creationId="{ABF01D3A-37B7-3AC3-0C0C-A650F9EA1DEC}"/>
          </ac:picMkLst>
        </pc:picChg>
      </pc:sldChg>
      <pc:sldChg chg="addSp delSp modSp add del mod">
        <pc:chgData name="Sakali, Patrik" userId="fa3aa0f2-1cb6-4990-b411-1f3f51388fe4" providerId="ADAL" clId="{D7554811-3068-447E-8049-7D1E5DEB70B1}" dt="2026-02-18T13:06:10.322" v="948" actId="47"/>
        <pc:sldMkLst>
          <pc:docMk/>
          <pc:sldMk cId="3393049252" sldId="265"/>
        </pc:sldMkLst>
        <pc:spChg chg="mod">
          <ac:chgData name="Sakali, Patrik" userId="fa3aa0f2-1cb6-4990-b411-1f3f51388fe4" providerId="ADAL" clId="{D7554811-3068-447E-8049-7D1E5DEB70B1}" dt="2026-02-18T13:03:49.804" v="942" actId="113"/>
          <ac:spMkLst>
            <pc:docMk/>
            <pc:sldMk cId="3393049252" sldId="265"/>
            <ac:spMk id="3" creationId="{6BAE2BA5-5821-AFD7-EE69-754EB6272E11}"/>
          </ac:spMkLst>
        </pc:spChg>
        <pc:picChg chg="del">
          <ac:chgData name="Sakali, Patrik" userId="fa3aa0f2-1cb6-4990-b411-1f3f51388fe4" providerId="ADAL" clId="{D7554811-3068-447E-8049-7D1E5DEB70B1}" dt="2026-02-18T12:59:34.608" v="533" actId="478"/>
          <ac:picMkLst>
            <pc:docMk/>
            <pc:sldMk cId="3393049252" sldId="265"/>
            <ac:picMk id="2" creationId="{6D2BAAE7-B685-C3D3-C12C-B174F68C7C04}"/>
          </ac:picMkLst>
        </pc:picChg>
        <pc:picChg chg="add mod">
          <ac:chgData name="Sakali, Patrik" userId="fa3aa0f2-1cb6-4990-b411-1f3f51388fe4" providerId="ADAL" clId="{D7554811-3068-447E-8049-7D1E5DEB70B1}" dt="2026-02-18T12:59:43.861" v="537" actId="1076"/>
          <ac:picMkLst>
            <pc:docMk/>
            <pc:sldMk cId="3393049252" sldId="265"/>
            <ac:picMk id="4" creationId="{C10A609D-C751-0568-0014-D593779017C2}"/>
          </ac:picMkLst>
        </pc:picChg>
        <pc:picChg chg="del">
          <ac:chgData name="Sakali, Patrik" userId="fa3aa0f2-1cb6-4990-b411-1f3f51388fe4" providerId="ADAL" clId="{D7554811-3068-447E-8049-7D1E5DEB70B1}" dt="2026-02-18T12:59:32.648" v="532" actId="478"/>
          <ac:picMkLst>
            <pc:docMk/>
            <pc:sldMk cId="3393049252" sldId="265"/>
            <ac:picMk id="5" creationId="{7B9B2173-7719-64B8-53CB-ACE81E884198}"/>
          </ac:picMkLst>
        </pc:picChg>
      </pc:sldChg>
      <pc:sldChg chg="addSp modSp add mod">
        <pc:chgData name="Sakali, Patrik" userId="fa3aa0f2-1cb6-4990-b411-1f3f51388fe4" providerId="ADAL" clId="{D7554811-3068-447E-8049-7D1E5DEB70B1}" dt="2026-02-18T13:05:38.109" v="947" actId="1076"/>
        <pc:sldMkLst>
          <pc:docMk/>
          <pc:sldMk cId="1701128761" sldId="266"/>
        </pc:sldMkLst>
        <pc:picChg chg="mod">
          <ac:chgData name="Sakali, Patrik" userId="fa3aa0f2-1cb6-4990-b411-1f3f51388fe4" providerId="ADAL" clId="{D7554811-3068-447E-8049-7D1E5DEB70B1}" dt="2026-02-18T13:05:32.179" v="945" actId="1076"/>
          <ac:picMkLst>
            <pc:docMk/>
            <pc:sldMk cId="1701128761" sldId="266"/>
            <ac:picMk id="4" creationId="{4629076B-5E04-C608-F4DF-29BD05BA0A3B}"/>
          </ac:picMkLst>
        </pc:picChg>
        <pc:picChg chg="add mod">
          <ac:chgData name="Sakali, Patrik" userId="fa3aa0f2-1cb6-4990-b411-1f3f51388fe4" providerId="ADAL" clId="{D7554811-3068-447E-8049-7D1E5DEB70B1}" dt="2026-02-18T13:05:38.109" v="947" actId="1076"/>
          <ac:picMkLst>
            <pc:docMk/>
            <pc:sldMk cId="1701128761" sldId="266"/>
            <ac:picMk id="5" creationId="{AF98F32B-B7DD-3C76-69A5-55D1792AD576}"/>
          </ac:picMkLst>
        </pc:picChg>
      </pc:sldChg>
      <pc:sldChg chg="delSp modSp add mod">
        <pc:chgData name="Sakali, Patrik" userId="fa3aa0f2-1cb6-4990-b411-1f3f51388fe4" providerId="ADAL" clId="{D7554811-3068-447E-8049-7D1E5DEB70B1}" dt="2026-02-18T13:23:44.598" v="2416" actId="20577"/>
        <pc:sldMkLst>
          <pc:docMk/>
          <pc:sldMk cId="2469396969" sldId="267"/>
        </pc:sldMkLst>
        <pc:spChg chg="mod">
          <ac:chgData name="Sakali, Patrik" userId="fa3aa0f2-1cb6-4990-b411-1f3f51388fe4" providerId="ADAL" clId="{D7554811-3068-447E-8049-7D1E5DEB70B1}" dt="2026-02-18T13:23:44.598" v="2416" actId="20577"/>
          <ac:spMkLst>
            <pc:docMk/>
            <pc:sldMk cId="2469396969" sldId="267"/>
            <ac:spMk id="3" creationId="{7612D01F-A449-38B1-760B-8E9CFA892DC2}"/>
          </ac:spMkLst>
        </pc:spChg>
        <pc:picChg chg="del">
          <ac:chgData name="Sakali, Patrik" userId="fa3aa0f2-1cb6-4990-b411-1f3f51388fe4" providerId="ADAL" clId="{D7554811-3068-447E-8049-7D1E5DEB70B1}" dt="2026-02-18T13:20:39.430" v="1954" actId="478"/>
          <ac:picMkLst>
            <pc:docMk/>
            <pc:sldMk cId="2469396969" sldId="267"/>
            <ac:picMk id="9" creationId="{01A139CA-FED7-FE7B-38A6-8339632C37F4}"/>
          </ac:picMkLst>
        </pc:picChg>
      </pc:sldChg>
      <pc:sldChg chg="modSp add mod">
        <pc:chgData name="Sakali, Patrik" userId="fa3aa0f2-1cb6-4990-b411-1f3f51388fe4" providerId="ADAL" clId="{D7554811-3068-447E-8049-7D1E5DEB70B1}" dt="2026-02-18T13:25:27.672" v="2625" actId="1076"/>
        <pc:sldMkLst>
          <pc:docMk/>
          <pc:sldMk cId="3297410250" sldId="268"/>
        </pc:sldMkLst>
        <pc:spChg chg="mod">
          <ac:chgData name="Sakali, Patrik" userId="fa3aa0f2-1cb6-4990-b411-1f3f51388fe4" providerId="ADAL" clId="{D7554811-3068-447E-8049-7D1E5DEB70B1}" dt="2026-02-18T13:25:27.672" v="2625" actId="1076"/>
          <ac:spMkLst>
            <pc:docMk/>
            <pc:sldMk cId="3297410250" sldId="268"/>
            <ac:spMk id="3" creationId="{2D3E4895-031D-1FA3-BC1C-B4F19A076D4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2552EF-9721-6895-B201-58DC761C4E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1C9E53-9E50-AFFB-2FC1-5DBA3AF7EB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923717-892D-29E3-E166-CDDBC7A310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22274-F98D-4CF4-B90B-6892ABF150D7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05253D-3F33-E873-C11B-FD414DF79E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09F28E-27E2-92C6-176B-A3AF7E19F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7AEE4-0475-4425-A64C-F180BBC157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79631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74DD93-3F51-7FE4-77EF-E766393A04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2390EC-2132-5663-BE04-269D2102FA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0F305F-3D68-84B5-4392-A7D9DCB7DC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22274-F98D-4CF4-B90B-6892ABF150D7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A4D0CA-B6E3-4AC9-C162-C1746611A8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9D5A36-0244-0C5D-360F-84B8F7E05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7AEE4-0475-4425-A64C-F180BBC157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30838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23484-5C1A-5EBF-7DE1-44BF74A66A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0D4A57-2755-62A8-5547-4A6741F229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0DB651-F1F5-40A1-8107-5398EA96B5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22274-F98D-4CF4-B90B-6892ABF150D7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39075A-7DCB-7706-899B-B1D59FEAC3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1D4DC7-54A9-54EA-4E80-AD43C42AC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7AEE4-0475-4425-A64C-F180BBC157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75979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EE6E07-52D2-DF93-AAC1-DC1C6586B9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B427D6-9A77-5DE4-D0AC-1A86D7AA20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211928-ECCD-1457-7343-ADD6391411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3E9701-3E7B-D71D-051A-3FFE61B32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22274-F98D-4CF4-B90B-6892ABF150D7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CEA75D-BE81-42DA-5A38-D494083A56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0CE07B-A781-0384-72E6-B9C0FCF2F0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7AEE4-0475-4425-A64C-F180BBC157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97483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F8C637-26C6-1439-5A88-6CD4736CB8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A5D38F-CFFD-16E9-11A2-8F4B4D36D8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AA9577-C4DF-0CC4-8B81-3F054044ED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2F5430-352F-4A80-5164-27FAE28078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F029143-1525-3013-2490-F19A599634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CCBA920-AB23-BEBD-B31B-A5A3405739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22274-F98D-4CF4-B90B-6892ABF150D7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55D34F-9061-C087-9E64-FEFDF79727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22AAB7-3B7A-C4F7-E788-F232720CD1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7AEE4-0475-4425-A64C-F180BBC157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4374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550FA3-5A69-DC74-E029-C1ED0FF92F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B20855F-9A10-672C-B909-2258165C2E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22274-F98D-4CF4-B90B-6892ABF150D7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5CAF9B-6E85-5008-1434-C9F367E045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165F21-C9D2-DCE2-764E-B66A21E507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7AEE4-0475-4425-A64C-F180BBC157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266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4790EE-878E-E4DB-46A9-0C0CB0BB56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22274-F98D-4CF4-B90B-6892ABF150D7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F9EE80A-4EB1-F0C1-CCAB-8EDB3562C5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3B2960-B918-70E9-BDF7-29DBA58CE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7AEE4-0475-4425-A64C-F180BBC157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253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C9285A-6F14-78F6-5C8F-B80C2EAB4D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1D3BDC-4A17-4554-B7BD-D05EC8B606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9541C7-6A0B-A40F-F4C4-853673CF4E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9B9F43-9E0E-58C8-AF84-FF285180C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22274-F98D-4CF4-B90B-6892ABF150D7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AE2255-1DF0-6EFB-116F-92879479A6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15B8EF-0129-A762-6849-1729A5FA3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7AEE4-0475-4425-A64C-F180BBC157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56340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E85CF-3F37-D7C6-0E9F-80751360DA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AEBC2D4-CB03-3AE8-D05D-DFB3A73BF7D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E7683A-58A9-0647-2201-25EB01FAAD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9E2F21-8218-B00C-5CC4-F257FD89AA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22274-F98D-4CF4-B90B-6892ABF150D7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BBCD7D-64E8-C31C-49AE-D31B76D9CE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CE4997-BF45-4827-8511-77715C3048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7AEE4-0475-4425-A64C-F180BBC157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8037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39D41D-2C2C-C7F0-414D-5720AFC4B8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A3CB2C-C669-E1FE-85D0-950C361F33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F3CC24-6EDB-0072-39A6-D7593F8773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22274-F98D-4CF4-B90B-6892ABF150D7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BFDB10-24AA-E379-59C6-5C0674957A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582992-9726-448B-270D-B2DD115D3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7AEE4-0475-4425-A64C-F180BBC157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46425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3AFC589-CEE1-FC56-4238-61507376AA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5BE5B6-2AAC-49D6-FB75-04148F97FB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52E4EA-9B03-F44B-FD58-0774729A5D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22274-F98D-4CF4-B90B-6892ABF150D7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5AD9F6-756C-3F97-CE05-9F397979BC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81A92F-5C11-15F9-4FFB-DB868827B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7AEE4-0475-4425-A64C-F180BBC157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287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E6963EE-BA11-C142-D5C6-DB3DD9FE50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B9BDFB-92E6-65EB-DE04-2F03E4E8C1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84AC1C-3D6F-4963-C522-A3B6C59706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C22274-F98D-4CF4-B90B-6892ABF150D7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DE321-D142-C31C-DA2F-1FC6A7CAF5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178540-690F-F33A-B766-345B06E6E7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177AEE4-0475-4425-A64C-F180BBC157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3567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A58BE2-895D-0AE0-2CC7-C6F5B3CD07E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sk-SK" dirty="0"/>
              <a:t>Zadanie III.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2C3155-4336-B142-1B28-3B0DF40C528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sk-SK" dirty="0"/>
              <a:t>Pas II.V 19.2.2026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46899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F78C06B-2BDF-A72B-A951-C59585A455F6}"/>
              </a:ext>
            </a:extLst>
          </p:cNvPr>
          <p:cNvSpPr txBox="1"/>
          <p:nvPr/>
        </p:nvSpPr>
        <p:spPr>
          <a:xfrm>
            <a:off x="1268362" y="837889"/>
            <a:ext cx="916366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k-SK" b="1" dirty="0"/>
              <a:t>Cvičenie 1.</a:t>
            </a:r>
          </a:p>
          <a:p>
            <a:pPr marL="285750" indent="-285750">
              <a:buFontTx/>
              <a:buChar char="-"/>
            </a:pPr>
            <a:r>
              <a:rPr lang="sk-SK" dirty="0"/>
              <a:t>Vytvor v </a:t>
            </a:r>
            <a:r>
              <a:rPr lang="sk-SK" dirty="0" err="1"/>
              <a:t>Pycharme</a:t>
            </a:r>
            <a:r>
              <a:rPr lang="sk-SK" dirty="0"/>
              <a:t> súbor </a:t>
            </a:r>
            <a:r>
              <a:rPr lang="sk-SK" b="1" dirty="0"/>
              <a:t>moje</a:t>
            </a:r>
            <a:r>
              <a:rPr lang="en-US" b="1" dirty="0"/>
              <a:t>_funkcie.py</a:t>
            </a:r>
          </a:p>
          <a:p>
            <a:pPr marL="742950" lvl="1" indent="-285750">
              <a:buFontTx/>
              <a:buChar char="-"/>
            </a:pPr>
            <a:r>
              <a:rPr lang="sk-SK" dirty="0"/>
              <a:t>Vytvor funkciu pozdravenie</a:t>
            </a:r>
            <a:r>
              <a:rPr lang="en-US" dirty="0"/>
              <a:t>() , </a:t>
            </a:r>
            <a:r>
              <a:rPr lang="en-US" dirty="0" err="1"/>
              <a:t>ktor</a:t>
            </a:r>
            <a:r>
              <a:rPr lang="sk-SK" dirty="0"/>
              <a:t>á napíše „</a:t>
            </a:r>
            <a:r>
              <a:rPr lang="sk-SK" dirty="0" err="1"/>
              <a:t>hello</a:t>
            </a:r>
            <a:r>
              <a:rPr lang="sk-SK" dirty="0"/>
              <a:t> </a:t>
            </a:r>
            <a:r>
              <a:rPr lang="sk-SK" dirty="0" err="1"/>
              <a:t>world</a:t>
            </a:r>
            <a:r>
              <a:rPr lang="sk-SK" dirty="0"/>
              <a:t>“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E143B08-679D-5AAA-87CD-F4E9D5D0AB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059" y="2301137"/>
            <a:ext cx="4944165" cy="3238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78416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E26400-3305-8BB4-B674-3955F384DD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C82535C-8844-9879-4D9F-A56398ADD039}"/>
              </a:ext>
            </a:extLst>
          </p:cNvPr>
          <p:cNvSpPr txBox="1"/>
          <p:nvPr/>
        </p:nvSpPr>
        <p:spPr>
          <a:xfrm>
            <a:off x="1720646" y="631447"/>
            <a:ext cx="916366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k-SK" b="1" dirty="0"/>
              <a:t>Cvičenie </a:t>
            </a:r>
            <a:r>
              <a:rPr lang="en-US" b="1" dirty="0"/>
              <a:t>2</a:t>
            </a:r>
            <a:r>
              <a:rPr lang="sk-SK" b="1" dirty="0"/>
              <a:t>.</a:t>
            </a:r>
          </a:p>
          <a:p>
            <a:pPr marL="285750" indent="-285750">
              <a:buFontTx/>
              <a:buChar char="-"/>
            </a:pPr>
            <a:r>
              <a:rPr lang="en-US" dirty="0"/>
              <a:t>V </a:t>
            </a:r>
            <a:r>
              <a:rPr lang="sk-SK" dirty="0" err="1"/>
              <a:t>Pycharm</a:t>
            </a:r>
            <a:r>
              <a:rPr lang="sk-SK" dirty="0"/>
              <a:t> súbor</a:t>
            </a:r>
            <a:r>
              <a:rPr lang="en-US" dirty="0"/>
              <a:t>e</a:t>
            </a:r>
            <a:r>
              <a:rPr lang="sk-SK" dirty="0"/>
              <a:t> </a:t>
            </a:r>
            <a:r>
              <a:rPr lang="sk-SK" b="1" dirty="0"/>
              <a:t>moje</a:t>
            </a:r>
            <a:r>
              <a:rPr lang="en-US" b="1" dirty="0"/>
              <a:t>_funkcie.py</a:t>
            </a:r>
          </a:p>
          <a:p>
            <a:pPr marL="742950" lvl="1" indent="-285750">
              <a:buFontTx/>
              <a:buChar char="-"/>
            </a:pPr>
            <a:r>
              <a:rPr lang="sk-SK" dirty="0"/>
              <a:t>Vytvor funkciu pozdrav</a:t>
            </a:r>
            <a:r>
              <a:rPr lang="en-US" dirty="0"/>
              <a:t>()  , so </a:t>
            </a:r>
            <a:r>
              <a:rPr lang="sk-SK" dirty="0"/>
              <a:t>vstupným parametrom </a:t>
            </a:r>
            <a:r>
              <a:rPr lang="sk-SK" b="1" dirty="0"/>
              <a:t>text</a:t>
            </a:r>
          </a:p>
          <a:p>
            <a:pPr marL="742950" lvl="1" indent="-285750">
              <a:buFontTx/>
              <a:buChar char="-"/>
            </a:pPr>
            <a:r>
              <a:rPr lang="sk-SK" dirty="0"/>
              <a:t>funkcia musí </a:t>
            </a:r>
            <a:r>
              <a:rPr lang="sk-SK" dirty="0" err="1"/>
              <a:t>printnúť</a:t>
            </a:r>
            <a:r>
              <a:rPr lang="sk-SK" dirty="0"/>
              <a:t> premennú </a:t>
            </a:r>
            <a:r>
              <a:rPr lang="sk-SK" b="1" dirty="0"/>
              <a:t>text</a:t>
            </a:r>
          </a:p>
          <a:p>
            <a:pPr marL="742950" lvl="1" indent="-285750">
              <a:buFontTx/>
              <a:buChar char="-"/>
            </a:pPr>
            <a:r>
              <a:rPr lang="sk-SK" dirty="0"/>
              <a:t>Zavolaj funkciu pozdrav s argumentom </a:t>
            </a:r>
            <a:r>
              <a:rPr lang="en-US" dirty="0"/>
              <a:t>“</a:t>
            </a:r>
            <a:r>
              <a:rPr lang="en-US" dirty="0" err="1"/>
              <a:t>Dobr</a:t>
            </a:r>
            <a:r>
              <a:rPr lang="sk-SK" dirty="0"/>
              <a:t>ý Deň!</a:t>
            </a:r>
            <a:r>
              <a:rPr lang="en-US" dirty="0"/>
              <a:t>”</a:t>
            </a:r>
            <a:endParaRPr lang="sk-SK" dirty="0"/>
          </a:p>
          <a:p>
            <a:pPr marL="742950" lvl="1" indent="-285750">
              <a:buFontTx/>
              <a:buChar char="-"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EF4AADA-96AD-D304-8F92-3645CE3F6C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667" y="2108775"/>
            <a:ext cx="5687219" cy="350568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7CD7142-4C83-DC98-F683-516686F29020}"/>
              </a:ext>
            </a:extLst>
          </p:cNvPr>
          <p:cNvSpPr txBox="1"/>
          <p:nvPr/>
        </p:nvSpPr>
        <p:spPr>
          <a:xfrm>
            <a:off x="5078362" y="4210618"/>
            <a:ext cx="47932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sk-SK" sz="1400" i="1" dirty="0">
                <a:solidFill>
                  <a:schemeClr val="bg1">
                    <a:lumMod val="50000"/>
                  </a:schemeClr>
                </a:solidFill>
              </a:rPr>
              <a:t>Parameter – </a:t>
            </a:r>
            <a:r>
              <a:rPr lang="sk-SK" sz="1400" i="1" dirty="0" err="1">
                <a:solidFill>
                  <a:schemeClr val="bg1">
                    <a:lumMod val="50000"/>
                  </a:schemeClr>
                </a:solidFill>
              </a:rPr>
              <a:t>premenna</a:t>
            </a:r>
            <a:r>
              <a:rPr lang="sk-SK" sz="1400" i="1" dirty="0">
                <a:solidFill>
                  <a:schemeClr val="bg1">
                    <a:lumMod val="50000"/>
                  </a:schemeClr>
                </a:solidFill>
              </a:rPr>
              <a:t> na vstupe funkcie</a:t>
            </a:r>
          </a:p>
          <a:p>
            <a:pPr lvl="1"/>
            <a:r>
              <a:rPr lang="sk-SK" sz="1400" i="1" dirty="0">
                <a:solidFill>
                  <a:schemeClr val="bg1">
                    <a:lumMod val="50000"/>
                  </a:schemeClr>
                </a:solidFill>
              </a:rPr>
              <a:t>Argument – To čo zadáme ako </a:t>
            </a:r>
            <a:r>
              <a:rPr lang="sk-SK" sz="1400" i="1" dirty="0" err="1">
                <a:solidFill>
                  <a:schemeClr val="bg1">
                    <a:lumMod val="50000"/>
                  </a:schemeClr>
                </a:solidFill>
              </a:rPr>
              <a:t>value</a:t>
            </a:r>
            <a:r>
              <a:rPr lang="sk-SK" sz="1400" i="1" dirty="0">
                <a:solidFill>
                  <a:schemeClr val="bg1">
                    <a:lumMod val="50000"/>
                  </a:schemeClr>
                </a:solidFill>
              </a:rPr>
              <a:t> pri volaní funkcie</a:t>
            </a:r>
            <a:endParaRPr lang="en-US" sz="1400" i="1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61162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B33CA4-4262-AF73-BBFC-921F6B8767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2EA517B-0736-919B-64E6-013E6F919062}"/>
              </a:ext>
            </a:extLst>
          </p:cNvPr>
          <p:cNvSpPr txBox="1"/>
          <p:nvPr/>
        </p:nvSpPr>
        <p:spPr>
          <a:xfrm>
            <a:off x="1257851" y="211091"/>
            <a:ext cx="9163664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k-SK" b="1" dirty="0"/>
              <a:t>Cvičenie </a:t>
            </a:r>
            <a:r>
              <a:rPr lang="en-US" b="1" dirty="0"/>
              <a:t>3</a:t>
            </a:r>
            <a:r>
              <a:rPr lang="sk-SK" b="1" dirty="0"/>
              <a:t>.</a:t>
            </a:r>
          </a:p>
          <a:p>
            <a:pPr marL="285750" indent="-285750">
              <a:buFontTx/>
              <a:buChar char="-"/>
            </a:pPr>
            <a:r>
              <a:rPr lang="sk-SK" dirty="0"/>
              <a:t>V </a:t>
            </a:r>
            <a:r>
              <a:rPr lang="sk-SK" dirty="0" err="1"/>
              <a:t>Pycharme</a:t>
            </a:r>
            <a:r>
              <a:rPr lang="sk-SK" dirty="0"/>
              <a:t> súbore </a:t>
            </a:r>
            <a:r>
              <a:rPr lang="en-US" b="1" dirty="0"/>
              <a:t>testovanie_kniznic.py</a:t>
            </a:r>
          </a:p>
          <a:p>
            <a:pPr marL="742950" lvl="1" indent="-285750">
              <a:buFontTx/>
              <a:buChar char="-"/>
            </a:pPr>
            <a:r>
              <a:rPr lang="en-US" sz="1200" dirty="0" err="1"/>
              <a:t>Naimportuj</a:t>
            </a:r>
            <a:r>
              <a:rPr lang="en-US" sz="1200" dirty="0"/>
              <a:t> </a:t>
            </a:r>
            <a:r>
              <a:rPr lang="en-US" sz="1200" dirty="0" err="1"/>
              <a:t>kni</a:t>
            </a:r>
            <a:r>
              <a:rPr lang="sk-SK" sz="1200" dirty="0"/>
              <a:t>žnicu </a:t>
            </a:r>
            <a:r>
              <a:rPr lang="sk-SK" sz="1200" dirty="0" err="1"/>
              <a:t>random</a:t>
            </a:r>
            <a:endParaRPr lang="sk-SK" sz="1200" dirty="0"/>
          </a:p>
          <a:p>
            <a:pPr marL="742950" lvl="1" indent="-285750">
              <a:buFontTx/>
              <a:buChar char="-"/>
            </a:pPr>
            <a:r>
              <a:rPr lang="en-US" sz="1200" dirty="0"/>
              <a:t>Ulo</a:t>
            </a:r>
            <a:r>
              <a:rPr lang="sk-SK" sz="1200" dirty="0"/>
              <a:t>ž náhodné číslo do premennej a vypíš premennú</a:t>
            </a:r>
          </a:p>
          <a:p>
            <a:pPr marL="742950" lvl="1" indent="-285750">
              <a:buFontTx/>
              <a:buChar char="-"/>
            </a:pPr>
            <a:r>
              <a:rPr lang="sk-SK" sz="1200" dirty="0"/>
              <a:t>Vytvor list </a:t>
            </a:r>
            <a:r>
              <a:rPr lang="en-US" sz="1200" dirty="0"/>
              <a:t>s </a:t>
            </a:r>
            <a:r>
              <a:rPr lang="en-US" sz="1200" dirty="0" err="1"/>
              <a:t>menami</a:t>
            </a:r>
            <a:r>
              <a:rPr lang="en-US" sz="1200" dirty="0"/>
              <a:t> </a:t>
            </a:r>
            <a:r>
              <a:rPr lang="en-US" sz="1200" dirty="0" err="1"/>
              <a:t>adam,peter,jano,igor,pavol</a:t>
            </a:r>
            <a:endParaRPr lang="en-US" sz="1200" dirty="0"/>
          </a:p>
          <a:p>
            <a:pPr marL="742950" lvl="1" indent="-285750">
              <a:buFontTx/>
              <a:buChar char="-"/>
            </a:pPr>
            <a:r>
              <a:rPr lang="sk-SK" sz="1200" dirty="0"/>
              <a:t>Vypíš náhodné meno zo zoznamu s menami</a:t>
            </a:r>
            <a:endParaRPr lang="en-US" sz="1200" dirty="0"/>
          </a:p>
          <a:p>
            <a:pPr marL="742950" lvl="1" indent="-285750">
              <a:buFontTx/>
              <a:buChar char="-"/>
            </a:pPr>
            <a:r>
              <a:rPr lang="en-US" sz="1200" dirty="0" err="1"/>
              <a:t>Premie</a:t>
            </a:r>
            <a:r>
              <a:rPr lang="sk-SK" sz="1200" dirty="0" err="1"/>
              <a:t>šaj</a:t>
            </a:r>
            <a:r>
              <a:rPr lang="sk-SK" sz="1200" dirty="0"/>
              <a:t> zoznam mien a vypíš posledné meno zo zoznamu</a:t>
            </a:r>
            <a:endParaRPr lang="en-US" sz="1200" dirty="0"/>
          </a:p>
          <a:p>
            <a:pPr marL="742950" lvl="1" indent="-285750">
              <a:buFontTx/>
              <a:buChar char="-"/>
            </a:pP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C159BD3-7B16-D173-8CE3-72C295542B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704" y="2244086"/>
            <a:ext cx="8573696" cy="223868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7DE8BE9-CE5E-3AD9-E3BD-F9801385D62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203" b="5514"/>
          <a:stretch>
            <a:fillRect/>
          </a:stretch>
        </p:blipFill>
        <p:spPr>
          <a:xfrm>
            <a:off x="391704" y="4278752"/>
            <a:ext cx="8697539" cy="210420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2E20DED-88A2-8C35-8ED4-98F4AD85475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499" r="63839"/>
          <a:stretch>
            <a:fillRect/>
          </a:stretch>
        </p:blipFill>
        <p:spPr>
          <a:xfrm>
            <a:off x="8782661" y="3347373"/>
            <a:ext cx="3017635" cy="227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15611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21BE2D-AABA-2B12-445C-8D06F27A31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E0BDC9E-07FE-5EF6-A965-AF69032BE34B}"/>
              </a:ext>
            </a:extLst>
          </p:cNvPr>
          <p:cNvSpPr txBox="1"/>
          <p:nvPr/>
        </p:nvSpPr>
        <p:spPr>
          <a:xfrm>
            <a:off x="1257851" y="211091"/>
            <a:ext cx="9163664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k-SK" b="1" dirty="0"/>
              <a:t>Cvičenie 4.</a:t>
            </a:r>
          </a:p>
          <a:p>
            <a:pPr marL="285750" indent="-285750">
              <a:buFontTx/>
              <a:buChar char="-"/>
            </a:pPr>
            <a:r>
              <a:rPr lang="sk-SK" dirty="0"/>
              <a:t>V </a:t>
            </a:r>
            <a:r>
              <a:rPr lang="sk-SK" dirty="0" err="1"/>
              <a:t>Pycharm</a:t>
            </a:r>
            <a:r>
              <a:rPr lang="sk-SK" dirty="0"/>
              <a:t> súbore </a:t>
            </a:r>
            <a:r>
              <a:rPr lang="en-US" b="1" dirty="0"/>
              <a:t>testovanie_kniznic.py</a:t>
            </a:r>
          </a:p>
          <a:p>
            <a:pPr marL="742950" lvl="1" indent="-285750">
              <a:buFontTx/>
              <a:buChar char="-"/>
            </a:pPr>
            <a:r>
              <a:rPr lang="en-US" sz="1200" dirty="0" err="1"/>
              <a:t>Naimportuj</a:t>
            </a:r>
            <a:r>
              <a:rPr lang="en-US" sz="1200" dirty="0"/>
              <a:t> </a:t>
            </a:r>
            <a:r>
              <a:rPr lang="en-US" sz="1200" dirty="0" err="1"/>
              <a:t>kni</a:t>
            </a:r>
            <a:r>
              <a:rPr lang="sk-SK" sz="1200" dirty="0"/>
              <a:t>žnicu </a:t>
            </a:r>
            <a:r>
              <a:rPr lang="sk-SK" sz="1200" dirty="0" err="1"/>
              <a:t>datetime</a:t>
            </a:r>
            <a:endParaRPr lang="sk-SK" sz="1200" dirty="0"/>
          </a:p>
          <a:p>
            <a:pPr marL="742950" lvl="1" indent="-285750">
              <a:buFontTx/>
              <a:buChar char="-"/>
            </a:pPr>
            <a:r>
              <a:rPr lang="sk-SK" sz="1200" dirty="0"/>
              <a:t>Ulož aktuálny </a:t>
            </a:r>
            <a:r>
              <a:rPr lang="sk-SK" sz="1200" dirty="0" err="1"/>
              <a:t>timestamp</a:t>
            </a:r>
            <a:r>
              <a:rPr lang="sk-SK" sz="1200" dirty="0"/>
              <a:t> do premennej „teraz“</a:t>
            </a:r>
          </a:p>
          <a:p>
            <a:pPr marL="742950" lvl="1" indent="-285750">
              <a:buFontTx/>
              <a:buChar char="-"/>
            </a:pPr>
            <a:r>
              <a:rPr lang="sk-SK" sz="1200" dirty="0"/>
              <a:t>Vypíš </a:t>
            </a:r>
            <a:r>
              <a:rPr lang="sk-SK" sz="1200" dirty="0" err="1"/>
              <a:t>premennu</a:t>
            </a:r>
            <a:r>
              <a:rPr lang="sk-SK" sz="1200" dirty="0"/>
              <a:t> „teraz“</a:t>
            </a:r>
            <a:endParaRPr lang="en-US" sz="1200" dirty="0"/>
          </a:p>
          <a:p>
            <a:pPr marL="742950" lvl="1" indent="-285750">
              <a:buFontTx/>
              <a:buChar char="-"/>
            </a:pPr>
            <a:r>
              <a:rPr lang="en-US" sz="1200" dirty="0" err="1"/>
              <a:t>Vyp</a:t>
            </a:r>
            <a:r>
              <a:rPr lang="sk-SK" sz="1200" dirty="0" err="1"/>
              <a:t>íš</a:t>
            </a:r>
            <a:r>
              <a:rPr lang="sk-SK" sz="1200" dirty="0"/>
              <a:t> premennú „teraz“ v </a:t>
            </a:r>
            <a:r>
              <a:rPr lang="sk-SK" sz="1200" dirty="0" err="1"/>
              <a:t>custom</a:t>
            </a:r>
            <a:r>
              <a:rPr lang="sk-SK" sz="1200" dirty="0"/>
              <a:t> formáte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1AC061F-CF97-58FD-07A0-911AFD8F3AD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6865"/>
          <a:stretch>
            <a:fillRect/>
          </a:stretch>
        </p:blipFill>
        <p:spPr>
          <a:xfrm>
            <a:off x="420116" y="2169534"/>
            <a:ext cx="4464496" cy="205768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8970F93-8097-D2D4-DB7D-A55C1345C8E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6194"/>
          <a:stretch>
            <a:fillRect/>
          </a:stretch>
        </p:blipFill>
        <p:spPr>
          <a:xfrm>
            <a:off x="5259263" y="2055217"/>
            <a:ext cx="4464496" cy="228631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511FBA5-2470-AB16-97AB-9F815B34666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46935"/>
          <a:stretch>
            <a:fillRect/>
          </a:stretch>
        </p:blipFill>
        <p:spPr>
          <a:xfrm>
            <a:off x="420116" y="4455853"/>
            <a:ext cx="4559761" cy="219105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778B913-3BE4-955A-AD1F-21F0F9F57BF5}"/>
              </a:ext>
            </a:extLst>
          </p:cNvPr>
          <p:cNvSpPr txBox="1"/>
          <p:nvPr/>
        </p:nvSpPr>
        <p:spPr>
          <a:xfrm>
            <a:off x="5839683" y="5182049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dirty="0">
                <a:solidFill>
                  <a:schemeClr val="bg1">
                    <a:lumMod val="50000"/>
                  </a:schemeClr>
                </a:solidFill>
              </a:rPr>
              <a:t>Bu</a:t>
            </a:r>
            <a:r>
              <a:rPr lang="sk-SK" i="1" dirty="0">
                <a:solidFill>
                  <a:schemeClr val="bg1">
                    <a:lumMod val="50000"/>
                  </a:schemeClr>
                </a:solidFill>
              </a:rPr>
              <a:t>ď dáš len import </a:t>
            </a:r>
            <a:r>
              <a:rPr lang="sk-SK" i="1" dirty="0" err="1">
                <a:solidFill>
                  <a:schemeClr val="bg1">
                    <a:lumMod val="50000"/>
                  </a:schemeClr>
                </a:solidFill>
              </a:rPr>
              <a:t>datetime</a:t>
            </a:r>
            <a:r>
              <a:rPr lang="sk-SK" i="1" dirty="0">
                <a:solidFill>
                  <a:schemeClr val="bg1">
                    <a:lumMod val="50000"/>
                  </a:schemeClr>
                </a:solidFill>
              </a:rPr>
              <a:t> a potom </a:t>
            </a:r>
            <a:r>
              <a:rPr lang="sk-SK" i="1" dirty="0" err="1">
                <a:solidFill>
                  <a:schemeClr val="bg1">
                    <a:lumMod val="50000"/>
                  </a:schemeClr>
                </a:solidFill>
              </a:rPr>
              <a:t>datetime.datetime.now</a:t>
            </a:r>
            <a:r>
              <a:rPr lang="en-US" i="1" dirty="0">
                <a:solidFill>
                  <a:schemeClr val="bg1">
                    <a:lumMod val="50000"/>
                  </a:schemeClr>
                </a:solidFill>
              </a:rPr>
              <a:t>()</a:t>
            </a:r>
          </a:p>
          <a:p>
            <a:r>
              <a:rPr lang="en-US" i="1" dirty="0" err="1">
                <a:solidFill>
                  <a:schemeClr val="bg1">
                    <a:lumMod val="50000"/>
                  </a:schemeClr>
                </a:solidFill>
              </a:rPr>
              <a:t>Alebo</a:t>
            </a:r>
            <a:r>
              <a:rPr lang="en-US" i="1" dirty="0">
                <a:solidFill>
                  <a:schemeClr val="bg1">
                    <a:lumMod val="50000"/>
                  </a:schemeClr>
                </a:solidFill>
              </a:rPr>
              <a:t> from datetime import datetime a </a:t>
            </a:r>
            <a:r>
              <a:rPr lang="en-US" i="1" dirty="0" err="1">
                <a:solidFill>
                  <a:schemeClr val="bg1">
                    <a:lumMod val="50000"/>
                  </a:schemeClr>
                </a:solidFill>
              </a:rPr>
              <a:t>potom</a:t>
            </a:r>
            <a:endParaRPr lang="en-US" i="1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i="1" dirty="0" err="1">
                <a:solidFill>
                  <a:schemeClr val="bg1">
                    <a:lumMod val="50000"/>
                  </a:schemeClr>
                </a:solidFill>
              </a:rPr>
              <a:t>datetime.now</a:t>
            </a:r>
            <a:r>
              <a:rPr lang="en-US" i="1" dirty="0">
                <a:solidFill>
                  <a:schemeClr val="bg1">
                    <a:lumMod val="50000"/>
                  </a:schemeClr>
                </a:solidFill>
              </a:rPr>
              <a:t>()</a:t>
            </a:r>
          </a:p>
          <a:p>
            <a:r>
              <a:rPr lang="en-US" i="1" dirty="0">
                <a:solidFill>
                  <a:schemeClr val="bg1">
                    <a:lumMod val="50000"/>
                  </a:schemeClr>
                </a:solidFill>
              </a:rPr>
              <a:t>(</a:t>
            </a:r>
            <a:r>
              <a:rPr lang="en-US" i="1" dirty="0" err="1">
                <a:solidFill>
                  <a:schemeClr val="bg1">
                    <a:lumMod val="50000"/>
                  </a:schemeClr>
                </a:solidFill>
              </a:rPr>
              <a:t>tak</a:t>
            </a:r>
            <a:r>
              <a:rPr lang="en-US" i="1" dirty="0">
                <a:solidFill>
                  <a:schemeClr val="bg1">
                    <a:lumMod val="50000"/>
                  </a:schemeClr>
                </a:solidFill>
              </a:rPr>
              <a:t> je </a:t>
            </a:r>
            <a:r>
              <a:rPr lang="en-US" i="1" dirty="0" err="1">
                <a:solidFill>
                  <a:schemeClr val="bg1">
                    <a:lumMod val="50000"/>
                  </a:schemeClr>
                </a:solidFill>
              </a:rPr>
              <a:t>spravena</a:t>
            </a:r>
            <a:r>
              <a:rPr lang="en-US" i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i="1" dirty="0" err="1">
                <a:solidFill>
                  <a:schemeClr val="bg1">
                    <a:lumMod val="50000"/>
                  </a:schemeClr>
                </a:solidFill>
              </a:rPr>
              <a:t>kniznica</a:t>
            </a:r>
            <a:r>
              <a:rPr lang="en-US" i="1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7528041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BB52D9-E6E5-6F55-926A-B3FAFC9896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5852C19-8360-6B0A-21D3-98ED93D60548}"/>
              </a:ext>
            </a:extLst>
          </p:cNvPr>
          <p:cNvSpPr txBox="1"/>
          <p:nvPr/>
        </p:nvSpPr>
        <p:spPr>
          <a:xfrm>
            <a:off x="1257851" y="211091"/>
            <a:ext cx="916366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k-SK" b="1" dirty="0"/>
              <a:t>Cvičenie 5.</a:t>
            </a:r>
          </a:p>
          <a:p>
            <a:pPr marL="285750" indent="-285750">
              <a:buFontTx/>
              <a:buChar char="-"/>
            </a:pPr>
            <a:r>
              <a:rPr lang="sk-SK" dirty="0"/>
              <a:t>Vytvor v </a:t>
            </a:r>
            <a:r>
              <a:rPr lang="sk-SK" dirty="0" err="1"/>
              <a:t>Pycharme</a:t>
            </a:r>
            <a:r>
              <a:rPr lang="sk-SK" dirty="0"/>
              <a:t> súbor </a:t>
            </a:r>
            <a:r>
              <a:rPr lang="en-US" b="1" dirty="0"/>
              <a:t>testovanie_kniznic.py</a:t>
            </a:r>
          </a:p>
          <a:p>
            <a:pPr marL="742950" lvl="1" indent="-285750">
              <a:buFontTx/>
              <a:buChar char="-"/>
            </a:pPr>
            <a:r>
              <a:rPr lang="en-US" sz="1200" dirty="0" err="1"/>
              <a:t>Naimportuj</a:t>
            </a:r>
            <a:r>
              <a:rPr lang="en-US" sz="1200" dirty="0"/>
              <a:t> </a:t>
            </a:r>
            <a:r>
              <a:rPr lang="en-US" sz="1200" dirty="0" err="1"/>
              <a:t>kni</a:t>
            </a:r>
            <a:r>
              <a:rPr lang="sk-SK" sz="1200" dirty="0"/>
              <a:t>žnicu </a:t>
            </a:r>
            <a:r>
              <a:rPr lang="sk-SK" sz="1200" dirty="0" err="1"/>
              <a:t>datetime</a:t>
            </a:r>
            <a:endParaRPr lang="sk-SK" sz="1200" dirty="0"/>
          </a:p>
          <a:p>
            <a:pPr marL="742950" lvl="1" indent="-285750">
              <a:buFontTx/>
              <a:buChar char="-"/>
            </a:pPr>
            <a:r>
              <a:rPr lang="sk-SK" sz="1200" dirty="0"/>
              <a:t>Ulož aktuálny </a:t>
            </a:r>
            <a:r>
              <a:rPr lang="sk-SK" sz="1200" dirty="0" err="1"/>
              <a:t>timestamp</a:t>
            </a:r>
            <a:r>
              <a:rPr lang="sk-SK" sz="1200" dirty="0"/>
              <a:t> do premennej „</a:t>
            </a:r>
            <a:r>
              <a:rPr lang="sk-SK" sz="1200" dirty="0" err="1"/>
              <a:t>start</a:t>
            </a:r>
            <a:r>
              <a:rPr lang="sk-SK" sz="1200" dirty="0"/>
              <a:t>“</a:t>
            </a:r>
          </a:p>
          <a:p>
            <a:pPr marL="742950" lvl="1" indent="-285750">
              <a:buFontTx/>
              <a:buChar char="-"/>
            </a:pPr>
            <a:r>
              <a:rPr lang="en-US" sz="1200" dirty="0" err="1"/>
              <a:t>Vytvor</a:t>
            </a:r>
            <a:r>
              <a:rPr lang="en-US" sz="1200" dirty="0"/>
              <a:t> </a:t>
            </a:r>
            <a:r>
              <a:rPr lang="en-US" sz="1200" dirty="0" err="1"/>
              <a:t>zdr</a:t>
            </a:r>
            <a:r>
              <a:rPr lang="sk-SK" sz="1200" dirty="0" err="1"/>
              <a:t>žanie</a:t>
            </a:r>
            <a:r>
              <a:rPr lang="sk-SK" sz="1200" dirty="0"/>
              <a:t> </a:t>
            </a:r>
            <a:r>
              <a:rPr lang="en-US" sz="1200" dirty="0"/>
              <a:t>(</a:t>
            </a:r>
            <a:r>
              <a:rPr lang="en-US" sz="1200" dirty="0" err="1"/>
              <a:t>napriklad</a:t>
            </a:r>
            <a:r>
              <a:rPr lang="en-US" sz="1200" dirty="0"/>
              <a:t> ten for </a:t>
            </a:r>
            <a:r>
              <a:rPr lang="en-US" sz="1200" dirty="0" err="1"/>
              <a:t>ako</a:t>
            </a:r>
            <a:r>
              <a:rPr lang="en-US" sz="1200" dirty="0"/>
              <a:t> je dole </a:t>
            </a:r>
            <a:r>
              <a:rPr lang="en-US" sz="1200" dirty="0" err="1"/>
              <a:t>alebo</a:t>
            </a:r>
            <a:r>
              <a:rPr lang="en-US" sz="1200" dirty="0"/>
              <a:t>  </a:t>
            </a:r>
            <a:r>
              <a:rPr lang="en-US" sz="1200" dirty="0" err="1"/>
              <a:t>daj</a:t>
            </a:r>
            <a:r>
              <a:rPr lang="en-US" sz="1200" dirty="0"/>
              <a:t> ‘import time’ a ‘</a:t>
            </a:r>
            <a:r>
              <a:rPr lang="en-US" sz="1200" dirty="0" err="1"/>
              <a:t>time.sleep</a:t>
            </a:r>
            <a:r>
              <a:rPr lang="en-US" sz="1200" dirty="0"/>
              <a:t>(5)’</a:t>
            </a:r>
          </a:p>
          <a:p>
            <a:pPr marL="742950" lvl="1" indent="-285750">
              <a:buFontTx/>
              <a:buChar char="-"/>
            </a:pPr>
            <a:r>
              <a:rPr lang="en-US" sz="1200" dirty="0"/>
              <a:t>Ulo</a:t>
            </a:r>
            <a:r>
              <a:rPr lang="sk-SK" sz="1200" dirty="0"/>
              <a:t>ž aktuálny čas do premennej „end“</a:t>
            </a:r>
          </a:p>
          <a:p>
            <a:pPr marL="742950" lvl="1" indent="-285750">
              <a:buFontTx/>
              <a:buChar char="-"/>
            </a:pPr>
            <a:r>
              <a:rPr lang="sk-SK" sz="1200" dirty="0"/>
              <a:t>Vypíš dĺžku trvania skriptu </a:t>
            </a:r>
            <a:r>
              <a:rPr lang="en-US" sz="1200" dirty="0"/>
              <a:t>(od</a:t>
            </a:r>
            <a:r>
              <a:rPr lang="sk-SK" sz="1200" dirty="0"/>
              <a:t>čítaj časy, logicky ten koncový je väčší)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5B83820-03D8-18EE-A94C-B5AA58E143D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6603"/>
          <a:stretch>
            <a:fillRect/>
          </a:stretch>
        </p:blipFill>
        <p:spPr>
          <a:xfrm>
            <a:off x="260357" y="2262202"/>
            <a:ext cx="7373508" cy="404556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F1CD5B7-9D63-89A2-FF2F-93800C7866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8028" y="3199760"/>
            <a:ext cx="3791479" cy="2562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99174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626332-1C19-6D49-EDCB-FEDC3044C5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5DFB5DB-1275-3545-3076-143194B7343E}"/>
              </a:ext>
            </a:extLst>
          </p:cNvPr>
          <p:cNvSpPr txBox="1"/>
          <p:nvPr/>
        </p:nvSpPr>
        <p:spPr>
          <a:xfrm>
            <a:off x="1436526" y="304800"/>
            <a:ext cx="9988065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k-SK" b="1" dirty="0"/>
              <a:t>Cvičenie 6.</a:t>
            </a:r>
          </a:p>
          <a:p>
            <a:pPr marL="285750" indent="-285750">
              <a:buFontTx/>
              <a:buChar char="-"/>
            </a:pPr>
            <a:r>
              <a:rPr lang="sk-SK" dirty="0"/>
              <a:t>v </a:t>
            </a:r>
            <a:r>
              <a:rPr lang="sk-SK" dirty="0" err="1"/>
              <a:t>Pycharme</a:t>
            </a:r>
            <a:r>
              <a:rPr lang="sk-SK" dirty="0"/>
              <a:t> súbor</a:t>
            </a:r>
            <a:r>
              <a:rPr lang="en-US" dirty="0"/>
              <a:t>e</a:t>
            </a:r>
            <a:r>
              <a:rPr lang="sk-SK" dirty="0"/>
              <a:t> </a:t>
            </a:r>
            <a:r>
              <a:rPr lang="en-US" b="1" dirty="0"/>
              <a:t>testovanie_kniznic.py</a:t>
            </a:r>
          </a:p>
          <a:p>
            <a:pPr marL="742950" lvl="1" indent="-285750">
              <a:buFontTx/>
              <a:buChar char="-"/>
            </a:pPr>
            <a:r>
              <a:rPr lang="en-US" sz="1600" dirty="0" err="1"/>
              <a:t>Importuj</a:t>
            </a:r>
            <a:r>
              <a:rPr lang="en-US" sz="1600" dirty="0"/>
              <a:t> </a:t>
            </a:r>
            <a:r>
              <a:rPr lang="en-US" sz="1600" dirty="0" err="1"/>
              <a:t>kni</a:t>
            </a:r>
            <a:r>
              <a:rPr lang="sk-SK" sz="1600" dirty="0"/>
              <a:t>žnicu os</a:t>
            </a:r>
          </a:p>
          <a:p>
            <a:pPr marL="742950" lvl="1" indent="-285750">
              <a:buFontTx/>
              <a:buChar char="-"/>
            </a:pPr>
            <a:r>
              <a:rPr lang="sk-SK" sz="1600" dirty="0"/>
              <a:t>Nastav premennú prostredia POZDRAV=„AHOJ“</a:t>
            </a:r>
          </a:p>
          <a:p>
            <a:pPr marL="742950" lvl="1" indent="-285750">
              <a:buFontTx/>
              <a:buChar char="-"/>
            </a:pPr>
            <a:r>
              <a:rPr lang="sk-SK" sz="1600" dirty="0"/>
              <a:t>Ulož premennú prostredia do </a:t>
            </a:r>
            <a:r>
              <a:rPr lang="sk-SK" sz="1600" dirty="0" err="1"/>
              <a:t>python</a:t>
            </a:r>
            <a:r>
              <a:rPr lang="sk-SK" sz="1600" dirty="0"/>
              <a:t> premennej</a:t>
            </a:r>
          </a:p>
          <a:p>
            <a:pPr marL="742950" lvl="1" indent="-285750">
              <a:buFontTx/>
              <a:buChar char="-"/>
            </a:pPr>
            <a:r>
              <a:rPr lang="sk-SK" sz="1600" dirty="0"/>
              <a:t>Vypíš </a:t>
            </a:r>
            <a:r>
              <a:rPr lang="sk-SK" sz="1600" dirty="0" err="1"/>
              <a:t>python</a:t>
            </a:r>
            <a:r>
              <a:rPr lang="sk-SK" sz="1600" dirty="0"/>
              <a:t> premennú ktorá má v sebe obsah premennej POZDRAV</a:t>
            </a:r>
          </a:p>
          <a:p>
            <a:pPr marL="742950" lvl="1" indent="-285750">
              <a:buFontTx/>
              <a:buChar char="-"/>
            </a:pP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</a:t>
            </a:r>
            <a:r>
              <a:rPr lang="en-US" sz="16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tieto</a:t>
            </a: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premenn</a:t>
            </a:r>
            <a:r>
              <a:rPr lang="sk-SK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é prostredia sú premenné vašich </a:t>
            </a:r>
            <a:r>
              <a:rPr lang="sk-SK" sz="16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nucleus</a:t>
            </a:r>
            <a:r>
              <a:rPr lang="sk-SK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sk-SK" sz="16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windowsov</a:t>
            </a:r>
            <a:r>
              <a:rPr lang="sk-SK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 Ak vám to nepôjde skúste si to na pas mašine...</a:t>
            </a: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)</a:t>
            </a:r>
            <a:r>
              <a:rPr lang="sk-SK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„</a:t>
            </a: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#!/usr/bin/env/python3</a:t>
            </a:r>
            <a:r>
              <a:rPr lang="sk-SK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“</a:t>
            </a: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a ./testovanie_kniznic.py”  </a:t>
            </a:r>
            <a:r>
              <a:rPr lang="en-US" sz="16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alebo</a:t>
            </a: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“python3 file.py”</a:t>
            </a:r>
          </a:p>
          <a:p>
            <a:pPr marL="742950" lvl="1" indent="-285750">
              <a:buFontTx/>
              <a:buChar char="-"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1E61DCF-B763-B78E-A8DD-04949DFA89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408" y="2709544"/>
            <a:ext cx="7514744" cy="3576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12843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3073D3-7076-179E-E8DC-9F7A650DA7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0914042-50C0-4B65-11EA-AF1D1BC7CD33}"/>
              </a:ext>
            </a:extLst>
          </p:cNvPr>
          <p:cNvSpPr txBox="1"/>
          <p:nvPr/>
        </p:nvSpPr>
        <p:spPr>
          <a:xfrm>
            <a:off x="1436526" y="304800"/>
            <a:ext cx="9988065" cy="2646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k-SK" b="1" dirty="0"/>
              <a:t>Cvičenie </a:t>
            </a:r>
            <a:r>
              <a:rPr lang="en-US" b="1" dirty="0"/>
              <a:t>7</a:t>
            </a:r>
            <a:r>
              <a:rPr lang="sk-SK" b="1" dirty="0"/>
              <a:t>.</a:t>
            </a:r>
          </a:p>
          <a:p>
            <a:pPr marL="285750" indent="-285750">
              <a:buFontTx/>
              <a:buChar char="-"/>
            </a:pPr>
            <a:r>
              <a:rPr lang="en-US" b="1" dirty="0" err="1"/>
              <a:t>Prihl</a:t>
            </a:r>
            <a:r>
              <a:rPr lang="sk-SK" b="1" dirty="0" err="1"/>
              <a:t>ás</a:t>
            </a:r>
            <a:r>
              <a:rPr lang="sk-SK" b="1" dirty="0"/>
              <a:t> sa na pas-</a:t>
            </a:r>
            <a:r>
              <a:rPr lang="sk-SK" b="1" dirty="0" err="1"/>
              <a:t>machine</a:t>
            </a:r>
            <a:r>
              <a:rPr lang="sk-SK" b="1" dirty="0"/>
              <a:t> </a:t>
            </a:r>
            <a:r>
              <a:rPr lang="sk-SK" dirty="0"/>
              <a:t>a vytvor súbor </a:t>
            </a:r>
            <a:r>
              <a:rPr lang="en-US" b="1" dirty="0"/>
              <a:t>testovanie_kniznic.py</a:t>
            </a:r>
          </a:p>
          <a:p>
            <a:pPr marL="742950" lvl="1" indent="-285750">
              <a:buFontTx/>
              <a:buChar char="-"/>
            </a:pPr>
            <a:r>
              <a:rPr lang="sk-SK" sz="1600" dirty="0"/>
              <a:t>Vyplň </a:t>
            </a:r>
            <a:r>
              <a:rPr lang="sk-SK" sz="1600" dirty="0" err="1"/>
              <a:t>python</a:t>
            </a:r>
            <a:r>
              <a:rPr lang="sk-SK" sz="1600" dirty="0"/>
              <a:t> </a:t>
            </a:r>
            <a:r>
              <a:rPr lang="sk-SK" sz="1600" dirty="0" err="1"/>
              <a:t>shebang</a:t>
            </a:r>
            <a:endParaRPr lang="sk-SK" sz="1600" dirty="0"/>
          </a:p>
          <a:p>
            <a:pPr marL="742950" lvl="1" indent="-285750">
              <a:buFontTx/>
              <a:buChar char="-"/>
            </a:pPr>
            <a:r>
              <a:rPr lang="en-US" sz="1600" dirty="0" err="1"/>
              <a:t>Importuj</a:t>
            </a:r>
            <a:r>
              <a:rPr lang="en-US" sz="1600" dirty="0"/>
              <a:t> </a:t>
            </a:r>
            <a:r>
              <a:rPr lang="en-US" sz="1600" dirty="0" err="1"/>
              <a:t>kni</a:t>
            </a:r>
            <a:r>
              <a:rPr lang="sk-SK" sz="1600" dirty="0"/>
              <a:t>žnicu </a:t>
            </a:r>
            <a:r>
              <a:rPr lang="sk-SK" sz="1600" dirty="0" err="1"/>
              <a:t>sys</a:t>
            </a:r>
            <a:endParaRPr lang="en-US" sz="1600" dirty="0"/>
          </a:p>
          <a:p>
            <a:pPr marL="742950" lvl="1" indent="-285750">
              <a:buFontTx/>
              <a:buChar char="-"/>
            </a:pPr>
            <a:r>
              <a:rPr lang="en-US" sz="1600" dirty="0" err="1"/>
              <a:t>Vyp</a:t>
            </a:r>
            <a:r>
              <a:rPr lang="sk-SK" sz="1600" dirty="0" err="1"/>
              <a:t>íš</a:t>
            </a:r>
            <a:r>
              <a:rPr lang="sk-SK" sz="1600" dirty="0"/>
              <a:t> verziu </a:t>
            </a:r>
            <a:r>
              <a:rPr lang="sk-SK" sz="1600" dirty="0" err="1"/>
              <a:t>pythonu</a:t>
            </a:r>
            <a:r>
              <a:rPr lang="sk-SK" sz="1600" dirty="0"/>
              <a:t> cez knižnicu </a:t>
            </a:r>
            <a:r>
              <a:rPr lang="sk-SK" sz="1600" dirty="0" err="1"/>
              <a:t>sys</a:t>
            </a:r>
            <a:endParaRPr lang="sk-SK" sz="1600" dirty="0"/>
          </a:p>
          <a:p>
            <a:pPr marL="742950" lvl="1" indent="-285750">
              <a:buFontTx/>
              <a:buChar char="-"/>
            </a:pPr>
            <a:r>
              <a:rPr lang="sk-SK" sz="1600" dirty="0"/>
              <a:t>Vypíš všetky argumenty a prvý argument</a:t>
            </a:r>
          </a:p>
          <a:p>
            <a:pPr marL="742950" lvl="1" indent="-285750">
              <a:buFontTx/>
              <a:buChar char="-"/>
            </a:pPr>
            <a:r>
              <a:rPr lang="sk-SK" sz="1600" dirty="0"/>
              <a:t>Spusti skript s argumentmi </a:t>
            </a:r>
            <a:r>
              <a:rPr lang="en-US" sz="1600" dirty="0"/>
              <a:t>“</a:t>
            </a:r>
            <a:r>
              <a:rPr lang="sk-SK" sz="1600" dirty="0"/>
              <a:t>.</a:t>
            </a:r>
            <a:r>
              <a:rPr lang="en-US" sz="1600" dirty="0"/>
              <a:t>/testovanie_kniznic.py a b c”</a:t>
            </a:r>
          </a:p>
          <a:p>
            <a:pPr marL="742950" lvl="1" indent="-285750">
              <a:buFontTx/>
              <a:buChar char="-"/>
            </a:pPr>
            <a:r>
              <a:rPr lang="sk-SK" sz="1600" dirty="0"/>
              <a:t>Všimni si že nultý argument je rovnaký ako </a:t>
            </a:r>
            <a:r>
              <a:rPr lang="en-US" sz="1600" dirty="0"/>
              <a:t>$0 v </a:t>
            </a:r>
            <a:r>
              <a:rPr lang="en-US" sz="1600" dirty="0" err="1"/>
              <a:t>bashi</a:t>
            </a:r>
            <a:endParaRPr lang="sk-SK" sz="1600" dirty="0"/>
          </a:p>
          <a:p>
            <a:pPr marL="742950" lvl="1" indent="-285750">
              <a:buFontTx/>
              <a:buChar char="-"/>
            </a:pPr>
            <a:endParaRPr lang="sk-SK" sz="1600" dirty="0"/>
          </a:p>
          <a:p>
            <a:pPr marL="742950" lvl="1" indent="-285750">
              <a:buFontTx/>
              <a:buChar char="-"/>
            </a:pP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9485771-E0F6-9558-56A6-C00F8650524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204"/>
          <a:stretch>
            <a:fillRect/>
          </a:stretch>
        </p:blipFill>
        <p:spPr>
          <a:xfrm>
            <a:off x="514651" y="4462606"/>
            <a:ext cx="7525800" cy="195008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BF01D3A-37B7-3AC3-0C0C-A650F9EA1D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168" y="2395393"/>
            <a:ext cx="7525800" cy="2067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03026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730AFA-2CF9-9ADE-D29F-2FF0273DFD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2F17521-089E-542C-A789-388038C410B2}"/>
              </a:ext>
            </a:extLst>
          </p:cNvPr>
          <p:cNvSpPr txBox="1"/>
          <p:nvPr/>
        </p:nvSpPr>
        <p:spPr>
          <a:xfrm>
            <a:off x="925249" y="304800"/>
            <a:ext cx="9988065" cy="1908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k-SK" b="1" dirty="0"/>
              <a:t>Cvičenie 8.</a:t>
            </a:r>
          </a:p>
          <a:p>
            <a:pPr marL="285750" indent="-285750">
              <a:buFontTx/>
              <a:buChar char="-"/>
            </a:pPr>
            <a:r>
              <a:rPr lang="en-US" dirty="0"/>
              <a:t>V</a:t>
            </a:r>
            <a:r>
              <a:rPr lang="sk-SK" dirty="0"/>
              <a:t> súbor</a:t>
            </a:r>
            <a:r>
              <a:rPr lang="en-US" dirty="0"/>
              <a:t>e</a:t>
            </a:r>
            <a:r>
              <a:rPr lang="sk-SK" dirty="0"/>
              <a:t> </a:t>
            </a:r>
            <a:r>
              <a:rPr lang="en-US" b="1" dirty="0"/>
              <a:t>testovanie_kniznic.py</a:t>
            </a:r>
          </a:p>
          <a:p>
            <a:pPr marL="742950" lvl="1" indent="-285750">
              <a:buFontTx/>
              <a:buChar char="-"/>
            </a:pPr>
            <a:r>
              <a:rPr lang="en-US" sz="1600" dirty="0" err="1"/>
              <a:t>Importni</a:t>
            </a:r>
            <a:r>
              <a:rPr lang="en-US" sz="1600" dirty="0"/>
              <a:t> </a:t>
            </a:r>
            <a:r>
              <a:rPr lang="en-US" sz="1600" dirty="0" err="1"/>
              <a:t>kn</a:t>
            </a:r>
            <a:r>
              <a:rPr lang="sk-SK" sz="1600" dirty="0" err="1"/>
              <a:t>ižnicu</a:t>
            </a:r>
            <a:r>
              <a:rPr lang="sk-SK" sz="1600" dirty="0"/>
              <a:t> </a:t>
            </a:r>
            <a:r>
              <a:rPr lang="sk-SK" sz="1600" b="1" dirty="0" err="1"/>
              <a:t>sys</a:t>
            </a:r>
            <a:endParaRPr lang="sk-SK" sz="1600" b="1" dirty="0"/>
          </a:p>
          <a:p>
            <a:pPr marL="742950" lvl="1" indent="-285750">
              <a:buFontTx/>
              <a:buChar char="-"/>
            </a:pPr>
            <a:r>
              <a:rPr lang="sk-SK" sz="1600" dirty="0"/>
              <a:t>Ulož verziu </a:t>
            </a:r>
            <a:r>
              <a:rPr lang="sk-SK" sz="1600" dirty="0" err="1"/>
              <a:t>pythonu</a:t>
            </a:r>
            <a:r>
              <a:rPr lang="sk-SK" sz="1600" dirty="0"/>
              <a:t> do premennej </a:t>
            </a:r>
            <a:r>
              <a:rPr lang="sk-SK" sz="1600" dirty="0" err="1"/>
              <a:t>pyversion</a:t>
            </a:r>
            <a:endParaRPr lang="sk-SK" sz="1600" dirty="0"/>
          </a:p>
          <a:p>
            <a:pPr marL="742950" lvl="1" indent="-285750">
              <a:buFontTx/>
              <a:buChar char="-"/>
            </a:pPr>
            <a:r>
              <a:rPr lang="sk-SK" sz="1600" dirty="0"/>
              <a:t>Vytvor textový súbor python_version.txt kde zapíšeš obsah premennej </a:t>
            </a:r>
            <a:r>
              <a:rPr lang="sk-SK" sz="1600" dirty="0" err="1"/>
              <a:t>pyversion</a:t>
            </a:r>
            <a:endParaRPr lang="sk-SK" sz="1600" dirty="0"/>
          </a:p>
          <a:p>
            <a:pPr marL="742950" lvl="1" indent="-285750">
              <a:buFontTx/>
              <a:buChar char="-"/>
            </a:pPr>
            <a:r>
              <a:rPr lang="sk-SK" sz="1600" dirty="0"/>
              <a:t>Súbor </a:t>
            </a:r>
            <a:r>
              <a:rPr lang="en-US" sz="1600" dirty="0"/>
              <a:t>m</a:t>
            </a:r>
            <a:r>
              <a:rPr lang="sk-SK" sz="1600" dirty="0"/>
              <a:t>á obsahovať iba to čo je v premennej </a:t>
            </a:r>
            <a:r>
              <a:rPr lang="sk-SK" sz="1600" dirty="0" err="1"/>
              <a:t>pyversion</a:t>
            </a:r>
            <a:endParaRPr lang="sk-SK" sz="1600" dirty="0"/>
          </a:p>
          <a:p>
            <a:pPr marL="742950" lvl="1" indent="-285750">
              <a:buFontTx/>
              <a:buChar char="-"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629076B-5E04-C608-F4DF-29BD05BA0A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134" y="2439571"/>
            <a:ext cx="8765998" cy="368189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F98F32B-B7DD-3C76-69A5-55D1792AD5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0305" y="3930511"/>
            <a:ext cx="5973009" cy="71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11287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1924C6-915F-CFAB-E537-EE08ABC5DD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D1F1E3C-E7A1-C4C3-2E6D-289ABA7EA14C}"/>
              </a:ext>
            </a:extLst>
          </p:cNvPr>
          <p:cNvSpPr txBox="1"/>
          <p:nvPr/>
        </p:nvSpPr>
        <p:spPr>
          <a:xfrm>
            <a:off x="348128" y="208389"/>
            <a:ext cx="10392696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/>
              <a:t>Zadanie</a:t>
            </a:r>
            <a:r>
              <a:rPr lang="en-US" b="1" dirty="0"/>
              <a:t> 1</a:t>
            </a:r>
            <a:r>
              <a:rPr lang="sk-SK" b="1" dirty="0"/>
              <a:t>.</a:t>
            </a:r>
          </a:p>
          <a:p>
            <a:pPr marL="285750" indent="-285750">
              <a:buFontTx/>
              <a:buChar char="-"/>
            </a:pPr>
            <a:r>
              <a:rPr lang="sk-SK" dirty="0"/>
              <a:t>Vytvor v </a:t>
            </a:r>
            <a:r>
              <a:rPr lang="sk-SK" dirty="0" err="1"/>
              <a:t>Pycharme</a:t>
            </a:r>
            <a:r>
              <a:rPr lang="sk-SK" dirty="0"/>
              <a:t> súbor </a:t>
            </a:r>
            <a:r>
              <a:rPr lang="en-US" b="1" dirty="0"/>
              <a:t>stopky.py</a:t>
            </a:r>
          </a:p>
          <a:p>
            <a:pPr marL="742950" lvl="1" indent="-285750">
              <a:buFontTx/>
              <a:buChar char="-"/>
            </a:pPr>
            <a:r>
              <a:rPr lang="en-US" dirty="0" err="1"/>
              <a:t>Pridaj</a:t>
            </a:r>
            <a:r>
              <a:rPr lang="en-US" dirty="0"/>
              <a:t> </a:t>
            </a:r>
            <a:r>
              <a:rPr lang="en-US" dirty="0" err="1"/>
              <a:t>kniznice</a:t>
            </a:r>
            <a:r>
              <a:rPr lang="en-US" dirty="0"/>
              <a:t> </a:t>
            </a:r>
            <a:r>
              <a:rPr lang="en-US" dirty="0" err="1"/>
              <a:t>time,datetime,random</a:t>
            </a:r>
            <a:endParaRPr lang="en-US" dirty="0"/>
          </a:p>
          <a:p>
            <a:pPr marL="742950" lvl="1" indent="-285750">
              <a:buFontTx/>
              <a:buChar char="-"/>
            </a:pPr>
            <a:r>
              <a:rPr lang="en-US" dirty="0" err="1"/>
              <a:t>vytvor</a:t>
            </a:r>
            <a:r>
              <a:rPr lang="en-US" dirty="0"/>
              <a:t> </a:t>
            </a:r>
            <a:r>
              <a:rPr lang="en-US" dirty="0" err="1"/>
              <a:t>prazdny</a:t>
            </a:r>
            <a:r>
              <a:rPr lang="en-US" dirty="0"/>
              <a:t> </a:t>
            </a:r>
            <a:r>
              <a:rPr lang="en-US" dirty="0" err="1"/>
              <a:t>zoznam</a:t>
            </a:r>
            <a:r>
              <a:rPr lang="en-US" dirty="0"/>
              <a:t> “</a:t>
            </a:r>
            <a:r>
              <a:rPr lang="en-US" dirty="0" err="1"/>
              <a:t>casy</a:t>
            </a:r>
            <a:r>
              <a:rPr lang="en-US" dirty="0"/>
              <a:t>”</a:t>
            </a:r>
          </a:p>
          <a:p>
            <a:pPr marL="742950" lvl="1" indent="-285750">
              <a:buFontTx/>
              <a:buChar char="-"/>
            </a:pPr>
            <a:r>
              <a:rPr lang="en-US" dirty="0" err="1"/>
              <a:t>Vytvor</a:t>
            </a:r>
            <a:r>
              <a:rPr lang="en-US" dirty="0"/>
              <a:t> </a:t>
            </a:r>
            <a:r>
              <a:rPr lang="en-US" dirty="0" err="1"/>
              <a:t>funkciu</a:t>
            </a:r>
            <a:r>
              <a:rPr lang="en-US" dirty="0"/>
              <a:t> </a:t>
            </a:r>
            <a:r>
              <a:rPr lang="en-US" dirty="0" err="1"/>
              <a:t>stopky</a:t>
            </a:r>
            <a:r>
              <a:rPr lang="en-US" dirty="0"/>
              <a:t>(), </a:t>
            </a:r>
            <a:r>
              <a:rPr lang="en-US" dirty="0" err="1"/>
              <a:t>ktora</a:t>
            </a:r>
            <a:r>
              <a:rPr lang="en-US" dirty="0"/>
              <a:t> </a:t>
            </a:r>
            <a:r>
              <a:rPr lang="en-US" dirty="0" err="1"/>
              <a:t>ulozi</a:t>
            </a:r>
            <a:r>
              <a:rPr lang="en-US" dirty="0"/>
              <a:t> </a:t>
            </a:r>
            <a:r>
              <a:rPr lang="en-US" dirty="0" err="1"/>
              <a:t>aktualny</a:t>
            </a:r>
            <a:r>
              <a:rPr lang="en-US" dirty="0"/>
              <a:t> </a:t>
            </a:r>
            <a:r>
              <a:rPr lang="en-US" dirty="0" err="1"/>
              <a:t>cas</a:t>
            </a:r>
            <a:r>
              <a:rPr lang="en-US" dirty="0"/>
              <a:t> a </a:t>
            </a:r>
            <a:r>
              <a:rPr lang="en-US" dirty="0" err="1"/>
              <a:t>prida</a:t>
            </a:r>
            <a:r>
              <a:rPr lang="en-US" dirty="0"/>
              <a:t> ho do </a:t>
            </a:r>
            <a:r>
              <a:rPr lang="en-US" dirty="0" err="1"/>
              <a:t>zoznamu</a:t>
            </a:r>
            <a:r>
              <a:rPr lang="en-US" dirty="0"/>
              <a:t> “</a:t>
            </a:r>
            <a:r>
              <a:rPr lang="en-US" dirty="0" err="1"/>
              <a:t>casy</a:t>
            </a:r>
            <a:r>
              <a:rPr lang="en-US" dirty="0"/>
              <a:t>”</a:t>
            </a:r>
          </a:p>
          <a:p>
            <a:pPr marL="742950" lvl="1" indent="-285750">
              <a:buFontTx/>
              <a:buChar char="-"/>
            </a:pPr>
            <a:r>
              <a:rPr lang="en-US" dirty="0" err="1"/>
              <a:t>Vytvor</a:t>
            </a:r>
            <a:r>
              <a:rPr lang="en-US" dirty="0"/>
              <a:t> </a:t>
            </a:r>
            <a:r>
              <a:rPr lang="en-US" dirty="0" err="1"/>
              <a:t>funkciu</a:t>
            </a:r>
            <a:r>
              <a:rPr lang="en-US" dirty="0"/>
              <a:t> </a:t>
            </a:r>
            <a:r>
              <a:rPr lang="en-US" dirty="0" err="1"/>
              <a:t>pockaj</a:t>
            </a:r>
            <a:r>
              <a:rPr lang="en-US" dirty="0"/>
              <a:t>(), </a:t>
            </a:r>
            <a:r>
              <a:rPr lang="en-US" dirty="0" err="1"/>
              <a:t>ktora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vstupe</a:t>
            </a:r>
            <a:r>
              <a:rPr lang="en-US" dirty="0"/>
              <a:t> </a:t>
            </a:r>
            <a:r>
              <a:rPr lang="en-US" dirty="0" err="1"/>
              <a:t>vezme</a:t>
            </a:r>
            <a:r>
              <a:rPr lang="en-US" dirty="0"/>
              <a:t> </a:t>
            </a:r>
            <a:r>
              <a:rPr lang="en-US" dirty="0" err="1"/>
              <a:t>cislo</a:t>
            </a:r>
            <a:r>
              <a:rPr lang="en-US" dirty="0"/>
              <a:t> a </a:t>
            </a:r>
            <a:r>
              <a:rPr lang="en-US" dirty="0" err="1"/>
              <a:t>tolko</a:t>
            </a:r>
            <a:r>
              <a:rPr lang="en-US" dirty="0"/>
              <a:t> </a:t>
            </a:r>
            <a:r>
              <a:rPr lang="en-US" dirty="0" err="1"/>
              <a:t>sekund</a:t>
            </a:r>
            <a:r>
              <a:rPr lang="en-US" dirty="0"/>
              <a:t> </a:t>
            </a:r>
            <a:r>
              <a:rPr lang="en-US" dirty="0" err="1"/>
              <a:t>pocka</a:t>
            </a:r>
            <a:r>
              <a:rPr lang="en-US" dirty="0"/>
              <a:t>.</a:t>
            </a:r>
          </a:p>
          <a:p>
            <a:pPr marL="742950" lvl="1" indent="-285750">
              <a:buFontTx/>
              <a:buChar char="-"/>
            </a:pPr>
            <a:r>
              <a:rPr lang="en-US" dirty="0" err="1"/>
              <a:t>Vytvor</a:t>
            </a:r>
            <a:r>
              <a:rPr lang="en-US" dirty="0"/>
              <a:t> </a:t>
            </a:r>
            <a:r>
              <a:rPr lang="en-US" dirty="0" err="1"/>
              <a:t>funkciu</a:t>
            </a:r>
            <a:r>
              <a:rPr lang="en-US" dirty="0"/>
              <a:t> </a:t>
            </a:r>
            <a:r>
              <a:rPr lang="en-US" dirty="0" err="1"/>
              <a:t>pockaj_chvilu</a:t>
            </a:r>
            <a:r>
              <a:rPr lang="en-US" dirty="0"/>
              <a:t>(), </a:t>
            </a:r>
            <a:r>
              <a:rPr lang="en-US" dirty="0" err="1"/>
              <a:t>ktora</a:t>
            </a:r>
            <a:r>
              <a:rPr lang="en-US" dirty="0"/>
              <a:t> </a:t>
            </a:r>
            <a:r>
              <a:rPr lang="en-US" dirty="0" err="1"/>
              <a:t>neberie</a:t>
            </a:r>
            <a:r>
              <a:rPr lang="en-US" dirty="0"/>
              <a:t> </a:t>
            </a:r>
            <a:r>
              <a:rPr lang="en-US" dirty="0" err="1"/>
              <a:t>vstupny</a:t>
            </a:r>
            <a:r>
              <a:rPr lang="en-US" dirty="0"/>
              <a:t> </a:t>
            </a:r>
            <a:r>
              <a:rPr lang="en-US" dirty="0" err="1"/>
              <a:t>udaj</a:t>
            </a:r>
            <a:r>
              <a:rPr lang="en-US" dirty="0"/>
              <a:t> ale </a:t>
            </a:r>
            <a:r>
              <a:rPr lang="en-US" dirty="0" err="1"/>
              <a:t>pocka</a:t>
            </a:r>
            <a:r>
              <a:rPr lang="en-US" dirty="0"/>
              <a:t> </a:t>
            </a:r>
            <a:r>
              <a:rPr lang="en-US" dirty="0" err="1"/>
              <a:t>nahodne</a:t>
            </a:r>
            <a:r>
              <a:rPr lang="en-US" dirty="0"/>
              <a:t> od 1 do 5 </a:t>
            </a:r>
            <a:r>
              <a:rPr lang="en-US" dirty="0" err="1"/>
              <a:t>sekund</a:t>
            </a:r>
            <a:endParaRPr lang="en-US" dirty="0"/>
          </a:p>
          <a:p>
            <a:pPr marL="742950" lvl="1" indent="-285750">
              <a:buFontTx/>
              <a:buChar char="-"/>
            </a:pPr>
            <a:r>
              <a:rPr lang="en-US" dirty="0" err="1"/>
              <a:t>Vytvor</a:t>
            </a:r>
            <a:r>
              <a:rPr lang="en-US" dirty="0"/>
              <a:t> </a:t>
            </a:r>
            <a:r>
              <a:rPr lang="en-US" dirty="0" err="1"/>
              <a:t>funkciu</a:t>
            </a:r>
            <a:r>
              <a:rPr lang="en-US" dirty="0"/>
              <a:t> </a:t>
            </a:r>
            <a:r>
              <a:rPr lang="en-US" dirty="0" err="1"/>
              <a:t>ukaz_casy</a:t>
            </a:r>
            <a:r>
              <a:rPr lang="en-US" dirty="0"/>
              <a:t>() , </a:t>
            </a:r>
            <a:r>
              <a:rPr lang="en-US" dirty="0" err="1"/>
              <a:t>ktora</a:t>
            </a:r>
            <a:r>
              <a:rPr lang="en-US" dirty="0"/>
              <a:t> </a:t>
            </a:r>
            <a:r>
              <a:rPr lang="en-US" dirty="0" err="1"/>
              <a:t>vypise</a:t>
            </a:r>
            <a:r>
              <a:rPr lang="en-US" dirty="0"/>
              <a:t> </a:t>
            </a:r>
            <a:r>
              <a:rPr lang="en-US" dirty="0" err="1"/>
              <a:t>vsetky</a:t>
            </a:r>
            <a:r>
              <a:rPr lang="en-US" dirty="0"/>
              <a:t> </a:t>
            </a:r>
            <a:r>
              <a:rPr lang="en-US" dirty="0" err="1"/>
              <a:t>casy</a:t>
            </a:r>
            <a:r>
              <a:rPr lang="en-US" dirty="0"/>
              <a:t> </a:t>
            </a:r>
            <a:r>
              <a:rPr lang="en-US" dirty="0" err="1"/>
              <a:t>ak</a:t>
            </a:r>
            <a:r>
              <a:rPr lang="en-US" dirty="0"/>
              <a:t> </a:t>
            </a:r>
            <a:r>
              <a:rPr lang="en-US" dirty="0" err="1"/>
              <a:t>nezadame</a:t>
            </a:r>
            <a:r>
              <a:rPr lang="en-US" dirty="0"/>
              <a:t> </a:t>
            </a:r>
            <a:r>
              <a:rPr lang="en-US" dirty="0" err="1"/>
              <a:t>ziaden</a:t>
            </a:r>
            <a:r>
              <a:rPr lang="en-US" dirty="0"/>
              <a:t> </a:t>
            </a:r>
            <a:r>
              <a:rPr lang="en-US" dirty="0" err="1"/>
              <a:t>vstup</a:t>
            </a:r>
            <a:r>
              <a:rPr lang="en-US" dirty="0"/>
              <a:t>, </a:t>
            </a:r>
            <a:r>
              <a:rPr lang="en-US" dirty="0" err="1"/>
              <a:t>ak</a:t>
            </a:r>
            <a:r>
              <a:rPr lang="en-US" dirty="0"/>
              <a:t> </a:t>
            </a:r>
            <a:r>
              <a:rPr lang="en-US" dirty="0" err="1"/>
              <a:t>zadam</a:t>
            </a:r>
            <a:r>
              <a:rPr lang="en-US" dirty="0"/>
              <a:t> </a:t>
            </a:r>
            <a:r>
              <a:rPr lang="en-US" dirty="0" err="1"/>
              <a:t>cislo</a:t>
            </a:r>
            <a:r>
              <a:rPr lang="en-US" dirty="0"/>
              <a:t> </a:t>
            </a:r>
            <a:r>
              <a:rPr lang="en-US" dirty="0" err="1"/>
              <a:t>vypise</a:t>
            </a:r>
            <a:r>
              <a:rPr lang="en-US" dirty="0"/>
              <a:t> mi </a:t>
            </a:r>
            <a:r>
              <a:rPr lang="en-US" dirty="0" err="1"/>
              <a:t>dany</a:t>
            </a:r>
            <a:r>
              <a:rPr lang="en-US" dirty="0"/>
              <a:t> </a:t>
            </a:r>
            <a:r>
              <a:rPr lang="en-US" dirty="0" err="1"/>
              <a:t>cas</a:t>
            </a:r>
            <a:r>
              <a:rPr lang="en-US" dirty="0"/>
              <a:t> </a:t>
            </a:r>
            <a:r>
              <a:rPr lang="en-US" dirty="0" err="1"/>
              <a:t>podla</a:t>
            </a:r>
            <a:r>
              <a:rPr lang="en-US" dirty="0"/>
              <a:t> </a:t>
            </a:r>
            <a:r>
              <a:rPr lang="en-US" dirty="0" err="1"/>
              <a:t>cisla</a:t>
            </a:r>
            <a:r>
              <a:rPr lang="en-US" dirty="0"/>
              <a:t> </a:t>
            </a:r>
            <a:r>
              <a:rPr lang="en-US" dirty="0" err="1"/>
              <a:t>indexu</a:t>
            </a:r>
            <a:r>
              <a:rPr lang="en-US" dirty="0"/>
              <a:t> v </a:t>
            </a:r>
            <a:r>
              <a:rPr lang="en-US" dirty="0" err="1"/>
              <a:t>zozname</a:t>
            </a:r>
            <a:r>
              <a:rPr lang="en-US" dirty="0"/>
              <a:t> “</a:t>
            </a:r>
            <a:r>
              <a:rPr lang="en-US" dirty="0" err="1"/>
              <a:t>casy</a:t>
            </a:r>
            <a:r>
              <a:rPr lang="en-US" dirty="0"/>
              <a:t>”</a:t>
            </a:r>
          </a:p>
          <a:p>
            <a:pPr marL="742950" lvl="1" indent="-285750">
              <a:buFontTx/>
              <a:buChar char="-"/>
            </a:pPr>
            <a:r>
              <a:rPr lang="en-US" dirty="0" err="1"/>
              <a:t>Vsetky</a:t>
            </a:r>
            <a:r>
              <a:rPr lang="en-US" dirty="0"/>
              <a:t> </a:t>
            </a:r>
            <a:r>
              <a:rPr lang="en-US" dirty="0" err="1"/>
              <a:t>funkcie</a:t>
            </a:r>
            <a:r>
              <a:rPr lang="en-US" dirty="0"/>
              <a:t> </a:t>
            </a:r>
            <a:r>
              <a:rPr lang="en-US" dirty="0" err="1"/>
              <a:t>nasledne</a:t>
            </a:r>
            <a:r>
              <a:rPr lang="en-US" dirty="0"/>
              <a:t> </a:t>
            </a:r>
            <a:r>
              <a:rPr lang="en-US" dirty="0" err="1"/>
              <a:t>zavolaj</a:t>
            </a:r>
            <a:r>
              <a:rPr lang="en-US" dirty="0"/>
              <a:t> </a:t>
            </a:r>
            <a:r>
              <a:rPr lang="en-US" dirty="0" err="1"/>
              <a:t>tak</a:t>
            </a:r>
            <a:r>
              <a:rPr lang="en-US" dirty="0"/>
              <a:t>, aby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ukladal</a:t>
            </a:r>
            <a:r>
              <a:rPr lang="en-US" dirty="0"/>
              <a:t> </a:t>
            </a:r>
            <a:r>
              <a:rPr lang="en-US" dirty="0" err="1"/>
              <a:t>cas</a:t>
            </a:r>
            <a:r>
              <a:rPr lang="en-US" dirty="0"/>
              <a:t> a bola tam </a:t>
            </a:r>
            <a:r>
              <a:rPr lang="en-US" dirty="0" err="1"/>
              <a:t>pauza</a:t>
            </a:r>
            <a:r>
              <a:rPr lang="en-US" dirty="0"/>
              <a:t>. Nech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konci</a:t>
            </a:r>
            <a:r>
              <a:rPr lang="en-US" dirty="0"/>
              <a:t> ma </a:t>
            </a:r>
            <a:r>
              <a:rPr lang="en-US" dirty="0" err="1"/>
              <a:t>zoznam</a:t>
            </a:r>
            <a:r>
              <a:rPr lang="en-US" dirty="0"/>
              <a:t> “</a:t>
            </a:r>
            <a:r>
              <a:rPr lang="en-US" dirty="0" err="1"/>
              <a:t>casy</a:t>
            </a:r>
            <a:r>
              <a:rPr lang="en-US" dirty="0"/>
              <a:t>” </a:t>
            </a:r>
            <a:r>
              <a:rPr lang="en-US" dirty="0" err="1"/>
              <a:t>aspon</a:t>
            </a:r>
            <a:r>
              <a:rPr lang="en-US" dirty="0"/>
              <a:t> 5 </a:t>
            </a:r>
            <a:r>
              <a:rPr lang="en-US" dirty="0" err="1"/>
              <a:t>casov</a:t>
            </a:r>
            <a:r>
              <a:rPr lang="en-US" dirty="0"/>
              <a:t>. Na </a:t>
            </a:r>
            <a:r>
              <a:rPr lang="en-US" dirty="0" err="1"/>
              <a:t>konci</a:t>
            </a:r>
            <a:r>
              <a:rPr lang="en-US" dirty="0"/>
              <a:t> </a:t>
            </a:r>
            <a:r>
              <a:rPr lang="en-US" dirty="0" err="1"/>
              <a:t>vypis</a:t>
            </a:r>
            <a:r>
              <a:rPr lang="en-US" dirty="0"/>
              <a:t> </a:t>
            </a:r>
            <a:r>
              <a:rPr lang="en-US" dirty="0" err="1"/>
              <a:t>vsetky</a:t>
            </a:r>
            <a:r>
              <a:rPr lang="en-US" dirty="0"/>
              <a:t> </a:t>
            </a:r>
            <a:r>
              <a:rPr lang="en-US" dirty="0" err="1"/>
              <a:t>casy</a:t>
            </a:r>
            <a:r>
              <a:rPr lang="en-US" dirty="0"/>
              <a:t> a </a:t>
            </a:r>
            <a:r>
              <a:rPr lang="en-US" dirty="0" err="1"/>
              <a:t>jeden</a:t>
            </a:r>
            <a:r>
              <a:rPr lang="en-US" dirty="0"/>
              <a:t> stale </a:t>
            </a:r>
            <a:r>
              <a:rPr lang="en-US" dirty="0" err="1"/>
              <a:t>nahodny</a:t>
            </a:r>
            <a:r>
              <a:rPr lang="en-US" dirty="0"/>
              <a:t> </a:t>
            </a:r>
            <a:r>
              <a:rPr lang="en-US" dirty="0" err="1"/>
              <a:t>cas</a:t>
            </a:r>
            <a:r>
              <a:rPr lang="en-US" dirty="0"/>
              <a:t> </a:t>
            </a:r>
          </a:p>
          <a:p>
            <a:pPr marL="742950" lvl="1" indent="-285750">
              <a:buFontTx/>
              <a:buChar char="-"/>
            </a:pPr>
            <a:endParaRPr lang="en-US" dirty="0"/>
          </a:p>
          <a:p>
            <a:pPr marL="742950" lvl="1" indent="-285750">
              <a:buFontTx/>
              <a:buChar char="-"/>
            </a:pP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43D528C-572C-A062-F0C9-DB8220EFE3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263" y="3576556"/>
            <a:ext cx="4774478" cy="3073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21406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4E31AD-6807-B5F3-5369-FA9761270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612D01F-A449-38B1-760B-8E9CFA892DC2}"/>
              </a:ext>
            </a:extLst>
          </p:cNvPr>
          <p:cNvSpPr txBox="1"/>
          <p:nvPr/>
        </p:nvSpPr>
        <p:spPr>
          <a:xfrm>
            <a:off x="348128" y="208389"/>
            <a:ext cx="10392696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/>
              <a:t>Zadanie</a:t>
            </a:r>
            <a:r>
              <a:rPr lang="en-US" b="1" dirty="0"/>
              <a:t> 2</a:t>
            </a:r>
            <a:r>
              <a:rPr lang="sk-SK" b="1" dirty="0"/>
              <a:t>.</a:t>
            </a:r>
          </a:p>
          <a:p>
            <a:pPr marL="285750" indent="-285750">
              <a:buFontTx/>
              <a:buChar char="-"/>
            </a:pPr>
            <a:r>
              <a:rPr lang="sk-SK" dirty="0"/>
              <a:t>Vytvor v </a:t>
            </a:r>
            <a:r>
              <a:rPr lang="sk-SK" dirty="0" err="1"/>
              <a:t>Pycharme</a:t>
            </a:r>
            <a:r>
              <a:rPr lang="sk-SK" dirty="0"/>
              <a:t> súbor </a:t>
            </a:r>
            <a:r>
              <a:rPr lang="en-US" b="1" dirty="0"/>
              <a:t>uhadni_cislo.py</a:t>
            </a:r>
          </a:p>
          <a:p>
            <a:pPr marL="742950" lvl="1" indent="-285750">
              <a:buFontTx/>
              <a:buChar char="-"/>
            </a:pPr>
            <a:r>
              <a:rPr lang="en-US" dirty="0" err="1"/>
              <a:t>Pouzi</a:t>
            </a:r>
            <a:r>
              <a:rPr lang="en-US" dirty="0"/>
              <a:t> </a:t>
            </a:r>
            <a:r>
              <a:rPr lang="en-US" dirty="0" err="1"/>
              <a:t>premennu</a:t>
            </a:r>
            <a:r>
              <a:rPr lang="en-US" dirty="0"/>
              <a:t> </a:t>
            </a:r>
            <a:r>
              <a:rPr lang="en-US" dirty="0" err="1"/>
              <a:t>pokusy</a:t>
            </a:r>
            <a:r>
              <a:rPr lang="en-US" dirty="0"/>
              <a:t>=5</a:t>
            </a:r>
          </a:p>
          <a:p>
            <a:pPr marL="742950" lvl="1" indent="-285750">
              <a:buFontTx/>
              <a:buChar char="-"/>
            </a:pPr>
            <a:r>
              <a:rPr lang="en-US" dirty="0" err="1"/>
              <a:t>Pouzi</a:t>
            </a:r>
            <a:r>
              <a:rPr lang="en-US" dirty="0"/>
              <a:t> while loop</a:t>
            </a:r>
          </a:p>
          <a:p>
            <a:pPr marL="742950" lvl="1" indent="-285750">
              <a:buFontTx/>
              <a:buChar char="-"/>
            </a:pPr>
            <a:r>
              <a:rPr lang="en-US" dirty="0"/>
              <a:t>Program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ulozi</a:t>
            </a:r>
            <a:r>
              <a:rPr lang="en-US" dirty="0"/>
              <a:t> </a:t>
            </a:r>
            <a:r>
              <a:rPr lang="en-US" dirty="0" err="1"/>
              <a:t>nahodne</a:t>
            </a:r>
            <a:r>
              <a:rPr lang="en-US" dirty="0"/>
              <a:t> </a:t>
            </a:r>
            <a:r>
              <a:rPr lang="en-US" dirty="0" err="1"/>
              <a:t>cislo</a:t>
            </a:r>
            <a:r>
              <a:rPr lang="en-US" dirty="0"/>
              <a:t> od 1 do 100</a:t>
            </a:r>
          </a:p>
          <a:p>
            <a:pPr marL="742950" lvl="1" indent="-285750">
              <a:buFontTx/>
              <a:buChar char="-"/>
            </a:pPr>
            <a:r>
              <a:rPr lang="en-US" dirty="0" err="1"/>
              <a:t>Pouzivatel</a:t>
            </a:r>
            <a:r>
              <a:rPr lang="en-US" dirty="0"/>
              <a:t> </a:t>
            </a:r>
            <a:r>
              <a:rPr lang="en-US" dirty="0" err="1"/>
              <a:t>bude</a:t>
            </a:r>
            <a:r>
              <a:rPr lang="en-US" dirty="0"/>
              <a:t> </a:t>
            </a:r>
            <a:r>
              <a:rPr lang="en-US" dirty="0" err="1"/>
              <a:t>zadavat</a:t>
            </a:r>
            <a:r>
              <a:rPr lang="en-US" dirty="0"/>
              <a:t> </a:t>
            </a:r>
            <a:r>
              <a:rPr lang="en-US" dirty="0" err="1"/>
              <a:t>cisla</a:t>
            </a:r>
            <a:endParaRPr lang="en-US" dirty="0"/>
          </a:p>
          <a:p>
            <a:pPr marL="742950" lvl="1" indent="-285750">
              <a:buFontTx/>
              <a:buChar char="-"/>
            </a:pPr>
            <a:r>
              <a:rPr lang="en-US" dirty="0"/>
              <a:t>Program </a:t>
            </a:r>
            <a:r>
              <a:rPr lang="en-US" dirty="0" err="1"/>
              <a:t>odpovie</a:t>
            </a:r>
            <a:r>
              <a:rPr lang="en-US" dirty="0"/>
              <a:t> </a:t>
            </a:r>
            <a:r>
              <a:rPr lang="en-US" dirty="0" err="1"/>
              <a:t>moje</a:t>
            </a:r>
            <a:r>
              <a:rPr lang="en-US" dirty="0"/>
              <a:t> </a:t>
            </a:r>
            <a:r>
              <a:rPr lang="en-US" dirty="0" err="1"/>
              <a:t>cislo</a:t>
            </a:r>
            <a:r>
              <a:rPr lang="en-US" dirty="0"/>
              <a:t> je </a:t>
            </a:r>
            <a:r>
              <a:rPr lang="en-US" dirty="0" err="1"/>
              <a:t>vacsie</a:t>
            </a:r>
            <a:r>
              <a:rPr lang="en-US" dirty="0"/>
              <a:t>/</a:t>
            </a:r>
            <a:r>
              <a:rPr lang="en-US" dirty="0" err="1"/>
              <a:t>mensie</a:t>
            </a:r>
            <a:r>
              <a:rPr lang="en-US" dirty="0"/>
              <a:t>/</a:t>
            </a:r>
            <a:r>
              <a:rPr lang="en-US" dirty="0" err="1"/>
              <a:t>uhadol</a:t>
            </a:r>
            <a:r>
              <a:rPr lang="en-US" dirty="0"/>
              <a:t> </a:t>
            </a:r>
            <a:r>
              <a:rPr lang="en-US" dirty="0" err="1"/>
              <a:t>si</a:t>
            </a:r>
            <a:endParaRPr lang="en-US" dirty="0"/>
          </a:p>
          <a:p>
            <a:pPr marL="742950" lvl="1" indent="-285750">
              <a:buFontTx/>
              <a:buChar char="-"/>
            </a:pPr>
            <a:r>
              <a:rPr lang="en-US" dirty="0"/>
              <a:t>Na </a:t>
            </a:r>
            <a:r>
              <a:rPr lang="en-US" dirty="0" err="1"/>
              <a:t>konci</a:t>
            </a:r>
            <a:r>
              <a:rPr lang="en-US" dirty="0"/>
              <a:t> </a:t>
            </a:r>
            <a:r>
              <a:rPr lang="en-US" dirty="0" err="1"/>
              <a:t>programu</a:t>
            </a:r>
            <a:r>
              <a:rPr lang="en-US" dirty="0"/>
              <a:t> </a:t>
            </a:r>
            <a:r>
              <a:rPr lang="en-US" dirty="0" err="1"/>
              <a:t>bude</a:t>
            </a:r>
            <a:r>
              <a:rPr lang="en-US" dirty="0"/>
              <a:t> </a:t>
            </a:r>
            <a:r>
              <a:rPr lang="en-US" dirty="0" err="1"/>
              <a:t>vypisane</a:t>
            </a:r>
            <a:r>
              <a:rPr lang="en-US" dirty="0"/>
              <a:t> </a:t>
            </a:r>
            <a:r>
              <a:rPr lang="en-US" dirty="0" err="1"/>
              <a:t>ake</a:t>
            </a:r>
            <a:r>
              <a:rPr lang="en-US" dirty="0"/>
              <a:t> </a:t>
            </a:r>
            <a:r>
              <a:rPr lang="en-US" dirty="0" err="1"/>
              <a:t>cislo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myslel</a:t>
            </a:r>
            <a:r>
              <a:rPr lang="en-US" dirty="0"/>
              <a:t> program</a:t>
            </a:r>
          </a:p>
          <a:p>
            <a:pPr marL="742950" lvl="1" indent="-285750">
              <a:buFontTx/>
              <a:buChar char="-"/>
            </a:pPr>
            <a:r>
              <a:rPr lang="en-US" dirty="0"/>
              <a:t>Na </a:t>
            </a:r>
            <a:r>
              <a:rPr lang="en-US" dirty="0" err="1"/>
              <a:t>konci</a:t>
            </a:r>
            <a:r>
              <a:rPr lang="en-US" dirty="0"/>
              <a:t> </a:t>
            </a:r>
            <a:r>
              <a:rPr lang="en-US" dirty="0" err="1"/>
              <a:t>programu</a:t>
            </a:r>
            <a:r>
              <a:rPr lang="en-US" dirty="0"/>
              <a:t> </a:t>
            </a:r>
            <a:r>
              <a:rPr lang="en-US" dirty="0" err="1"/>
              <a:t>bude</a:t>
            </a:r>
            <a:r>
              <a:rPr lang="en-US" dirty="0"/>
              <a:t> </a:t>
            </a:r>
            <a:r>
              <a:rPr lang="en-US" dirty="0" err="1"/>
              <a:t>vypisany</a:t>
            </a:r>
            <a:r>
              <a:rPr lang="en-US" dirty="0"/>
              <a:t> </a:t>
            </a:r>
            <a:r>
              <a:rPr lang="sk-SK" dirty="0"/>
              <a:t>čas hádania </a:t>
            </a:r>
            <a:r>
              <a:rPr lang="en-US" dirty="0"/>
              <a:t>(</a:t>
            </a:r>
            <a:r>
              <a:rPr lang="en-US" dirty="0" err="1"/>
              <a:t>trvanie</a:t>
            </a:r>
            <a:r>
              <a:rPr lang="en-US" dirty="0"/>
              <a:t> </a:t>
            </a:r>
            <a:r>
              <a:rPr lang="en-US" dirty="0" err="1"/>
              <a:t>programu</a:t>
            </a:r>
            <a:r>
              <a:rPr lang="en-US" dirty="0"/>
              <a:t>)</a:t>
            </a:r>
          </a:p>
          <a:p>
            <a:pPr marL="742950" lvl="1" indent="-285750">
              <a:buFontTx/>
              <a:buChar char="-"/>
            </a:pPr>
            <a:endParaRPr lang="en-US" dirty="0"/>
          </a:p>
          <a:p>
            <a:pPr marL="742950" lvl="1" indent="-285750">
              <a:buFontTx/>
              <a:buChar char="-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93969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7CC3D5-780D-DA0B-BAA9-3506D61359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D3E4895-031D-1FA3-BC1C-B4F19A076D40}"/>
              </a:ext>
            </a:extLst>
          </p:cNvPr>
          <p:cNvSpPr txBox="1"/>
          <p:nvPr/>
        </p:nvSpPr>
        <p:spPr>
          <a:xfrm>
            <a:off x="820076" y="2577963"/>
            <a:ext cx="1039269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S</a:t>
            </a:r>
            <a:r>
              <a:rPr lang="sk-SK" b="1" dirty="0"/>
              <a:t>úbory stopky.py a uhadni_cislo.py mi </a:t>
            </a:r>
            <a:r>
              <a:rPr lang="sk-SK" b="1" dirty="0" err="1"/>
              <a:t>poslite</a:t>
            </a:r>
            <a:r>
              <a:rPr lang="sk-SK" b="1" dirty="0"/>
              <a:t> na mail</a:t>
            </a:r>
          </a:p>
          <a:p>
            <a:r>
              <a:rPr lang="sk-SK" b="1" dirty="0"/>
              <a:t>Na konci .</a:t>
            </a:r>
            <a:r>
              <a:rPr lang="sk-SK" b="1" dirty="0" err="1"/>
              <a:t>py</a:t>
            </a:r>
            <a:r>
              <a:rPr lang="sk-SK" b="1" dirty="0"/>
              <a:t> </a:t>
            </a:r>
            <a:r>
              <a:rPr lang="sk-SK" b="1" dirty="0" err="1"/>
              <a:t>suborov</a:t>
            </a:r>
            <a:r>
              <a:rPr lang="sk-SK" b="1" dirty="0"/>
              <a:t> dajte do </a:t>
            </a:r>
            <a:r>
              <a:rPr lang="sk-SK" b="1" dirty="0" err="1"/>
              <a:t>komentarov</a:t>
            </a:r>
            <a:r>
              <a:rPr lang="sk-SK" b="1" dirty="0"/>
              <a:t> čo vám nie je jasne pripadne tam spíšte otázky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74102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bde4dffc-4b60-4cf6-8b04-a5eeb25f5c4f}" enabled="0" method="" siteId="{bde4dffc-4b60-4cf6-8b04-a5eeb25f5c4f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711</Words>
  <Application>Microsoft Office PowerPoint</Application>
  <PresentationFormat>Widescreen</PresentationFormat>
  <Paragraphs>77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Zadanie III.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Sakali, Patrik</dc:creator>
  <cp:lastModifiedBy>Sakali, Patrik</cp:lastModifiedBy>
  <cp:revision>1</cp:revision>
  <dcterms:created xsi:type="dcterms:W3CDTF">2026-02-18T11:33:10Z</dcterms:created>
  <dcterms:modified xsi:type="dcterms:W3CDTF">2026-02-18T13:25:28Z</dcterms:modified>
</cp:coreProperties>
</file>