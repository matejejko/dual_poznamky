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73" r:id="rId5"/>
    <p:sldId id="262" r:id="rId6"/>
    <p:sldId id="272" r:id="rId7"/>
    <p:sldId id="275" r:id="rId8"/>
    <p:sldId id="274" r:id="rId9"/>
    <p:sldId id="276" r:id="rId10"/>
    <p:sldId id="277" r:id="rId11"/>
    <p:sldId id="278" r:id="rId12"/>
    <p:sldId id="279" r:id="rId13"/>
    <p:sldId id="280" r:id="rId14"/>
    <p:sldId id="281" r:id="rId15"/>
    <p:sldId id="282" r:id="rId16"/>
    <p:sldId id="283" r:id="rId17"/>
    <p:sldId id="284" r:id="rId18"/>
    <p:sldId id="285" r:id="rId1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C99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6" d="100"/>
          <a:sy n="86" d="100"/>
        </p:scale>
        <p:origin x="562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imcak, Lubos" userId="a20b6fc6-f9da-474e-b069-505f3feab77a" providerId="ADAL" clId="{91DF7249-AA31-4E50-B204-7A368BFA9BC7}"/>
    <pc:docChg chg="modSld">
      <pc:chgData name="Simcak, Lubos" userId="a20b6fc6-f9da-474e-b069-505f3feab77a" providerId="ADAL" clId="{91DF7249-AA31-4E50-B204-7A368BFA9BC7}" dt="2022-10-18T06:59:32.512" v="0" actId="20577"/>
      <pc:docMkLst>
        <pc:docMk/>
      </pc:docMkLst>
      <pc:sldChg chg="modSp mod">
        <pc:chgData name="Simcak, Lubos" userId="a20b6fc6-f9da-474e-b069-505f3feab77a" providerId="ADAL" clId="{91DF7249-AA31-4E50-B204-7A368BFA9BC7}" dt="2022-10-18T06:59:32.512" v="0" actId="20577"/>
        <pc:sldMkLst>
          <pc:docMk/>
          <pc:sldMk cId="339057775" sldId="280"/>
        </pc:sldMkLst>
        <pc:spChg chg="mod">
          <ac:chgData name="Simcak, Lubos" userId="a20b6fc6-f9da-474e-b069-505f3feab77a" providerId="ADAL" clId="{91DF7249-AA31-4E50-B204-7A368BFA9BC7}" dt="2022-10-18T06:59:32.512" v="0" actId="20577"/>
          <ac:spMkLst>
            <pc:docMk/>
            <pc:sldMk cId="339057775" sldId="280"/>
            <ac:spMk id="18" creationId="{329A0CA0-2FA0-4480-80A0-18FD231130D4}"/>
          </ac:spMkLst>
        </pc:spChg>
      </pc:sldChg>
    </pc:docChg>
  </pc:docChgLst>
  <pc:docChgLst>
    <pc:chgData name="Simcak, Lubos" userId="a20b6fc6-f9da-474e-b069-505f3feab77a" providerId="ADAL" clId="{75864C64-8DE7-4CA4-B681-5FFE02207116}"/>
    <pc:docChg chg="undo redo custSel addSld modSld">
      <pc:chgData name="Simcak, Lubos" userId="a20b6fc6-f9da-474e-b069-505f3feab77a" providerId="ADAL" clId="{75864C64-8DE7-4CA4-B681-5FFE02207116}" dt="2022-06-07T14:45:35.501" v="9001" actId="20577"/>
      <pc:docMkLst>
        <pc:docMk/>
      </pc:docMkLst>
      <pc:sldChg chg="modSp mod">
        <pc:chgData name="Simcak, Lubos" userId="a20b6fc6-f9da-474e-b069-505f3feab77a" providerId="ADAL" clId="{75864C64-8DE7-4CA4-B681-5FFE02207116}" dt="2022-06-02T07:53:29.510" v="21" actId="20577"/>
        <pc:sldMkLst>
          <pc:docMk/>
          <pc:sldMk cId="3443104247" sldId="256"/>
        </pc:sldMkLst>
        <pc:spChg chg="mod">
          <ac:chgData name="Simcak, Lubos" userId="a20b6fc6-f9da-474e-b069-505f3feab77a" providerId="ADAL" clId="{75864C64-8DE7-4CA4-B681-5FFE02207116}" dt="2022-06-02T07:53:29.510" v="21" actId="20577"/>
          <ac:spMkLst>
            <pc:docMk/>
            <pc:sldMk cId="3443104247" sldId="256"/>
            <ac:spMk id="2" creationId="{00000000-0000-0000-0000-000000000000}"/>
          </ac:spMkLst>
        </pc:spChg>
      </pc:sldChg>
      <pc:sldChg chg="modSp mod">
        <pc:chgData name="Simcak, Lubos" userId="a20b6fc6-f9da-474e-b069-505f3feab77a" providerId="ADAL" clId="{75864C64-8DE7-4CA4-B681-5FFE02207116}" dt="2022-06-02T07:57:27.429" v="447" actId="20577"/>
        <pc:sldMkLst>
          <pc:docMk/>
          <pc:sldMk cId="2909706406" sldId="257"/>
        </pc:sldMkLst>
        <pc:spChg chg="mod">
          <ac:chgData name="Simcak, Lubos" userId="a20b6fc6-f9da-474e-b069-505f3feab77a" providerId="ADAL" clId="{75864C64-8DE7-4CA4-B681-5FFE02207116}" dt="2022-06-02T07:57:27.429" v="447" actId="20577"/>
          <ac:spMkLst>
            <pc:docMk/>
            <pc:sldMk cId="2909706406" sldId="257"/>
            <ac:spMk id="2" creationId="{00000000-0000-0000-0000-000000000000}"/>
          </ac:spMkLst>
        </pc:spChg>
        <pc:spChg chg="mod">
          <ac:chgData name="Simcak, Lubos" userId="a20b6fc6-f9da-474e-b069-505f3feab77a" providerId="ADAL" clId="{75864C64-8DE7-4CA4-B681-5FFE02207116}" dt="2022-06-02T07:56:56.505" v="411" actId="20577"/>
          <ac:spMkLst>
            <pc:docMk/>
            <pc:sldMk cId="2909706406" sldId="257"/>
            <ac:spMk id="3" creationId="{00000000-0000-0000-0000-000000000000}"/>
          </ac:spMkLst>
        </pc:spChg>
      </pc:sldChg>
      <pc:sldChg chg="delSp modSp mod">
        <pc:chgData name="Simcak, Lubos" userId="a20b6fc6-f9da-474e-b069-505f3feab77a" providerId="ADAL" clId="{75864C64-8DE7-4CA4-B681-5FFE02207116}" dt="2022-06-02T08:00:00.595" v="593" actId="20577"/>
        <pc:sldMkLst>
          <pc:docMk/>
          <pc:sldMk cId="482409860" sldId="258"/>
        </pc:sldMkLst>
        <pc:spChg chg="mod">
          <ac:chgData name="Simcak, Lubos" userId="a20b6fc6-f9da-474e-b069-505f3feab77a" providerId="ADAL" clId="{75864C64-8DE7-4CA4-B681-5FFE02207116}" dt="2022-06-02T07:57:19.374" v="429" actId="20577"/>
          <ac:spMkLst>
            <pc:docMk/>
            <pc:sldMk cId="482409860" sldId="258"/>
            <ac:spMk id="2" creationId="{00000000-0000-0000-0000-000000000000}"/>
          </ac:spMkLst>
        </pc:spChg>
        <pc:spChg chg="mod">
          <ac:chgData name="Simcak, Lubos" userId="a20b6fc6-f9da-474e-b069-505f3feab77a" providerId="ADAL" clId="{75864C64-8DE7-4CA4-B681-5FFE02207116}" dt="2022-06-02T08:00:00.595" v="593" actId="20577"/>
          <ac:spMkLst>
            <pc:docMk/>
            <pc:sldMk cId="482409860" sldId="258"/>
            <ac:spMk id="7" creationId="{2DF21685-F0D7-4C15-B95A-8DF13902DC27}"/>
          </ac:spMkLst>
        </pc:spChg>
        <pc:picChg chg="del">
          <ac:chgData name="Simcak, Lubos" userId="a20b6fc6-f9da-474e-b069-505f3feab77a" providerId="ADAL" clId="{75864C64-8DE7-4CA4-B681-5FFE02207116}" dt="2022-06-02T07:57:04.831" v="412" actId="478"/>
          <ac:picMkLst>
            <pc:docMk/>
            <pc:sldMk cId="482409860" sldId="258"/>
            <ac:picMk id="11" creationId="{DF414911-6314-4F04-837A-D852E294BB21}"/>
          </ac:picMkLst>
        </pc:picChg>
      </pc:sldChg>
      <pc:sldChg chg="modSp mod">
        <pc:chgData name="Simcak, Lubos" userId="a20b6fc6-f9da-474e-b069-505f3feab77a" providerId="ADAL" clId="{75864C64-8DE7-4CA4-B681-5FFE02207116}" dt="2022-06-07T13:10:51.583" v="4618" actId="20577"/>
        <pc:sldMkLst>
          <pc:docMk/>
          <pc:sldMk cId="2986919442" sldId="262"/>
        </pc:sldMkLst>
        <pc:spChg chg="mod">
          <ac:chgData name="Simcak, Lubos" userId="a20b6fc6-f9da-474e-b069-505f3feab77a" providerId="ADAL" clId="{75864C64-8DE7-4CA4-B681-5FFE02207116}" dt="2022-06-02T11:04:39.937" v="918" actId="20577"/>
          <ac:spMkLst>
            <pc:docMk/>
            <pc:sldMk cId="2986919442" sldId="262"/>
            <ac:spMk id="2" creationId="{00000000-0000-0000-0000-000000000000}"/>
          </ac:spMkLst>
        </pc:spChg>
        <pc:spChg chg="mod">
          <ac:chgData name="Simcak, Lubos" userId="a20b6fc6-f9da-474e-b069-505f3feab77a" providerId="ADAL" clId="{75864C64-8DE7-4CA4-B681-5FFE02207116}" dt="2022-06-07T13:10:51.583" v="4618" actId="20577"/>
          <ac:spMkLst>
            <pc:docMk/>
            <pc:sldMk cId="2986919442" sldId="262"/>
            <ac:spMk id="18" creationId="{329A0CA0-2FA0-4480-80A0-18FD231130D4}"/>
          </ac:spMkLst>
        </pc:spChg>
      </pc:sldChg>
      <pc:sldChg chg="modSp mod">
        <pc:chgData name="Simcak, Lubos" userId="a20b6fc6-f9da-474e-b069-505f3feab77a" providerId="ADAL" clId="{75864C64-8DE7-4CA4-B681-5FFE02207116}" dt="2022-06-07T12:54:55.518" v="3086" actId="6549"/>
        <pc:sldMkLst>
          <pc:docMk/>
          <pc:sldMk cId="2363662089" sldId="272"/>
        </pc:sldMkLst>
        <pc:spChg chg="mod">
          <ac:chgData name="Simcak, Lubos" userId="a20b6fc6-f9da-474e-b069-505f3feab77a" providerId="ADAL" clId="{75864C64-8DE7-4CA4-B681-5FFE02207116}" dt="2022-06-02T11:36:28.468" v="2096" actId="20577"/>
          <ac:spMkLst>
            <pc:docMk/>
            <pc:sldMk cId="2363662089" sldId="272"/>
            <ac:spMk id="2" creationId="{00000000-0000-0000-0000-000000000000}"/>
          </ac:spMkLst>
        </pc:spChg>
        <pc:spChg chg="mod">
          <ac:chgData name="Simcak, Lubos" userId="a20b6fc6-f9da-474e-b069-505f3feab77a" providerId="ADAL" clId="{75864C64-8DE7-4CA4-B681-5FFE02207116}" dt="2022-06-07T12:54:55.518" v="3086" actId="6549"/>
          <ac:spMkLst>
            <pc:docMk/>
            <pc:sldMk cId="2363662089" sldId="272"/>
            <ac:spMk id="18" creationId="{329A0CA0-2FA0-4480-80A0-18FD231130D4}"/>
          </ac:spMkLst>
        </pc:spChg>
      </pc:sldChg>
      <pc:sldChg chg="addSp modSp mod">
        <pc:chgData name="Simcak, Lubos" userId="a20b6fc6-f9da-474e-b069-505f3feab77a" providerId="ADAL" clId="{75864C64-8DE7-4CA4-B681-5FFE02207116}" dt="2022-06-02T11:04:06.925" v="871" actId="1076"/>
        <pc:sldMkLst>
          <pc:docMk/>
          <pc:sldMk cId="2153046845" sldId="273"/>
        </pc:sldMkLst>
        <pc:spChg chg="mod">
          <ac:chgData name="Simcak, Lubos" userId="a20b6fc6-f9da-474e-b069-505f3feab77a" providerId="ADAL" clId="{75864C64-8DE7-4CA4-B681-5FFE02207116}" dt="2022-06-02T08:00:07.993" v="600" actId="20577"/>
          <ac:spMkLst>
            <pc:docMk/>
            <pc:sldMk cId="2153046845" sldId="273"/>
            <ac:spMk id="2" creationId="{00000000-0000-0000-0000-000000000000}"/>
          </ac:spMkLst>
        </pc:spChg>
        <pc:spChg chg="mod">
          <ac:chgData name="Simcak, Lubos" userId="a20b6fc6-f9da-474e-b069-505f3feab77a" providerId="ADAL" clId="{75864C64-8DE7-4CA4-B681-5FFE02207116}" dt="2022-06-02T11:03:49.948" v="870" actId="20577"/>
          <ac:spMkLst>
            <pc:docMk/>
            <pc:sldMk cId="2153046845" sldId="273"/>
            <ac:spMk id="7" creationId="{2DF21685-F0D7-4C15-B95A-8DF13902DC27}"/>
          </ac:spMkLst>
        </pc:spChg>
        <pc:picChg chg="add mod">
          <ac:chgData name="Simcak, Lubos" userId="a20b6fc6-f9da-474e-b069-505f3feab77a" providerId="ADAL" clId="{75864C64-8DE7-4CA4-B681-5FFE02207116}" dt="2022-06-02T11:04:06.925" v="871" actId="1076"/>
          <ac:picMkLst>
            <pc:docMk/>
            <pc:sldMk cId="2153046845" sldId="273"/>
            <ac:picMk id="4" creationId="{ED35D8BE-3284-4657-8541-938DDA9B32C4}"/>
          </ac:picMkLst>
        </pc:picChg>
      </pc:sldChg>
      <pc:sldChg chg="modSp mod">
        <pc:chgData name="Simcak, Lubos" userId="a20b6fc6-f9da-474e-b069-505f3feab77a" providerId="ADAL" clId="{75864C64-8DE7-4CA4-B681-5FFE02207116}" dt="2022-06-07T12:54:44.841" v="3085" actId="5793"/>
        <pc:sldMkLst>
          <pc:docMk/>
          <pc:sldMk cId="975419771" sldId="274"/>
        </pc:sldMkLst>
        <pc:spChg chg="mod">
          <ac:chgData name="Simcak, Lubos" userId="a20b6fc6-f9da-474e-b069-505f3feab77a" providerId="ADAL" clId="{75864C64-8DE7-4CA4-B681-5FFE02207116}" dt="2022-06-07T12:08:28.759" v="2354" actId="20577"/>
          <ac:spMkLst>
            <pc:docMk/>
            <pc:sldMk cId="975419771" sldId="274"/>
            <ac:spMk id="2" creationId="{00000000-0000-0000-0000-000000000000}"/>
          </ac:spMkLst>
        </pc:spChg>
        <pc:spChg chg="mod">
          <ac:chgData name="Simcak, Lubos" userId="a20b6fc6-f9da-474e-b069-505f3feab77a" providerId="ADAL" clId="{75864C64-8DE7-4CA4-B681-5FFE02207116}" dt="2022-06-07T12:54:44.841" v="3085" actId="5793"/>
          <ac:spMkLst>
            <pc:docMk/>
            <pc:sldMk cId="975419771" sldId="274"/>
            <ac:spMk id="18" creationId="{329A0CA0-2FA0-4480-80A0-18FD231130D4}"/>
          </ac:spMkLst>
        </pc:spChg>
      </pc:sldChg>
      <pc:sldChg chg="modSp add mod">
        <pc:chgData name="Simcak, Lubos" userId="a20b6fc6-f9da-474e-b069-505f3feab77a" providerId="ADAL" clId="{75864C64-8DE7-4CA4-B681-5FFE02207116}" dt="2022-06-07T12:13:13.730" v="2760" actId="20577"/>
        <pc:sldMkLst>
          <pc:docMk/>
          <pc:sldMk cId="2575006251" sldId="275"/>
        </pc:sldMkLst>
        <pc:spChg chg="mod">
          <ac:chgData name="Simcak, Lubos" userId="a20b6fc6-f9da-474e-b069-505f3feab77a" providerId="ADAL" clId="{75864C64-8DE7-4CA4-B681-5FFE02207116}" dt="2022-06-07T12:08:43.985" v="2364" actId="20577"/>
          <ac:spMkLst>
            <pc:docMk/>
            <pc:sldMk cId="2575006251" sldId="275"/>
            <ac:spMk id="2" creationId="{00000000-0000-0000-0000-000000000000}"/>
          </ac:spMkLst>
        </pc:spChg>
        <pc:spChg chg="mod">
          <ac:chgData name="Simcak, Lubos" userId="a20b6fc6-f9da-474e-b069-505f3feab77a" providerId="ADAL" clId="{75864C64-8DE7-4CA4-B681-5FFE02207116}" dt="2022-06-07T12:13:13.730" v="2760" actId="20577"/>
          <ac:spMkLst>
            <pc:docMk/>
            <pc:sldMk cId="2575006251" sldId="275"/>
            <ac:spMk id="18" creationId="{329A0CA0-2FA0-4480-80A0-18FD231130D4}"/>
          </ac:spMkLst>
        </pc:spChg>
      </pc:sldChg>
      <pc:sldChg chg="modSp add mod">
        <pc:chgData name="Simcak, Lubos" userId="a20b6fc6-f9da-474e-b069-505f3feab77a" providerId="ADAL" clId="{75864C64-8DE7-4CA4-B681-5FFE02207116}" dt="2022-06-07T12:59:56.793" v="3652" actId="20577"/>
        <pc:sldMkLst>
          <pc:docMk/>
          <pc:sldMk cId="1893745486" sldId="276"/>
        </pc:sldMkLst>
        <pc:spChg chg="mod">
          <ac:chgData name="Simcak, Lubos" userId="a20b6fc6-f9da-474e-b069-505f3feab77a" providerId="ADAL" clId="{75864C64-8DE7-4CA4-B681-5FFE02207116}" dt="2022-06-07T12:55:25.515" v="3099" actId="20577"/>
          <ac:spMkLst>
            <pc:docMk/>
            <pc:sldMk cId="1893745486" sldId="276"/>
            <ac:spMk id="2" creationId="{00000000-0000-0000-0000-000000000000}"/>
          </ac:spMkLst>
        </pc:spChg>
        <pc:spChg chg="mod">
          <ac:chgData name="Simcak, Lubos" userId="a20b6fc6-f9da-474e-b069-505f3feab77a" providerId="ADAL" clId="{75864C64-8DE7-4CA4-B681-5FFE02207116}" dt="2022-06-07T12:59:56.793" v="3652" actId="20577"/>
          <ac:spMkLst>
            <pc:docMk/>
            <pc:sldMk cId="1893745486" sldId="276"/>
            <ac:spMk id="18" creationId="{329A0CA0-2FA0-4480-80A0-18FD231130D4}"/>
          </ac:spMkLst>
        </pc:spChg>
      </pc:sldChg>
      <pc:sldChg chg="modSp add mod">
        <pc:chgData name="Simcak, Lubos" userId="a20b6fc6-f9da-474e-b069-505f3feab77a" providerId="ADAL" clId="{75864C64-8DE7-4CA4-B681-5FFE02207116}" dt="2022-06-07T13:09:57.487" v="4606" actId="20577"/>
        <pc:sldMkLst>
          <pc:docMk/>
          <pc:sldMk cId="4192878189" sldId="277"/>
        </pc:sldMkLst>
        <pc:spChg chg="mod">
          <ac:chgData name="Simcak, Lubos" userId="a20b6fc6-f9da-474e-b069-505f3feab77a" providerId="ADAL" clId="{75864C64-8DE7-4CA4-B681-5FFE02207116}" dt="2022-06-07T13:00:39.594" v="3663" actId="20577"/>
          <ac:spMkLst>
            <pc:docMk/>
            <pc:sldMk cId="4192878189" sldId="277"/>
            <ac:spMk id="2" creationId="{00000000-0000-0000-0000-000000000000}"/>
          </ac:spMkLst>
        </pc:spChg>
        <pc:spChg chg="mod">
          <ac:chgData name="Simcak, Lubos" userId="a20b6fc6-f9da-474e-b069-505f3feab77a" providerId="ADAL" clId="{75864C64-8DE7-4CA4-B681-5FFE02207116}" dt="2022-06-07T13:09:57.487" v="4606" actId="20577"/>
          <ac:spMkLst>
            <pc:docMk/>
            <pc:sldMk cId="4192878189" sldId="277"/>
            <ac:spMk id="18" creationId="{329A0CA0-2FA0-4480-80A0-18FD231130D4}"/>
          </ac:spMkLst>
        </pc:spChg>
      </pc:sldChg>
      <pc:sldChg chg="modSp add mod">
        <pc:chgData name="Simcak, Lubos" userId="a20b6fc6-f9da-474e-b069-505f3feab77a" providerId="ADAL" clId="{75864C64-8DE7-4CA4-B681-5FFE02207116}" dt="2022-06-07T13:14:09.965" v="5021" actId="5793"/>
        <pc:sldMkLst>
          <pc:docMk/>
          <pc:sldMk cId="4008880657" sldId="278"/>
        </pc:sldMkLst>
        <pc:spChg chg="mod">
          <ac:chgData name="Simcak, Lubos" userId="a20b6fc6-f9da-474e-b069-505f3feab77a" providerId="ADAL" clId="{75864C64-8DE7-4CA4-B681-5FFE02207116}" dt="2022-06-07T13:10:30.351" v="4614" actId="20577"/>
          <ac:spMkLst>
            <pc:docMk/>
            <pc:sldMk cId="4008880657" sldId="278"/>
            <ac:spMk id="2" creationId="{00000000-0000-0000-0000-000000000000}"/>
          </ac:spMkLst>
        </pc:spChg>
        <pc:spChg chg="mod">
          <ac:chgData name="Simcak, Lubos" userId="a20b6fc6-f9da-474e-b069-505f3feab77a" providerId="ADAL" clId="{75864C64-8DE7-4CA4-B681-5FFE02207116}" dt="2022-06-07T13:14:09.965" v="5021" actId="5793"/>
          <ac:spMkLst>
            <pc:docMk/>
            <pc:sldMk cId="4008880657" sldId="278"/>
            <ac:spMk id="18" creationId="{329A0CA0-2FA0-4480-80A0-18FD231130D4}"/>
          </ac:spMkLst>
        </pc:spChg>
      </pc:sldChg>
      <pc:sldChg chg="modSp add mod">
        <pc:chgData name="Simcak, Lubos" userId="a20b6fc6-f9da-474e-b069-505f3feab77a" providerId="ADAL" clId="{75864C64-8DE7-4CA4-B681-5FFE02207116}" dt="2022-06-07T13:35:30.618" v="5332" actId="20577"/>
        <pc:sldMkLst>
          <pc:docMk/>
          <pc:sldMk cId="33604407" sldId="279"/>
        </pc:sldMkLst>
        <pc:spChg chg="mod">
          <ac:chgData name="Simcak, Lubos" userId="a20b6fc6-f9da-474e-b069-505f3feab77a" providerId="ADAL" clId="{75864C64-8DE7-4CA4-B681-5FFE02207116}" dt="2022-06-07T13:16:01.516" v="5042" actId="20577"/>
          <ac:spMkLst>
            <pc:docMk/>
            <pc:sldMk cId="33604407" sldId="279"/>
            <ac:spMk id="2" creationId="{00000000-0000-0000-0000-000000000000}"/>
          </ac:spMkLst>
        </pc:spChg>
        <pc:spChg chg="mod">
          <ac:chgData name="Simcak, Lubos" userId="a20b6fc6-f9da-474e-b069-505f3feab77a" providerId="ADAL" clId="{75864C64-8DE7-4CA4-B681-5FFE02207116}" dt="2022-06-07T13:35:30.618" v="5332" actId="20577"/>
          <ac:spMkLst>
            <pc:docMk/>
            <pc:sldMk cId="33604407" sldId="279"/>
            <ac:spMk id="18" creationId="{329A0CA0-2FA0-4480-80A0-18FD231130D4}"/>
          </ac:spMkLst>
        </pc:spChg>
      </pc:sldChg>
      <pc:sldChg chg="modSp add mod">
        <pc:chgData name="Simcak, Lubos" userId="a20b6fc6-f9da-474e-b069-505f3feab77a" providerId="ADAL" clId="{75864C64-8DE7-4CA4-B681-5FFE02207116}" dt="2022-06-07T13:53:02.373" v="5766" actId="5793"/>
        <pc:sldMkLst>
          <pc:docMk/>
          <pc:sldMk cId="339057775" sldId="280"/>
        </pc:sldMkLst>
        <pc:spChg chg="mod">
          <ac:chgData name="Simcak, Lubos" userId="a20b6fc6-f9da-474e-b069-505f3feab77a" providerId="ADAL" clId="{75864C64-8DE7-4CA4-B681-5FFE02207116}" dt="2022-06-07T13:37:01.835" v="5352" actId="20577"/>
          <ac:spMkLst>
            <pc:docMk/>
            <pc:sldMk cId="339057775" sldId="280"/>
            <ac:spMk id="2" creationId="{00000000-0000-0000-0000-000000000000}"/>
          </ac:spMkLst>
        </pc:spChg>
        <pc:spChg chg="mod">
          <ac:chgData name="Simcak, Lubos" userId="a20b6fc6-f9da-474e-b069-505f3feab77a" providerId="ADAL" clId="{75864C64-8DE7-4CA4-B681-5FFE02207116}" dt="2022-06-07T13:53:02.373" v="5766" actId="5793"/>
          <ac:spMkLst>
            <pc:docMk/>
            <pc:sldMk cId="339057775" sldId="280"/>
            <ac:spMk id="18" creationId="{329A0CA0-2FA0-4480-80A0-18FD231130D4}"/>
          </ac:spMkLst>
        </pc:spChg>
      </pc:sldChg>
      <pc:sldChg chg="modSp add mod">
        <pc:chgData name="Simcak, Lubos" userId="a20b6fc6-f9da-474e-b069-505f3feab77a" providerId="ADAL" clId="{75864C64-8DE7-4CA4-B681-5FFE02207116}" dt="2022-06-07T14:04:02.541" v="6594" actId="20577"/>
        <pc:sldMkLst>
          <pc:docMk/>
          <pc:sldMk cId="1730566807" sldId="281"/>
        </pc:sldMkLst>
        <pc:spChg chg="mod">
          <ac:chgData name="Simcak, Lubos" userId="a20b6fc6-f9da-474e-b069-505f3feab77a" providerId="ADAL" clId="{75864C64-8DE7-4CA4-B681-5FFE02207116}" dt="2022-06-07T13:53:20.675" v="5768"/>
          <ac:spMkLst>
            <pc:docMk/>
            <pc:sldMk cId="1730566807" sldId="281"/>
            <ac:spMk id="2" creationId="{00000000-0000-0000-0000-000000000000}"/>
          </ac:spMkLst>
        </pc:spChg>
        <pc:spChg chg="mod">
          <ac:chgData name="Simcak, Lubos" userId="a20b6fc6-f9da-474e-b069-505f3feab77a" providerId="ADAL" clId="{75864C64-8DE7-4CA4-B681-5FFE02207116}" dt="2022-06-07T14:04:02.541" v="6594" actId="20577"/>
          <ac:spMkLst>
            <pc:docMk/>
            <pc:sldMk cId="1730566807" sldId="281"/>
            <ac:spMk id="18" creationId="{329A0CA0-2FA0-4480-80A0-18FD231130D4}"/>
          </ac:spMkLst>
        </pc:spChg>
      </pc:sldChg>
      <pc:sldChg chg="modSp add mod">
        <pc:chgData name="Simcak, Lubos" userId="a20b6fc6-f9da-474e-b069-505f3feab77a" providerId="ADAL" clId="{75864C64-8DE7-4CA4-B681-5FFE02207116}" dt="2022-06-07T14:12:17.173" v="6944" actId="20577"/>
        <pc:sldMkLst>
          <pc:docMk/>
          <pc:sldMk cId="1715629718" sldId="282"/>
        </pc:sldMkLst>
        <pc:spChg chg="mod">
          <ac:chgData name="Simcak, Lubos" userId="a20b6fc6-f9da-474e-b069-505f3feab77a" providerId="ADAL" clId="{75864C64-8DE7-4CA4-B681-5FFE02207116}" dt="2022-06-07T14:03:37.093" v="6563"/>
          <ac:spMkLst>
            <pc:docMk/>
            <pc:sldMk cId="1715629718" sldId="282"/>
            <ac:spMk id="2" creationId="{00000000-0000-0000-0000-000000000000}"/>
          </ac:spMkLst>
        </pc:spChg>
        <pc:spChg chg="mod">
          <ac:chgData name="Simcak, Lubos" userId="a20b6fc6-f9da-474e-b069-505f3feab77a" providerId="ADAL" clId="{75864C64-8DE7-4CA4-B681-5FFE02207116}" dt="2022-06-07T14:12:17.173" v="6944" actId="20577"/>
          <ac:spMkLst>
            <pc:docMk/>
            <pc:sldMk cId="1715629718" sldId="282"/>
            <ac:spMk id="18" creationId="{329A0CA0-2FA0-4480-80A0-18FD231130D4}"/>
          </ac:spMkLst>
        </pc:spChg>
      </pc:sldChg>
      <pc:sldChg chg="addSp delSp modSp add mod">
        <pc:chgData name="Simcak, Lubos" userId="a20b6fc6-f9da-474e-b069-505f3feab77a" providerId="ADAL" clId="{75864C64-8DE7-4CA4-B681-5FFE02207116}" dt="2022-06-07T14:28:43.733" v="7538" actId="20577"/>
        <pc:sldMkLst>
          <pc:docMk/>
          <pc:sldMk cId="158874896" sldId="283"/>
        </pc:sldMkLst>
        <pc:spChg chg="mod">
          <ac:chgData name="Simcak, Lubos" userId="a20b6fc6-f9da-474e-b069-505f3feab77a" providerId="ADAL" clId="{75864C64-8DE7-4CA4-B681-5FFE02207116}" dt="2022-06-07T14:12:45.349" v="6946"/>
          <ac:spMkLst>
            <pc:docMk/>
            <pc:sldMk cId="158874896" sldId="283"/>
            <ac:spMk id="2" creationId="{00000000-0000-0000-0000-000000000000}"/>
          </ac:spMkLst>
        </pc:spChg>
        <pc:spChg chg="add del">
          <ac:chgData name="Simcak, Lubos" userId="a20b6fc6-f9da-474e-b069-505f3feab77a" providerId="ADAL" clId="{75864C64-8DE7-4CA4-B681-5FFE02207116}" dt="2022-06-07T14:16:07.563" v="7205"/>
          <ac:spMkLst>
            <pc:docMk/>
            <pc:sldMk cId="158874896" sldId="283"/>
            <ac:spMk id="3" creationId="{5F941EFD-839E-46EF-82AF-F6B5E87F97D4}"/>
          </ac:spMkLst>
        </pc:spChg>
        <pc:spChg chg="add del">
          <ac:chgData name="Simcak, Lubos" userId="a20b6fc6-f9da-474e-b069-505f3feab77a" providerId="ADAL" clId="{75864C64-8DE7-4CA4-B681-5FFE02207116}" dt="2022-06-07T14:24:21.689" v="7442"/>
          <ac:spMkLst>
            <pc:docMk/>
            <pc:sldMk cId="158874896" sldId="283"/>
            <ac:spMk id="4" creationId="{C32D95E5-E73E-4F0F-80B0-F648FB64FC30}"/>
          </ac:spMkLst>
        </pc:spChg>
        <pc:spChg chg="mod">
          <ac:chgData name="Simcak, Lubos" userId="a20b6fc6-f9da-474e-b069-505f3feab77a" providerId="ADAL" clId="{75864C64-8DE7-4CA4-B681-5FFE02207116}" dt="2022-06-07T14:28:43.733" v="7538" actId="20577"/>
          <ac:spMkLst>
            <pc:docMk/>
            <pc:sldMk cId="158874896" sldId="283"/>
            <ac:spMk id="18" creationId="{329A0CA0-2FA0-4480-80A0-18FD231130D4}"/>
          </ac:spMkLst>
        </pc:spChg>
      </pc:sldChg>
      <pc:sldChg chg="modSp add mod">
        <pc:chgData name="Simcak, Lubos" userId="a20b6fc6-f9da-474e-b069-505f3feab77a" providerId="ADAL" clId="{75864C64-8DE7-4CA4-B681-5FFE02207116}" dt="2022-06-07T14:37:28.699" v="8004" actId="20577"/>
        <pc:sldMkLst>
          <pc:docMk/>
          <pc:sldMk cId="3401931933" sldId="284"/>
        </pc:sldMkLst>
        <pc:spChg chg="mod">
          <ac:chgData name="Simcak, Lubos" userId="a20b6fc6-f9da-474e-b069-505f3feab77a" providerId="ADAL" clId="{75864C64-8DE7-4CA4-B681-5FFE02207116}" dt="2022-06-07T14:26:20.318" v="7534"/>
          <ac:spMkLst>
            <pc:docMk/>
            <pc:sldMk cId="3401931933" sldId="284"/>
            <ac:spMk id="2" creationId="{00000000-0000-0000-0000-000000000000}"/>
          </ac:spMkLst>
        </pc:spChg>
        <pc:spChg chg="mod">
          <ac:chgData name="Simcak, Lubos" userId="a20b6fc6-f9da-474e-b069-505f3feab77a" providerId="ADAL" clId="{75864C64-8DE7-4CA4-B681-5FFE02207116}" dt="2022-06-07T14:37:28.699" v="8004" actId="20577"/>
          <ac:spMkLst>
            <pc:docMk/>
            <pc:sldMk cId="3401931933" sldId="284"/>
            <ac:spMk id="18" creationId="{329A0CA0-2FA0-4480-80A0-18FD231130D4}"/>
          </ac:spMkLst>
        </pc:spChg>
      </pc:sldChg>
      <pc:sldChg chg="modSp add mod">
        <pc:chgData name="Simcak, Lubos" userId="a20b6fc6-f9da-474e-b069-505f3feab77a" providerId="ADAL" clId="{75864C64-8DE7-4CA4-B681-5FFE02207116}" dt="2022-06-07T14:45:35.501" v="9001" actId="20577"/>
        <pc:sldMkLst>
          <pc:docMk/>
          <pc:sldMk cId="4262345048" sldId="285"/>
        </pc:sldMkLst>
        <pc:spChg chg="mod">
          <ac:chgData name="Simcak, Lubos" userId="a20b6fc6-f9da-474e-b069-505f3feab77a" providerId="ADAL" clId="{75864C64-8DE7-4CA4-B681-5FFE02207116}" dt="2022-06-07T14:38:01.894" v="8024" actId="20577"/>
          <ac:spMkLst>
            <pc:docMk/>
            <pc:sldMk cId="4262345048" sldId="285"/>
            <ac:spMk id="2" creationId="{00000000-0000-0000-0000-000000000000}"/>
          </ac:spMkLst>
        </pc:spChg>
        <pc:spChg chg="mod">
          <ac:chgData name="Simcak, Lubos" userId="a20b6fc6-f9da-474e-b069-505f3feab77a" providerId="ADAL" clId="{75864C64-8DE7-4CA4-B681-5FFE02207116}" dt="2022-06-07T14:45:35.501" v="9001" actId="20577"/>
          <ac:spMkLst>
            <pc:docMk/>
            <pc:sldMk cId="4262345048" sldId="285"/>
            <ac:spMk id="18" creationId="{329A0CA0-2FA0-4480-80A0-18FD231130D4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fld id="{6AD6EE87-EBD5-4F12-A48A-63ACA297AC8F}" type="datetimeFigureOut">
              <a:rPr lang="en-US" dirty="0"/>
              <a:t>10/18/2022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  <p:sp>
        <p:nvSpPr>
          <p:cNvPr id="13" name="Rectangle 12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blipFill dpi="0" rotWithShape="1">
            <a:blip r:embed="rId2">
              <a:duotone>
                <a:schemeClr val="accent2">
                  <a:shade val="45000"/>
                  <a:satMod val="135000"/>
                </a:schemeClr>
                <a:prstClr val="white"/>
              </a:duotone>
            </a:blip>
            <a:srcRect/>
            <a:tile tx="-393700" ty="-82550" sx="35000" sy="35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cxnSp>
        <p:nvCxnSpPr>
          <p:cNvPr id="14" name="Straight Connector 13"/>
          <p:cNvCxnSpPr/>
          <p:nvPr/>
        </p:nvCxnSpPr>
        <p:spPr>
          <a:xfrm flipV="1">
            <a:off x="8386842" y="5264106"/>
            <a:ext cx="0" cy="914400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D3794B-289A-4A80-97D7-111025398D45}" type="datetimeFigureOut">
              <a:rPr lang="en-US" dirty="0"/>
              <a:t>10/18/2022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b="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61015F-7CC6-4D0A-9D87-873EA4C304CC}" type="datetimeFigureOut">
              <a:rPr lang="en-US" dirty="0"/>
              <a:t>10/18/2022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tangle 11"/>
          <p:cNvSpPr/>
          <p:nvPr/>
        </p:nvSpPr>
        <p:spPr>
          <a:xfrm>
            <a:off x="0" y="0"/>
            <a:ext cx="12192000" cy="4572000"/>
          </a:xfrm>
          <a:prstGeom prst="rect">
            <a:avLst/>
          </a:prstGeom>
          <a:blipFill dpi="0" rotWithShape="1">
            <a:blip r:embed="rId2"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rcRect/>
            <a:tile tx="-393700" ty="-82550" sx="35000" sy="35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24127" y="2286000"/>
            <a:ext cx="475488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89320" y="2286000"/>
            <a:ext cx="475488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C6A301-0538-44EC-B09D-202E1042A48B}" type="datetimeFigureOut">
              <a:rPr lang="en-US" dirty="0"/>
              <a:t>10/18/2022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300" b="0" cap="none" baseline="0">
                <a:solidFill>
                  <a:schemeClr val="accent2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24128" y="2967788"/>
            <a:ext cx="4754880" cy="33415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99088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2300" b="0" kern="1200" cap="none" baseline="0" dirty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990888" y="2967788"/>
            <a:ext cx="4754880" cy="33415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89574A-8875-45EF-8EA2-3CAA0F7ABC4C}" type="datetimeFigureOut">
              <a:rPr lang="en-US" dirty="0"/>
              <a:t>10/18/2022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EF4D4C-5367-4C26-9E2B-D8088D7FCA81}" type="datetimeFigureOut">
              <a:rPr lang="en-US" dirty="0"/>
              <a:t>10/18/2022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E91E96-98B0-4413-9547-46F3504108EF}" type="datetimeFigureOut">
              <a:rPr lang="en-US" dirty="0"/>
              <a:t>10/18/2022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24128" y="471509"/>
            <a:ext cx="4389120" cy="1737360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5000" y="822960"/>
            <a:ext cx="5678424" cy="518464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128" y="2257506"/>
            <a:ext cx="4389120" cy="3762294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8000"/>
              </a:lnSpc>
              <a:spcBef>
                <a:spcPts val="6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C68B11-C5A8-448C-8CE9-B1A273C79CFC}" type="datetimeFigureOut">
              <a:rPr lang="en-US" dirty="0"/>
              <a:t>10/18/2022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8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-1"/>
            <a:ext cx="12188952" cy="4572000"/>
          </a:xfrm>
          <a:solidFill>
            <a:schemeClr val="accent2">
              <a:lumMod val="60000"/>
              <a:lumOff val="40000"/>
            </a:schemeClr>
          </a:solidFill>
        </p:spPr>
        <p:txBody>
          <a:bodyPr lIns="457200" tIns="365760" rIns="45720" bIns="4572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10600" y="4960138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16CA0-919D-4A49-9C8A-62FDFB3A5183}" type="datetimeFigureOut">
              <a:rPr lang="en-US" dirty="0"/>
              <a:t>10/18/2022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E5644-1E61-4311-A31E-84CB9C7AA8A9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D73815-2707-4475-8F1A-B873CB631BB4}" type="datetimeFigureOut">
              <a:rPr lang="en-US" dirty="0"/>
              <a:t>10/18/2022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762000"/>
            <a:ext cx="2628900" cy="5410200"/>
          </a:xfrm>
        </p:spPr>
        <p:txBody>
          <a:bodyPr vert="eaVert" lIns="45720" tIns="91440" rIns="45720" bIns="9144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90601" y="762000"/>
            <a:ext cx="7581900" cy="54102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4AFB99-0EAB-4182-AFF8-E214C82A68F6}" type="datetimeFigureOut">
              <a:rPr lang="en-US" dirty="0"/>
              <a:t>10/18/2022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 rot="5400000" flipV="1">
            <a:off x="10058400" y="59263"/>
            <a:ext cx="0" cy="914400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286000"/>
            <a:ext cx="9720073" cy="402336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24129" y="6470704"/>
            <a:ext cx="2154143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90298CD5-6C1E-4009-B41F-6DF62E31D3BE}" type="datetimeFigureOut">
              <a:rPr lang="en-US" dirty="0"/>
              <a:pPr/>
              <a:t>10/18/2022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842932" y="6470704"/>
            <a:ext cx="5901459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837333" y="6470704"/>
            <a:ext cx="973667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762000" y="826324"/>
            <a:ext cx="0" cy="914400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0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5000" kern="1200" cap="all" spc="100" baseline="0">
          <a:solidFill>
            <a:schemeClr val="tx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2"/>
        </a:buClr>
        <a:buSzPct val="100000"/>
        <a:buFont typeface="Tw Cen MT" panose="020B0602020104020603" pitchFamily="34" charset="0"/>
        <a:buChar char=" 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26517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4480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9436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77724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060704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216152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13624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s://docs.oracle.com/en/database/oracle/oracle-database/19/sqlrf/Database-Objects.html#GUID-31BE00A7-7FF9-41CB-852A-F1416912CA9E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gif"/><Relationship Id="rId2" Type="http://schemas.openxmlformats.org/officeDocument/2006/relationships/hyperlink" Target="https://docs.oracle.com/en/database/oracle/oracle-database/19/sqlrf/CREATE-TABLE.html#GUID-F9CE0CC3-13AE-4744-A43C-EAC7A71AAAB6" TargetMode="Externa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oracle.com/en/database/oracle/oracle-database/19/sqlrf/CREATE-MATERIALIZED-VIEW.html#GUID-EE262CA4-01E5-4618-B659-6165D993CA1B" TargetMode="External"/><Relationship Id="rId2" Type="http://schemas.openxmlformats.org/officeDocument/2006/relationships/hyperlink" Target="https://docs.oracle.com/en/database/oracle/oracle-database/19/sqlrf/CREATE-VIEW.html" TargetMode="Externa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hyperlink" Target="https://docs.oracle.com/en/database/oracle/oracle-database/19/sqlrf/CREATE-PROCEDURE.html#GUID-771879D8-BBFD-4D87-8A6C-290102142DA3" TargetMode="Externa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docs.oracle.com/en/database/oracle/oracle-database/19/sqlrf/CREATE-SEQUENCE.html#GUID-E9C78A8C-615A-4757-B2A8-5E6EFB130571" TargetMode="Externa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hyperlink" Target="https://docs.oracle.com/en/database/oracle/oracle-database/19/sqlrf/CREATE-SYNONYM.html#GUID-A806C82F-1171-478E-A910-F9C6C42739B2" TargetMode="Externa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hyperlink" Target="https://docs.oracle.com/en/database/oracle/oracle-database/19/sqlrf/CREATE-INDEX.html" TargetMode="Externa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hyperlink" Target="https://docs.oracle.com/en/database/oracle/oracle-database/19/sqlrf/constraint.html#GUID-1055EA97-BA6F-4764-A15F-1024FD5B6DFE" TargetMode="Externa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hyperlink" Target="https://docs.oracle.com/en/database/oracle/oracle-database/19/sqlrf/CREATE-TRIGGER.html" TargetMode="Externa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hyperlink" Target="https://docs.oracle.com/en/database/oracle/oracle-database/19/sqlrf/CREATE-DATABASE-LINK.html#GUID-D966642A-B19E-449D-9968-1121AF06D793" TargetMode="Externa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hyperlink" Target="https://docs.oracle.com/en/database/oracle/oracle-database/19/sqlrf/Data-Types.html#GUID-A3C0D836-BADB-44E5-A5D4-265BA5968483" TargetMode="Externa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hyperlink" Target="https://docs.oracle.com/en/database/oracle/oracle-database/19/sqlrf/Data-Types.html#GUID-1BABC478-FB47-4962-9B0C-8B8BD059E733" TargetMode="Externa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oracle.com/en/database/oracle/oracle-database/19/sqlrf/Data-Types.html#GUID-9401BC04-81C4-4CD5-99E7-C5E25C83F608" TargetMode="External"/><Relationship Id="rId2" Type="http://schemas.openxmlformats.org/officeDocument/2006/relationships/hyperlink" Target="https://docs.oracle.com/en/database/oracle/oracle-database/19/sqlrf/Data-Types.html#GUID-1BABC478-FB47-4962-9B0C-8B8BD059E733" TargetMode="Externa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oracle.com/en/database/oracle/oracle-database/19/sqlrf/Data-Types.html#GUID-7690645A-0EE3-46CA-90DE-C96DF5A01F8F" TargetMode="External"/><Relationship Id="rId2" Type="http://schemas.openxmlformats.org/officeDocument/2006/relationships/hyperlink" Target="https://docs.oracle.com/en/database/oracle/oracle-database/19/sqlrf/Data-Types.html#GUID-1BABC478-FB47-4962-9B0C-8B8BD059E733" TargetMode="Externa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oracle.com/en/database/oracle/oracle-database/19/sqlrf/Data-Types.html#GUID-1A71C635-188E-4EC9-B821-1DBEC2B45451" TargetMode="External"/><Relationship Id="rId2" Type="http://schemas.openxmlformats.org/officeDocument/2006/relationships/hyperlink" Target="https://docs.oracle.com/en/database/oracle/oracle-database/19/sqlrf/Data-Types.html#GUID-1BABC478-FB47-4962-9B0C-8B8BD059E733" TargetMode="Externa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err="1"/>
              <a:t>Objekty</a:t>
            </a:r>
            <a:r>
              <a:rPr lang="en-US" dirty="0"/>
              <a:t> a D</a:t>
            </a:r>
            <a:r>
              <a:rPr lang="sk-SK" dirty="0" err="1"/>
              <a:t>átové</a:t>
            </a:r>
            <a:r>
              <a:rPr lang="sk-SK" dirty="0"/>
              <a:t> typy</a:t>
            </a:r>
            <a:endParaRPr lang="en-US" dirty="0"/>
          </a:p>
        </p:txBody>
      </p:sp>
      <p:sp>
        <p:nvSpPr>
          <p:cNvPr id="4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Jana </a:t>
            </a:r>
            <a:r>
              <a:rPr lang="en-US" dirty="0" err="1"/>
              <a:t>Va</a:t>
            </a:r>
            <a:r>
              <a:rPr lang="sk-SK" dirty="0"/>
              <a:t>ňková</a:t>
            </a:r>
          </a:p>
          <a:p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55879" y="5817583"/>
            <a:ext cx="2611548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4431042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 dirty="0"/>
              <a:t>Databázové objekty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sk-SK" dirty="0"/>
              <a:t> V Oracle </a:t>
            </a:r>
            <a:r>
              <a:rPr lang="sk-SK" dirty="0" err="1"/>
              <a:t>Database</a:t>
            </a:r>
            <a:r>
              <a:rPr lang="sk-SK" dirty="0"/>
              <a:t> existuje viacero typov objektov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sk-SK" dirty="0"/>
              <a:t> Môžeme ich rozdeliť na 2 základne druhy: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sk-SK" dirty="0" err="1"/>
              <a:t>Schema</a:t>
            </a:r>
            <a:r>
              <a:rPr lang="sk-SK" dirty="0"/>
              <a:t> objekty – Objekty, ktoré sú viazané na schému, ktorá je ich vlastníkom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sk-SK" dirty="0" err="1"/>
              <a:t>Non-Schema</a:t>
            </a:r>
            <a:r>
              <a:rPr lang="sk-SK" dirty="0"/>
              <a:t> objekty – Objekty, ktoré nemajú vlastníka, sú spoločné pre celú DB</a:t>
            </a:r>
          </a:p>
          <a:p>
            <a:pPr lvl="1">
              <a:buFont typeface="Arial" panose="020B0604020202020204" pitchFamily="34" charset="0"/>
              <a:buChar char="•"/>
            </a:pPr>
            <a:endParaRPr lang="sk-SK" dirty="0"/>
          </a:p>
          <a:p>
            <a:pPr lvl="1">
              <a:buFont typeface="Arial" panose="020B0604020202020204" pitchFamily="34" charset="0"/>
              <a:buChar char="•"/>
            </a:pPr>
            <a:endParaRPr lang="sk-SK" dirty="0"/>
          </a:p>
          <a:p>
            <a:pPr lvl="1">
              <a:buFont typeface="Arial" panose="020B0604020202020204" pitchFamily="34" charset="0"/>
              <a:buChar char="•"/>
            </a:pPr>
            <a:endParaRPr lang="sk-SK" dirty="0"/>
          </a:p>
          <a:p>
            <a:pPr lvl="1">
              <a:buFont typeface="Arial" panose="020B0604020202020204" pitchFamily="34" charset="0"/>
              <a:buChar char="•"/>
            </a:pPr>
            <a:endParaRPr lang="sk-SK" dirty="0"/>
          </a:p>
          <a:p>
            <a:pPr lvl="1">
              <a:buFont typeface="Arial" panose="020B0604020202020204" pitchFamily="34" charset="0"/>
              <a:buChar char="•"/>
            </a:pPr>
            <a:endParaRPr lang="sk-SK" dirty="0"/>
          </a:p>
          <a:p>
            <a:pPr marL="128016" lvl="1" indent="0">
              <a:buNone/>
            </a:pPr>
            <a:r>
              <a:rPr lang="sk-SK" dirty="0">
                <a:hlinkClick r:id="rId2"/>
              </a:rPr>
              <a:t>https://docs.oracle.com/en/database/oracle/oracle-database/19/sqlrf/Database-Objects.html#GUID-31BE00A7-7FF9-41CB-852A-F1416912CA9E</a:t>
            </a:r>
            <a:endParaRPr lang="sk-SK" dirty="0"/>
          </a:p>
          <a:p>
            <a:pPr marL="128016" lvl="1" indent="0">
              <a:buNone/>
            </a:pPr>
            <a:endParaRPr lang="sk-SK" dirty="0"/>
          </a:p>
        </p:txBody>
      </p:sp>
    </p:spTree>
    <p:extLst>
      <p:ext uri="{BB962C8B-B14F-4D97-AF65-F5344CB8AC3E}">
        <p14:creationId xmlns:p14="http://schemas.microsoft.com/office/powerpoint/2010/main" val="29097064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 dirty="0" err="1"/>
              <a:t>Schema</a:t>
            </a:r>
            <a:r>
              <a:rPr lang="sk-SK" dirty="0"/>
              <a:t> objekty</a:t>
            </a:r>
            <a:endParaRPr lang="en-US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2DF21685-F0D7-4C15-B95A-8DF13902DC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3938" y="2286000"/>
            <a:ext cx="9720072" cy="4022725"/>
          </a:xfrm>
        </p:spPr>
        <p:txBody>
          <a:bodyPr>
            <a:normAutofit fontScale="92500" lnSpcReduction="20000"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sk-SK" dirty="0"/>
              <a:t> Tabuľky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sk-SK" dirty="0"/>
              <a:t> Pohľady, Materializované pohľady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sk-SK" dirty="0"/>
              <a:t> Procedúry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sk-SK" dirty="0"/>
              <a:t> Funkcie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sk-SK" dirty="0"/>
              <a:t> Sekvencie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sk-SK" dirty="0"/>
              <a:t> Synonymá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sk-SK" dirty="0"/>
              <a:t> Indexy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sk-SK" dirty="0"/>
              <a:t> </a:t>
            </a:r>
            <a:r>
              <a:rPr lang="sk-SK" dirty="0" err="1"/>
              <a:t>Constrainty</a:t>
            </a:r>
            <a:endParaRPr lang="sk-SK" dirty="0"/>
          </a:p>
          <a:p>
            <a:pPr>
              <a:buFont typeface="Arial" panose="020B0604020202020204" pitchFamily="34" charset="0"/>
              <a:buChar char="•"/>
            </a:pPr>
            <a:r>
              <a:rPr lang="sk-SK" dirty="0"/>
              <a:t> </a:t>
            </a:r>
            <a:r>
              <a:rPr lang="sk-SK" dirty="0" err="1"/>
              <a:t>Triggery</a:t>
            </a:r>
            <a:endParaRPr lang="sk-SK" dirty="0"/>
          </a:p>
          <a:p>
            <a:pPr>
              <a:buFont typeface="Arial" panose="020B0604020202020204" pitchFamily="34" charset="0"/>
              <a:buChar char="•"/>
            </a:pPr>
            <a:r>
              <a:rPr lang="sk-SK" dirty="0"/>
              <a:t> Databázové linky</a:t>
            </a:r>
          </a:p>
        </p:txBody>
      </p:sp>
    </p:spTree>
    <p:extLst>
      <p:ext uri="{BB962C8B-B14F-4D97-AF65-F5344CB8AC3E}">
        <p14:creationId xmlns:p14="http://schemas.microsoft.com/office/powerpoint/2010/main" val="4824098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 dirty="0"/>
              <a:t>Tabuľka</a:t>
            </a:r>
            <a:endParaRPr lang="en-US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2DF21685-F0D7-4C15-B95A-8DF13902DC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3938" y="2286000"/>
            <a:ext cx="9720072" cy="4022725"/>
          </a:xfrm>
        </p:spPr>
        <p:txBody>
          <a:bodyPr>
            <a:normAutofit fontScale="92500" lnSpcReduction="10000"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sk-SK" dirty="0"/>
              <a:t> Základná štruktúra, ktorá slúži na uloženie dát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sk-SK" dirty="0"/>
              <a:t> Je zložená zo stĺpcov, ktoré definujú aké typy dát môže obsahovať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sk-SK" dirty="0"/>
              <a:t> Na tabuľku je viazaných niekoľko ďalších typov objektov</a:t>
            </a:r>
          </a:p>
          <a:p>
            <a:pPr>
              <a:buFont typeface="Arial" panose="020B0604020202020204" pitchFamily="34" charset="0"/>
              <a:buChar char="•"/>
            </a:pPr>
            <a:endParaRPr lang="sk-SK" dirty="0"/>
          </a:p>
          <a:p>
            <a:pPr>
              <a:buFont typeface="Arial" panose="020B0604020202020204" pitchFamily="34" charset="0"/>
              <a:buChar char="•"/>
            </a:pPr>
            <a:endParaRPr lang="sk-SK" dirty="0"/>
          </a:p>
          <a:p>
            <a:pPr>
              <a:buFont typeface="Arial" panose="020B0604020202020204" pitchFamily="34" charset="0"/>
              <a:buChar char="•"/>
            </a:pPr>
            <a:endParaRPr lang="sk-SK" dirty="0"/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endParaRPr lang="sk-SK" dirty="0"/>
          </a:p>
          <a:p>
            <a:pPr marL="0" indent="0">
              <a:buNone/>
            </a:pPr>
            <a:r>
              <a:rPr lang="sk-SK" dirty="0">
                <a:hlinkClick r:id="rId2"/>
              </a:rPr>
              <a:t>https://docs.oracle.com/en/database/oracle/oracle-database/19/sqlrf/CREATE-TABLE.html#GUID-F9CE0CC3-13AE-4744-A43C-EAC7A71AAAB6</a:t>
            </a:r>
            <a:endParaRPr lang="sk-SK" dirty="0"/>
          </a:p>
        </p:txBody>
      </p:sp>
      <p:pic>
        <p:nvPicPr>
          <p:cNvPr id="4" name="Picture 3" descr="Table&#10;&#10;Description automatically generated">
            <a:extLst>
              <a:ext uri="{FF2B5EF4-FFF2-40B4-BE49-F238E27FC236}">
                <a16:creationId xmlns:a16="http://schemas.microsoft.com/office/drawing/2014/main" id="{ED35D8BE-3284-4657-8541-938DDA9B32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3938" y="3526653"/>
            <a:ext cx="5372100" cy="2009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30468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 dirty="0"/>
              <a:t>Pohľady a materializované pohľady</a:t>
            </a:r>
            <a:endParaRPr lang="en-US" dirty="0"/>
          </a:p>
        </p:txBody>
      </p:sp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329A0CA0-2FA0-4480-80A0-18FD231130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4128" y="2286000"/>
            <a:ext cx="9720073" cy="4023360"/>
          </a:xfrm>
        </p:spPr>
        <p:txBody>
          <a:bodyPr>
            <a:normAutofit fontScale="85000" lnSpcReduction="20000"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sk-SK" dirty="0"/>
              <a:t> Pohľad je logická tabuľka založená na jednej alebo viacerých tabuľkách-pohľadoch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sk-SK" dirty="0"/>
              <a:t> Pohľad neobsahuje žiadne dáta ani nezaberá žiadne miesto v databáze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sk-SK" dirty="0"/>
              <a:t> Obsahom je výsledok SELECT </a:t>
            </a:r>
            <a:r>
              <a:rPr lang="sk-SK" dirty="0" err="1"/>
              <a:t>statementu</a:t>
            </a:r>
            <a:r>
              <a:rPr lang="sk-SK" dirty="0"/>
              <a:t>, ktorý sa definuje pri vytvorení pohľadu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sk-SK" dirty="0"/>
              <a:t> Pri zmene dát na zdrojovej tabuľke sa zmení aj obsah pohľadu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sk-SK" dirty="0"/>
              <a:t> Materializovaný pohľad neobsahuje aktuálne dáta, ale dáta od vytvorenia alebo od posledného </a:t>
            </a:r>
            <a:r>
              <a:rPr lang="sk-SK" dirty="0" err="1"/>
              <a:t>refresh</a:t>
            </a:r>
            <a:r>
              <a:rPr lang="sk-SK" dirty="0"/>
              <a:t>-u pohľadu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sk-SK" dirty="0"/>
              <a:t> Materializovaný pohľad tým pádom musí mať dané dáta zapísané v databáze a zaberá miesto a aktualizujú sa až po spustení </a:t>
            </a:r>
            <a:r>
              <a:rPr lang="sk-SK" dirty="0" err="1"/>
              <a:t>refresh</a:t>
            </a:r>
            <a:r>
              <a:rPr lang="sk-SK" dirty="0"/>
              <a:t>-u</a:t>
            </a:r>
          </a:p>
          <a:p>
            <a:pPr>
              <a:buFont typeface="Arial" panose="020B0604020202020204" pitchFamily="34" charset="0"/>
              <a:buChar char="•"/>
            </a:pPr>
            <a:endParaRPr lang="sk-SK" dirty="0"/>
          </a:p>
          <a:p>
            <a:pPr marL="0" indent="0">
              <a:buNone/>
            </a:pPr>
            <a:r>
              <a:rPr lang="sk-SK" dirty="0">
                <a:hlinkClick r:id="rId2"/>
              </a:rPr>
              <a:t>https://docs.oracle.com/en/database/oracle/oracle-database/19/sqlrf/CREATE-VIEW.html</a:t>
            </a:r>
            <a:endParaRPr lang="sk-SK" dirty="0"/>
          </a:p>
          <a:p>
            <a:pPr marL="0" indent="0">
              <a:buNone/>
            </a:pPr>
            <a:r>
              <a:rPr lang="sk-SK" dirty="0">
                <a:hlinkClick r:id="rId3"/>
              </a:rPr>
              <a:t>https://docs.oracle.com/en/database/oracle/oracle-database/19/sqlrf/CREATE-MATERIALIZED-VIEW.html#GUID-EE262CA4-01E5-4618-B659-6165D993CA1B</a:t>
            </a:r>
            <a:endParaRPr lang="sk-SK" dirty="0"/>
          </a:p>
          <a:p>
            <a:pPr marL="0" indent="0">
              <a:buNone/>
            </a:pPr>
            <a:endParaRPr lang="sk-SK" dirty="0"/>
          </a:p>
        </p:txBody>
      </p:sp>
    </p:spTree>
    <p:extLst>
      <p:ext uri="{BB962C8B-B14F-4D97-AF65-F5344CB8AC3E}">
        <p14:creationId xmlns:p14="http://schemas.microsoft.com/office/powerpoint/2010/main" val="298691944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 dirty="0"/>
              <a:t>procedúry</a:t>
            </a:r>
            <a:endParaRPr lang="en-US" dirty="0"/>
          </a:p>
        </p:txBody>
      </p:sp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329A0CA0-2FA0-4480-80A0-18FD231130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4128" y="2286000"/>
            <a:ext cx="9720073" cy="4023360"/>
          </a:xfrm>
        </p:spPr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sk-SK" dirty="0"/>
              <a:t> Procedúra je skupina PL/SQL príkazov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sk-SK" dirty="0"/>
              <a:t> Jedná sa o kód, ktorý má za úlohu vykonať istú funkcionalitu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sk-SK" dirty="0"/>
              <a:t> Daný kód môže obsahovať SQL príkazy, </a:t>
            </a:r>
            <a:r>
              <a:rPr lang="sk-SK" dirty="0" err="1"/>
              <a:t>java</a:t>
            </a:r>
            <a:r>
              <a:rPr lang="sk-SK" dirty="0"/>
              <a:t> metódy </a:t>
            </a:r>
            <a:r>
              <a:rPr lang="sk-SK" dirty="0" err="1"/>
              <a:t>a.i</a:t>
            </a:r>
            <a:r>
              <a:rPr lang="sk-SK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sk-SK" dirty="0"/>
              <a:t> Procedúra je spustiteľná</a:t>
            </a:r>
          </a:p>
          <a:p>
            <a:pPr>
              <a:buFont typeface="Arial" panose="020B0604020202020204" pitchFamily="34" charset="0"/>
              <a:buChar char="•"/>
            </a:pPr>
            <a:endParaRPr lang="sk-SK" dirty="0"/>
          </a:p>
          <a:p>
            <a:pPr marL="0" indent="0">
              <a:buNone/>
            </a:pPr>
            <a:r>
              <a:rPr lang="sk-SK" dirty="0">
                <a:hlinkClick r:id="rId2"/>
              </a:rPr>
              <a:t>https://docs.oracle.com/en/database/oracle/oracle-database/19/sqlrf/CREATE-PROCEDURE.html#GUID-771879D8-BBFD-4D87-8A6C-290102142DA3</a:t>
            </a:r>
            <a:endParaRPr lang="sk-SK" dirty="0"/>
          </a:p>
        </p:txBody>
      </p:sp>
    </p:spTree>
    <p:extLst>
      <p:ext uri="{BB962C8B-B14F-4D97-AF65-F5344CB8AC3E}">
        <p14:creationId xmlns:p14="http://schemas.microsoft.com/office/powerpoint/2010/main" val="23636620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 dirty="0"/>
              <a:t>Sekvencie</a:t>
            </a:r>
            <a:endParaRPr lang="en-US" dirty="0"/>
          </a:p>
        </p:txBody>
      </p:sp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329A0CA0-2FA0-4480-80A0-18FD231130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4128" y="2286000"/>
            <a:ext cx="9720073" cy="4023360"/>
          </a:xfrm>
        </p:spPr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sk-SK" dirty="0"/>
              <a:t> Sekvencia je objekt, ktorý slúži na generovanie jedinečných </a:t>
            </a:r>
            <a:r>
              <a:rPr lang="sk-SK" dirty="0" err="1"/>
              <a:t>integer</a:t>
            </a:r>
            <a:r>
              <a:rPr lang="sk-SK" dirty="0"/>
              <a:t> hodnôt, ktoré je možné použiť na vkladanie jedinečných hodnôt do </a:t>
            </a:r>
            <a:r>
              <a:rPr lang="sk-SK" dirty="0" err="1"/>
              <a:t>unique</a:t>
            </a:r>
            <a:r>
              <a:rPr lang="sk-SK" dirty="0"/>
              <a:t> stĺpcov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sk-SK" dirty="0"/>
              <a:t> Je to akési skryté počítadlo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sk-SK" dirty="0"/>
              <a:t> Podľa toho ako bola vytvorená sa </a:t>
            </a:r>
            <a:r>
              <a:rPr lang="sk-SK" dirty="0" err="1"/>
              <a:t>inkrementuje</a:t>
            </a:r>
            <a:r>
              <a:rPr lang="sk-SK" dirty="0"/>
              <a:t> hodnota o konkrétnu hodnotu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sk-SK" dirty="0"/>
              <a:t> Príklad: nastavíme </a:t>
            </a:r>
            <a:r>
              <a:rPr lang="sk-SK" dirty="0" err="1"/>
              <a:t>inkrement</a:t>
            </a:r>
            <a:r>
              <a:rPr lang="sk-SK" dirty="0"/>
              <a:t> o 2, takže hodnoty budú 2,4,6,8,...</a:t>
            </a:r>
          </a:p>
          <a:p>
            <a:pPr>
              <a:buFont typeface="Arial" panose="020B0604020202020204" pitchFamily="34" charset="0"/>
              <a:buChar char="•"/>
            </a:pPr>
            <a:endParaRPr lang="sk-SK" dirty="0"/>
          </a:p>
          <a:p>
            <a:pPr marL="0" indent="0">
              <a:buNone/>
            </a:pPr>
            <a:r>
              <a:rPr lang="sk-SK" dirty="0">
                <a:hlinkClick r:id="rId2"/>
              </a:rPr>
              <a:t>https://docs.oracle.com/en/database/oracle/oracle-database/19/sqlrf/CREATE-SEQUENCE.html#GUID-E9C78A8C-615A-4757-B2A8-5E6EFB130571</a:t>
            </a:r>
            <a:endParaRPr lang="sk-SK" dirty="0"/>
          </a:p>
          <a:p>
            <a:pPr marL="0" indent="0">
              <a:buNone/>
            </a:pPr>
            <a:endParaRPr lang="sk-SK" dirty="0"/>
          </a:p>
        </p:txBody>
      </p:sp>
    </p:spTree>
    <p:extLst>
      <p:ext uri="{BB962C8B-B14F-4D97-AF65-F5344CB8AC3E}">
        <p14:creationId xmlns:p14="http://schemas.microsoft.com/office/powerpoint/2010/main" val="25750062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Synonym</a:t>
            </a:r>
            <a:r>
              <a:rPr lang="sk-SK" dirty="0"/>
              <a:t>á</a:t>
            </a:r>
            <a:endParaRPr lang="en-US" dirty="0"/>
          </a:p>
        </p:txBody>
      </p:sp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329A0CA0-2FA0-4480-80A0-18FD231130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4128" y="2286000"/>
            <a:ext cx="9720073" cy="4023360"/>
          </a:xfrm>
        </p:spPr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sk-SK" dirty="0"/>
              <a:t> Synonymum</a:t>
            </a:r>
            <a:r>
              <a:rPr lang="en-US" dirty="0"/>
              <a:t> </a:t>
            </a:r>
            <a:r>
              <a:rPr lang="sk-SK" dirty="0"/>
              <a:t>je</a:t>
            </a:r>
            <a:r>
              <a:rPr lang="en-US" dirty="0"/>
              <a:t> </a:t>
            </a:r>
            <a:r>
              <a:rPr lang="sk-SK" dirty="0"/>
              <a:t>alternatívne meno pre rôzne objekty (napr. tabuľku, pohľad, procedúru, iné synonymum, ...)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sk-SK" dirty="0"/>
              <a:t> Je to v podstate alias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sk-SK" dirty="0"/>
              <a:t> Existujú </a:t>
            </a:r>
            <a:r>
              <a:rPr lang="sk-SK" dirty="0" err="1"/>
              <a:t>private</a:t>
            </a:r>
            <a:r>
              <a:rPr lang="sk-SK" dirty="0"/>
              <a:t> a </a:t>
            </a:r>
            <a:r>
              <a:rPr lang="sk-SK" dirty="0" err="1"/>
              <a:t>public</a:t>
            </a:r>
            <a:r>
              <a:rPr lang="sk-SK" dirty="0"/>
              <a:t> synonymá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sk-SK" dirty="0"/>
              <a:t> </a:t>
            </a:r>
            <a:r>
              <a:rPr lang="sk-SK" dirty="0" err="1"/>
              <a:t>Public</a:t>
            </a:r>
            <a:r>
              <a:rPr lang="sk-SK" dirty="0"/>
              <a:t> synonymum je zdieľané pre všetkých užívateľov v databáze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sk-SK" dirty="0"/>
              <a:t> </a:t>
            </a:r>
            <a:r>
              <a:rPr lang="sk-SK" dirty="0" err="1"/>
              <a:t>Private</a:t>
            </a:r>
            <a:r>
              <a:rPr lang="sk-SK" dirty="0"/>
              <a:t> synonymum je platné len pre vlastníka</a:t>
            </a:r>
          </a:p>
          <a:p>
            <a:pPr marL="0" indent="0">
              <a:buNone/>
            </a:pPr>
            <a:r>
              <a:rPr lang="sk-SK" dirty="0">
                <a:hlinkClick r:id="rId2"/>
              </a:rPr>
              <a:t>https://docs.oracle.com/en/database/oracle/oracle-database/19/sqlrf/CREATE-SYNONYM.html#GUID-A806C82F-1171-478E-A910-F9C6C42739B2</a:t>
            </a:r>
            <a:endParaRPr lang="en-US" dirty="0"/>
          </a:p>
          <a:p>
            <a:pPr marL="310896" lvl="2" indent="0">
              <a:buNone/>
            </a:pPr>
            <a:endParaRPr lang="sk-SK" dirty="0"/>
          </a:p>
        </p:txBody>
      </p:sp>
    </p:spTree>
    <p:extLst>
      <p:ext uri="{BB962C8B-B14F-4D97-AF65-F5344CB8AC3E}">
        <p14:creationId xmlns:p14="http://schemas.microsoft.com/office/powerpoint/2010/main" val="97541977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 dirty="0"/>
              <a:t>Indexy</a:t>
            </a:r>
            <a:endParaRPr lang="en-US" dirty="0"/>
          </a:p>
        </p:txBody>
      </p:sp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329A0CA0-2FA0-4480-80A0-18FD231130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4128" y="2286000"/>
            <a:ext cx="9720073" cy="4023360"/>
          </a:xfrm>
        </p:spPr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sk-SK" dirty="0"/>
              <a:t> Index je objekt, ktorý obsahuje záznam o každej hodnote v stĺpci/stĺpcoch, nad ktorým/i je vytvorený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sk-SK" dirty="0"/>
              <a:t> Slúži na urýchlenie prístupu ku záznamom v tabuľke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sk-SK" dirty="0"/>
              <a:t> V prípade podmienky v SQL príkaze ukazujúcej na stĺpec s indexom by sa mal využiť daný index namiesto </a:t>
            </a:r>
            <a:r>
              <a:rPr lang="sk-SK" dirty="0" err="1"/>
              <a:t>full</a:t>
            </a:r>
            <a:r>
              <a:rPr lang="sk-SK" dirty="0"/>
              <a:t> table </a:t>
            </a:r>
            <a:r>
              <a:rPr lang="sk-SK" dirty="0" err="1"/>
              <a:t>scan</a:t>
            </a:r>
            <a:r>
              <a:rPr lang="sk-SK" dirty="0"/>
              <a:t> – plného čítania z tabuľky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sk-SK" dirty="0"/>
              <a:t> Toto urýchľuje čítanie, keďže sa číta menšie množstvo dát na upresnenie výsledku</a:t>
            </a:r>
          </a:p>
          <a:p>
            <a:pPr marL="0" indent="0">
              <a:buNone/>
            </a:pPr>
            <a:r>
              <a:rPr lang="sk-SK" dirty="0">
                <a:hlinkClick r:id="rId2"/>
              </a:rPr>
              <a:t>https://docs.oracle.com/en/database/oracle/oracle-database/19/sqlrf/CREATE-INDEX.html</a:t>
            </a:r>
            <a:endParaRPr lang="sk-SK" dirty="0"/>
          </a:p>
          <a:p>
            <a:pPr marL="0" indent="0">
              <a:buNone/>
            </a:pPr>
            <a:endParaRPr lang="sk-SK" dirty="0"/>
          </a:p>
        </p:txBody>
      </p:sp>
    </p:spTree>
    <p:extLst>
      <p:ext uri="{BB962C8B-B14F-4D97-AF65-F5344CB8AC3E}">
        <p14:creationId xmlns:p14="http://schemas.microsoft.com/office/powerpoint/2010/main" val="189374548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 dirty="0" err="1"/>
              <a:t>Constraint</a:t>
            </a:r>
            <a:endParaRPr lang="en-US" dirty="0"/>
          </a:p>
        </p:txBody>
      </p:sp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329A0CA0-2FA0-4480-80A0-18FD231130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4128" y="2286000"/>
            <a:ext cx="9720073" cy="4023360"/>
          </a:xfrm>
        </p:spPr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sk-SK" dirty="0"/>
              <a:t> </a:t>
            </a:r>
            <a:r>
              <a:rPr lang="sk-SK" dirty="0" err="1"/>
              <a:t>Constraint</a:t>
            </a:r>
            <a:r>
              <a:rPr lang="sk-SK" dirty="0"/>
              <a:t> je obmedzenie pre hodnoty v stĺpci kvôli zabezpečeniu integrity dát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sk-SK" dirty="0"/>
              <a:t> Rozlišujeme nasledovné: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sk-SK" dirty="0"/>
              <a:t>NOT NULL – stĺpec nemôže obsahovať nulové hodnoty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sk-SK" dirty="0" err="1"/>
              <a:t>Unique</a:t>
            </a:r>
            <a:r>
              <a:rPr lang="sk-SK" dirty="0"/>
              <a:t> – hodnoty v stĺpci musia byť jedinečné, nesmú sa opakovať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sk-SK" dirty="0" err="1"/>
              <a:t>Primary</a:t>
            </a:r>
            <a:r>
              <a:rPr lang="sk-SK" dirty="0"/>
              <a:t> </a:t>
            </a:r>
            <a:r>
              <a:rPr lang="sk-SK" dirty="0" err="1"/>
              <a:t>key</a:t>
            </a:r>
            <a:r>
              <a:rPr lang="sk-SK" dirty="0"/>
              <a:t> – je to skombinovaný NOT NULL a </a:t>
            </a:r>
            <a:r>
              <a:rPr lang="sk-SK" dirty="0" err="1"/>
              <a:t>Unique</a:t>
            </a:r>
            <a:r>
              <a:rPr lang="sk-SK" dirty="0"/>
              <a:t> </a:t>
            </a:r>
            <a:r>
              <a:rPr lang="sk-SK" dirty="0" err="1"/>
              <a:t>constraint</a:t>
            </a:r>
            <a:endParaRPr lang="sk-SK" dirty="0"/>
          </a:p>
          <a:p>
            <a:pPr lvl="1">
              <a:buFont typeface="Arial" panose="020B0604020202020204" pitchFamily="34" charset="0"/>
              <a:buChar char="•"/>
            </a:pPr>
            <a:r>
              <a:rPr lang="sk-SK" dirty="0" err="1"/>
              <a:t>Foreign</a:t>
            </a:r>
            <a:r>
              <a:rPr lang="sk-SK" dirty="0"/>
              <a:t> </a:t>
            </a:r>
            <a:r>
              <a:rPr lang="sk-SK" dirty="0" err="1"/>
              <a:t>key</a:t>
            </a:r>
            <a:r>
              <a:rPr lang="sk-SK" dirty="0"/>
              <a:t> – hodnoty v stĺpci musia byť prítomné v stĺpci na inej tabuľke, na ktorý ukazuje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sk-SK" dirty="0" err="1"/>
              <a:t>Check</a:t>
            </a:r>
            <a:r>
              <a:rPr lang="sk-SK" dirty="0"/>
              <a:t> – hodnoty v danom stĺpci musia spĺňať istú podmienku, napr. musí byť väčšie ako 0, môže byť len jedna z dvoch konkrétnych hodnôt a pod.</a:t>
            </a:r>
          </a:p>
          <a:p>
            <a:pPr marL="0" indent="0">
              <a:buNone/>
            </a:pPr>
            <a:r>
              <a:rPr lang="sk-SK" dirty="0">
                <a:hlinkClick r:id="rId2"/>
              </a:rPr>
              <a:t>https://docs.oracle.com/en/database/oracle/oracle-database/19/sqlrf/constraint.html#GUID-1055EA97-BA6F-4764-A15F-1024FD5B6DFE</a:t>
            </a:r>
            <a:endParaRPr lang="sk-SK" dirty="0"/>
          </a:p>
          <a:p>
            <a:pPr marL="0" indent="0">
              <a:buNone/>
            </a:pPr>
            <a:endParaRPr lang="sk-SK" dirty="0"/>
          </a:p>
        </p:txBody>
      </p:sp>
    </p:spTree>
    <p:extLst>
      <p:ext uri="{BB962C8B-B14F-4D97-AF65-F5344CB8AC3E}">
        <p14:creationId xmlns:p14="http://schemas.microsoft.com/office/powerpoint/2010/main" val="419287818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 dirty="0" err="1"/>
              <a:t>Trigger</a:t>
            </a:r>
            <a:endParaRPr lang="en-US" dirty="0"/>
          </a:p>
        </p:txBody>
      </p:sp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329A0CA0-2FA0-4480-80A0-18FD231130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4128" y="2286000"/>
            <a:ext cx="9720073" cy="4023360"/>
          </a:xfrm>
        </p:spPr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sk-SK" dirty="0"/>
              <a:t> </a:t>
            </a:r>
            <a:r>
              <a:rPr lang="sk-SK" dirty="0" err="1"/>
              <a:t>Trigger</a:t>
            </a:r>
            <a:r>
              <a:rPr lang="sk-SK" dirty="0"/>
              <a:t> je spúšťač, ktorým sa vykoná istá preddefinovaná akcia na základe splnenia istej spúšťacej podmienky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sk-SK" dirty="0"/>
              <a:t> Spúšťačom môže byť napríklad vytvorenie tabuľky, vloženie dát, zmazanie objektu a pod.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sk-SK" dirty="0"/>
              <a:t> Obsahom </a:t>
            </a:r>
            <a:r>
              <a:rPr lang="sk-SK" dirty="0" err="1"/>
              <a:t>triggeru</a:t>
            </a:r>
            <a:r>
              <a:rPr lang="sk-SK" dirty="0"/>
              <a:t> je PL/SQL kód, takže funkcionalita závisí od našich potrieb</a:t>
            </a:r>
          </a:p>
          <a:p>
            <a:pPr marL="0" indent="0">
              <a:buNone/>
            </a:pPr>
            <a:endParaRPr lang="sk-SK" dirty="0"/>
          </a:p>
          <a:p>
            <a:pPr marL="0" indent="0">
              <a:buNone/>
            </a:pPr>
            <a:r>
              <a:rPr lang="sk-SK" dirty="0">
                <a:hlinkClick r:id="rId2"/>
              </a:rPr>
              <a:t>https://docs.oracle.com/en/database/oracle/oracle-database/19/sqlrf/CREATE-TRIGGER.html</a:t>
            </a:r>
            <a:endParaRPr lang="sk-SK" dirty="0"/>
          </a:p>
          <a:p>
            <a:pPr marL="0" indent="0">
              <a:buNone/>
            </a:pPr>
            <a:endParaRPr lang="sk-SK" dirty="0"/>
          </a:p>
        </p:txBody>
      </p:sp>
    </p:spTree>
    <p:extLst>
      <p:ext uri="{BB962C8B-B14F-4D97-AF65-F5344CB8AC3E}">
        <p14:creationId xmlns:p14="http://schemas.microsoft.com/office/powerpoint/2010/main" val="400888065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Datab</a:t>
            </a:r>
            <a:r>
              <a:rPr lang="sk-SK" dirty="0" err="1"/>
              <a:t>ázová</a:t>
            </a:r>
            <a:r>
              <a:rPr lang="sk-SK" dirty="0"/>
              <a:t> linka</a:t>
            </a:r>
            <a:endParaRPr lang="en-US" dirty="0"/>
          </a:p>
        </p:txBody>
      </p:sp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329A0CA0-2FA0-4480-80A0-18FD231130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4128" y="2286000"/>
            <a:ext cx="9720073" cy="4023360"/>
          </a:xfrm>
        </p:spPr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sk-SK" dirty="0"/>
              <a:t> Databázová linka slúži na prístup do inej Oracle databázy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sk-SK" dirty="0"/>
              <a:t> Pri vytváraní sa definuje užívateľ a heslo na vzdialenej databáze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sk-SK" dirty="0"/>
              <a:t> Taktiež sa definuje </a:t>
            </a:r>
            <a:r>
              <a:rPr lang="sk-SK" dirty="0" err="1"/>
              <a:t>connection</a:t>
            </a:r>
            <a:r>
              <a:rPr lang="sk-SK" dirty="0"/>
              <a:t> </a:t>
            </a:r>
            <a:r>
              <a:rPr lang="sk-SK" dirty="0" err="1"/>
              <a:t>string</a:t>
            </a:r>
            <a:r>
              <a:rPr lang="sk-SK" dirty="0"/>
              <a:t> na vzdialenú databázu, ktorý môže byť definovaný priamo alebo pomocou záznamu v </a:t>
            </a:r>
            <a:r>
              <a:rPr lang="sk-SK" dirty="0" err="1"/>
              <a:t>tnsnames.ora</a:t>
            </a:r>
            <a:endParaRPr lang="sk-SK" dirty="0"/>
          </a:p>
          <a:p>
            <a:pPr marL="0" indent="0">
              <a:buNone/>
            </a:pPr>
            <a:r>
              <a:rPr lang="sk-SK" dirty="0">
                <a:hlinkClick r:id="rId2"/>
              </a:rPr>
              <a:t>https://docs.oracle.com/en/database/oracle/oracle-database/19/sqlrf/CREATE-DATABASE-LINK.html#GUID-D966642A-B19E-449D-9968-1121AF06D793</a:t>
            </a:r>
            <a:endParaRPr lang="sk-SK" dirty="0"/>
          </a:p>
          <a:p>
            <a:pPr marL="0" indent="0">
              <a:buNone/>
            </a:pPr>
            <a:endParaRPr lang="sk-SK" dirty="0"/>
          </a:p>
        </p:txBody>
      </p:sp>
    </p:spTree>
    <p:extLst>
      <p:ext uri="{BB962C8B-B14F-4D97-AF65-F5344CB8AC3E}">
        <p14:creationId xmlns:p14="http://schemas.microsoft.com/office/powerpoint/2010/main" val="3360440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 dirty="0"/>
              <a:t>Dátové typy</a:t>
            </a:r>
            <a:endParaRPr lang="en-US" dirty="0"/>
          </a:p>
        </p:txBody>
      </p:sp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329A0CA0-2FA0-4480-80A0-18FD231130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4128" y="2286000"/>
            <a:ext cx="9720073" cy="4023360"/>
          </a:xfrm>
        </p:spPr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sk-SK" dirty="0"/>
              <a:t> Dátové typy nám určujú aké typy dát môže obsahovať daný stĺpec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sk-SK" dirty="0"/>
              <a:t> Dátové typy môžeme rozdeliť na niekoľko základných skupín: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sk-SK" dirty="0" err="1"/>
              <a:t>Character</a:t>
            </a:r>
            <a:r>
              <a:rPr lang="sk-SK" dirty="0"/>
              <a:t> dátové typy – CHAR, VARCHAR2, NCHAR, NVARCHAR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sk-SK" dirty="0"/>
              <a:t>Numerické dátové typy – NUMBER, FLOAT, BINARY_FLO</a:t>
            </a:r>
            <a:r>
              <a:rPr lang="en-US" dirty="0"/>
              <a:t>A</a:t>
            </a:r>
            <a:r>
              <a:rPr lang="sk-SK" dirty="0"/>
              <a:t>T, BINARY_DOUBLE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sk-SK" dirty="0"/>
              <a:t>Dátumové dátové typy – DATE, TIMESTAMP, INTERVAL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sk-SK" dirty="0"/>
              <a:t>Dátové typy veľkých objektov – CLOB, BLOB, NCLOB, BFILE</a:t>
            </a:r>
          </a:p>
          <a:p>
            <a:pPr lvl="1">
              <a:buFont typeface="Arial" panose="020B0604020202020204" pitchFamily="34" charset="0"/>
              <a:buChar char="•"/>
            </a:pPr>
            <a:endParaRPr lang="sk-SK" dirty="0"/>
          </a:p>
          <a:p>
            <a:pPr lvl="1">
              <a:buFont typeface="Arial" panose="020B0604020202020204" pitchFamily="34" charset="0"/>
              <a:buChar char="•"/>
            </a:pPr>
            <a:endParaRPr lang="sk-SK" dirty="0"/>
          </a:p>
          <a:p>
            <a:pPr marL="128016" lvl="1" indent="0">
              <a:buNone/>
            </a:pPr>
            <a:r>
              <a:rPr lang="sk-SK" dirty="0">
                <a:hlinkClick r:id="rId2"/>
              </a:rPr>
              <a:t>https://docs.oracle.com/en/database/oracle/oracle-database/19/sqlrf/Data-Types.html#GUID-A3C0D836-BADB-44E5-A5D4-265BA5968483</a:t>
            </a:r>
            <a:endParaRPr lang="sk-SK" dirty="0"/>
          </a:p>
          <a:p>
            <a:pPr lvl="1">
              <a:buFont typeface="Arial" panose="020B0604020202020204" pitchFamily="34" charset="0"/>
              <a:buChar char="•"/>
            </a:pPr>
            <a:endParaRPr lang="sk-SK" dirty="0"/>
          </a:p>
        </p:txBody>
      </p:sp>
    </p:spTree>
    <p:extLst>
      <p:ext uri="{BB962C8B-B14F-4D97-AF65-F5344CB8AC3E}">
        <p14:creationId xmlns:p14="http://schemas.microsoft.com/office/powerpoint/2010/main" val="33905777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 dirty="0" err="1"/>
              <a:t>Character</a:t>
            </a:r>
            <a:r>
              <a:rPr lang="sk-SK" dirty="0"/>
              <a:t> dátové typy</a:t>
            </a:r>
            <a:endParaRPr lang="en-US" dirty="0"/>
          </a:p>
        </p:txBody>
      </p:sp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329A0CA0-2FA0-4480-80A0-18FD231130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4128" y="2286000"/>
            <a:ext cx="9720073" cy="4023360"/>
          </a:xfrm>
        </p:spPr>
        <p:txBody>
          <a:bodyPr>
            <a:normAutofit lnSpcReduction="10000"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sk-SK" dirty="0"/>
              <a:t> CHAR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sk-SK" dirty="0"/>
              <a:t>Špecifikuje maximálnu fixnú dĺžku </a:t>
            </a:r>
            <a:r>
              <a:rPr lang="sk-SK" dirty="0" err="1"/>
              <a:t>character</a:t>
            </a:r>
            <a:r>
              <a:rPr lang="sk-SK" dirty="0"/>
              <a:t> </a:t>
            </a:r>
            <a:r>
              <a:rPr lang="sk-SK" dirty="0" err="1"/>
              <a:t>stringu</a:t>
            </a:r>
            <a:endParaRPr lang="sk-SK" dirty="0"/>
          </a:p>
          <a:p>
            <a:pPr lvl="1">
              <a:buFont typeface="Arial" panose="020B0604020202020204" pitchFamily="34" charset="0"/>
              <a:buChar char="•"/>
            </a:pPr>
            <a:r>
              <a:rPr lang="sk-SK" dirty="0"/>
              <a:t>Dĺžka môže byť definovaná v počte znakov alebo v byte-och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sk-SK" dirty="0"/>
              <a:t>Maximálna možná veľkosť je 2000 byte-</a:t>
            </a:r>
            <a:r>
              <a:rPr lang="sk-SK" dirty="0" err="1"/>
              <a:t>ov</a:t>
            </a:r>
            <a:r>
              <a:rPr lang="sk-SK" dirty="0"/>
              <a:t> alebo 2000 znakov (reálne 2000 byte-</a:t>
            </a:r>
            <a:r>
              <a:rPr lang="sk-SK" dirty="0" err="1"/>
              <a:t>ov</a:t>
            </a:r>
            <a:r>
              <a:rPr lang="sk-SK" dirty="0"/>
              <a:t>)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sk-SK" dirty="0"/>
              <a:t>Hodnoty v CHAR stĺpcoch vždy obsadzujú dané miesto na disku aj v prípade kratšieho záznamu, napr. ak máme 5 znakovú hodnotu v CHAR(200) stĺpci tak bude zaberať plných 200 znakov/byte-</a:t>
            </a:r>
            <a:r>
              <a:rPr lang="sk-SK" dirty="0" err="1"/>
              <a:t>ov</a:t>
            </a:r>
            <a:endParaRPr lang="sk-SK" dirty="0"/>
          </a:p>
          <a:p>
            <a:pPr>
              <a:buFont typeface="Arial" panose="020B0604020202020204" pitchFamily="34" charset="0"/>
              <a:buChar char="•"/>
            </a:pPr>
            <a:r>
              <a:rPr lang="sk-SK" dirty="0"/>
              <a:t> VARCHAR2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sk-SK" dirty="0"/>
              <a:t>Špecifikuje maximálnu variabilnú dĺžku </a:t>
            </a:r>
            <a:r>
              <a:rPr lang="sk-SK" dirty="0" err="1"/>
              <a:t>character</a:t>
            </a:r>
            <a:r>
              <a:rPr lang="sk-SK" dirty="0"/>
              <a:t> </a:t>
            </a:r>
            <a:r>
              <a:rPr lang="sk-SK" dirty="0" err="1"/>
              <a:t>stringu</a:t>
            </a:r>
            <a:endParaRPr lang="sk-SK" dirty="0"/>
          </a:p>
          <a:p>
            <a:pPr lvl="1">
              <a:buFont typeface="Arial" panose="020B0604020202020204" pitchFamily="34" charset="0"/>
              <a:buChar char="•"/>
            </a:pPr>
            <a:r>
              <a:rPr lang="sk-SK" dirty="0"/>
              <a:t>Dĺžka môže byť definovaná v počte znakov alebo v byte-och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sk-SK" dirty="0"/>
              <a:t>Maximálna možná veľkosť je 4000 byte-</a:t>
            </a:r>
            <a:r>
              <a:rPr lang="sk-SK" dirty="0" err="1"/>
              <a:t>ov</a:t>
            </a:r>
            <a:r>
              <a:rPr lang="sk-SK" dirty="0"/>
              <a:t> alebo 32767 znakov (reálne 32767 byte-</a:t>
            </a:r>
            <a:r>
              <a:rPr lang="sk-SK" dirty="0" err="1"/>
              <a:t>ov</a:t>
            </a:r>
            <a:r>
              <a:rPr lang="sk-SK" dirty="0"/>
              <a:t>)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sk-SK" dirty="0"/>
              <a:t>Hodnoty vo VARCHAR2 zaberajú na disku len toľko miesta, aká dlhá je zapísaná hodnota</a:t>
            </a:r>
          </a:p>
          <a:p>
            <a:pPr marL="128016" lvl="1" indent="0">
              <a:buNone/>
            </a:pPr>
            <a:r>
              <a:rPr lang="sk-SK" dirty="0">
                <a:hlinkClick r:id="rId2"/>
              </a:rPr>
              <a:t>https://docs.oracle.com/en/database/oracle/oracle-database/19/sqlrf/Data-Types.html#GUID-1BABC478-FB47-4962-9B0C-8B8BD059E733</a:t>
            </a:r>
            <a:endParaRPr lang="sk-SK" dirty="0"/>
          </a:p>
          <a:p>
            <a:pPr marL="128016" lvl="1" indent="0">
              <a:buNone/>
            </a:pPr>
            <a:endParaRPr lang="sk-SK" dirty="0"/>
          </a:p>
          <a:p>
            <a:pPr lvl="1">
              <a:buFont typeface="Arial" panose="020B0604020202020204" pitchFamily="34" charset="0"/>
              <a:buChar char="•"/>
            </a:pPr>
            <a:endParaRPr lang="sk-SK" dirty="0"/>
          </a:p>
          <a:p>
            <a:pPr lvl="1">
              <a:buFont typeface="Arial" panose="020B0604020202020204" pitchFamily="34" charset="0"/>
              <a:buChar char="•"/>
            </a:pPr>
            <a:endParaRPr lang="sk-SK" dirty="0"/>
          </a:p>
          <a:p>
            <a:pPr lvl="1">
              <a:buFont typeface="Arial" panose="020B0604020202020204" pitchFamily="34" charset="0"/>
              <a:buChar char="•"/>
            </a:pPr>
            <a:endParaRPr lang="sk-SK" dirty="0"/>
          </a:p>
          <a:p>
            <a:pPr marL="128016" lvl="1" indent="0">
              <a:buNone/>
            </a:pPr>
            <a:endParaRPr lang="sk-SK" dirty="0"/>
          </a:p>
        </p:txBody>
      </p:sp>
    </p:spTree>
    <p:extLst>
      <p:ext uri="{BB962C8B-B14F-4D97-AF65-F5344CB8AC3E}">
        <p14:creationId xmlns:p14="http://schemas.microsoft.com/office/powerpoint/2010/main" val="173056680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 dirty="0"/>
              <a:t>Numerické dátové typy</a:t>
            </a:r>
            <a:endParaRPr lang="en-US" dirty="0"/>
          </a:p>
        </p:txBody>
      </p:sp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329A0CA0-2FA0-4480-80A0-18FD231130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4128" y="2286000"/>
            <a:ext cx="9720073" cy="4023360"/>
          </a:xfrm>
        </p:spPr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sk-SK" dirty="0"/>
              <a:t> NUMBER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sk-SK" dirty="0"/>
              <a:t>Ekvivalent </a:t>
            </a:r>
            <a:r>
              <a:rPr lang="sk-SK" dirty="0" err="1"/>
              <a:t>integer</a:t>
            </a:r>
            <a:r>
              <a:rPr lang="sk-SK" dirty="0"/>
              <a:t> dátového typu z iných SQL databázových systémov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sk-SK" dirty="0"/>
              <a:t>Obsahom môžu byť len číselné hodnoty s danou precíznosťou a škálou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sk-SK" dirty="0"/>
              <a:t>Definujeme teda počet desatinných miest a na ktorú pozíciu sa ma zaokrúhľovať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sk-SK" dirty="0"/>
              <a:t>Príklad: Pri hodnote 123.89 a NUMBER(6,1) dostaneme hodnotu 123.9</a:t>
            </a:r>
          </a:p>
          <a:p>
            <a:pPr marL="128016" lvl="1" indent="0">
              <a:buNone/>
            </a:pPr>
            <a:endParaRPr lang="sk-SK" dirty="0">
              <a:hlinkClick r:id="rId2"/>
            </a:endParaRPr>
          </a:p>
          <a:p>
            <a:pPr marL="128016" lvl="1" indent="0">
              <a:buNone/>
            </a:pPr>
            <a:r>
              <a:rPr lang="sk-SK" dirty="0">
                <a:hlinkClick r:id="rId3"/>
              </a:rPr>
              <a:t>https://docs.oracle.com/en/database/oracle/oracle-database/19/sqlrf/Data-Types.html#GUID-9401BC04-81C4-4CD5-99E7-C5E25C83F608</a:t>
            </a:r>
            <a:endParaRPr lang="sk-SK" dirty="0"/>
          </a:p>
          <a:p>
            <a:pPr marL="128016" lvl="1" indent="0">
              <a:buNone/>
            </a:pPr>
            <a:endParaRPr lang="sk-SK" dirty="0"/>
          </a:p>
          <a:p>
            <a:pPr lvl="1">
              <a:buFont typeface="Arial" panose="020B0604020202020204" pitchFamily="34" charset="0"/>
              <a:buChar char="•"/>
            </a:pPr>
            <a:endParaRPr lang="sk-SK" dirty="0"/>
          </a:p>
          <a:p>
            <a:pPr lvl="1">
              <a:buFont typeface="Arial" panose="020B0604020202020204" pitchFamily="34" charset="0"/>
              <a:buChar char="•"/>
            </a:pPr>
            <a:endParaRPr lang="sk-SK" dirty="0"/>
          </a:p>
          <a:p>
            <a:pPr lvl="1">
              <a:buFont typeface="Arial" panose="020B0604020202020204" pitchFamily="34" charset="0"/>
              <a:buChar char="•"/>
            </a:pPr>
            <a:endParaRPr lang="sk-SK" dirty="0"/>
          </a:p>
          <a:p>
            <a:pPr marL="128016" lvl="1" indent="0">
              <a:buNone/>
            </a:pPr>
            <a:endParaRPr lang="sk-SK" dirty="0"/>
          </a:p>
        </p:txBody>
      </p:sp>
    </p:spTree>
    <p:extLst>
      <p:ext uri="{BB962C8B-B14F-4D97-AF65-F5344CB8AC3E}">
        <p14:creationId xmlns:p14="http://schemas.microsoft.com/office/powerpoint/2010/main" val="171562971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 dirty="0"/>
              <a:t>Dátumové dátové typy</a:t>
            </a:r>
            <a:endParaRPr lang="en-US" dirty="0"/>
          </a:p>
        </p:txBody>
      </p:sp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329A0CA0-2FA0-4480-80A0-18FD231130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4128" y="2286000"/>
            <a:ext cx="9814448" cy="4023360"/>
          </a:xfrm>
        </p:spPr>
        <p:txBody>
          <a:bodyPr>
            <a:normAutofit fontScale="92500" lnSpcReduction="10000"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sk-SK" dirty="0"/>
              <a:t> DATE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sk-SK" dirty="0"/>
              <a:t>Obsahuje dátumové hodnoty od roku až po sekundy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sk-SK" dirty="0"/>
              <a:t>Zobrazenie hodnoty závisí od nastavení NLS premenných, ktoré určujú formát výstupu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sk-SK" dirty="0"/>
              <a:t>Príklad: ten istý záznam nám môže zobraziť dáta ako 01-MAY-09 alebo ako 01/05/2009 00:00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sk-SK" dirty="0"/>
              <a:t> TIMESTAMP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sk-SK" dirty="0"/>
              <a:t>Obsahuje časové hodnoty od roku až po zlomkové sekundy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sk-SK" dirty="0"/>
              <a:t>V závislosti od zadefinovanej precíznosti môžeme mať hodnotu po nanosekundy (default je 6 – </a:t>
            </a:r>
            <a:r>
              <a:rPr lang="sk-SK" dirty="0" err="1"/>
              <a:t>mikrosekundy</a:t>
            </a:r>
            <a:r>
              <a:rPr lang="sk-SK" dirty="0"/>
              <a:t>)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sk-SK" dirty="0"/>
              <a:t>Príklad: 	</a:t>
            </a:r>
            <a:r>
              <a:rPr lang="en-US" dirty="0"/>
              <a:t>TIMESTAMP</a:t>
            </a:r>
            <a:r>
              <a:rPr lang="sk-SK" dirty="0"/>
              <a:t>(6)</a:t>
            </a:r>
            <a:r>
              <a:rPr lang="en-US" dirty="0"/>
              <a:t> </a:t>
            </a:r>
            <a:r>
              <a:rPr lang="sk-SK" dirty="0"/>
              <a:t>	</a:t>
            </a:r>
            <a:r>
              <a:rPr lang="en-US" dirty="0"/>
              <a:t>24-JAN-2012 08.00.05.993847 AM</a:t>
            </a:r>
          </a:p>
          <a:p>
            <a:pPr marL="128016" lvl="1" indent="0">
              <a:buNone/>
            </a:pPr>
            <a:r>
              <a:rPr lang="sk-SK" dirty="0"/>
              <a:t>		</a:t>
            </a:r>
            <a:r>
              <a:rPr lang="en-US" dirty="0"/>
              <a:t>TIMESTAMP(0) </a:t>
            </a:r>
            <a:r>
              <a:rPr lang="sk-SK" dirty="0"/>
              <a:t>	</a:t>
            </a:r>
            <a:r>
              <a:rPr lang="en-US" dirty="0"/>
              <a:t>24-JAN-2012 08.00.05 AM</a:t>
            </a:r>
            <a:endParaRPr lang="sk-SK" dirty="0"/>
          </a:p>
          <a:p>
            <a:pPr lvl="1">
              <a:buFont typeface="Arial" panose="020B0604020202020204" pitchFamily="34" charset="0"/>
              <a:buChar char="•"/>
            </a:pPr>
            <a:endParaRPr lang="sk-SK" dirty="0">
              <a:hlinkClick r:id="rId2"/>
            </a:endParaRPr>
          </a:p>
          <a:p>
            <a:pPr lvl="1">
              <a:buFont typeface="Arial" panose="020B0604020202020204" pitchFamily="34" charset="0"/>
              <a:buChar char="•"/>
            </a:pPr>
            <a:endParaRPr lang="sk-SK" dirty="0">
              <a:hlinkClick r:id="rId2"/>
            </a:endParaRPr>
          </a:p>
          <a:p>
            <a:pPr marL="128016" lvl="1" indent="0">
              <a:buNone/>
            </a:pPr>
            <a:r>
              <a:rPr lang="sk-SK" dirty="0">
                <a:hlinkClick r:id="rId3"/>
              </a:rPr>
              <a:t>https://docs.oracle.com/en/database/oracle/oracle-database/19/sqlrf/Data-Types.html#GUID-7690645A-0EE3-46CA-90DE-C96DF5A01F8F</a:t>
            </a:r>
            <a:endParaRPr lang="sk-SK" dirty="0"/>
          </a:p>
          <a:p>
            <a:pPr marL="128016" lvl="1" indent="0">
              <a:buNone/>
            </a:pPr>
            <a:endParaRPr lang="sk-SK" dirty="0"/>
          </a:p>
          <a:p>
            <a:pPr lvl="1">
              <a:buFont typeface="Arial" panose="020B0604020202020204" pitchFamily="34" charset="0"/>
              <a:buChar char="•"/>
            </a:pPr>
            <a:endParaRPr lang="sk-SK" dirty="0"/>
          </a:p>
          <a:p>
            <a:pPr lvl="1">
              <a:buFont typeface="Arial" panose="020B0604020202020204" pitchFamily="34" charset="0"/>
              <a:buChar char="•"/>
            </a:pPr>
            <a:endParaRPr lang="sk-SK" dirty="0"/>
          </a:p>
          <a:p>
            <a:pPr lvl="1">
              <a:buFont typeface="Arial" panose="020B0604020202020204" pitchFamily="34" charset="0"/>
              <a:buChar char="•"/>
            </a:pPr>
            <a:endParaRPr lang="sk-SK" dirty="0"/>
          </a:p>
          <a:p>
            <a:pPr marL="128016" lvl="1" indent="0">
              <a:buNone/>
            </a:pPr>
            <a:endParaRPr lang="sk-SK" dirty="0"/>
          </a:p>
        </p:txBody>
      </p:sp>
    </p:spTree>
    <p:extLst>
      <p:ext uri="{BB962C8B-B14F-4D97-AF65-F5344CB8AC3E}">
        <p14:creationId xmlns:p14="http://schemas.microsoft.com/office/powerpoint/2010/main" val="15887489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 dirty="0"/>
              <a:t>Dátové typy veľkých objektov</a:t>
            </a:r>
            <a:endParaRPr lang="en-US" dirty="0"/>
          </a:p>
        </p:txBody>
      </p:sp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329A0CA0-2FA0-4480-80A0-18FD231130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4128" y="2286000"/>
            <a:ext cx="9814448" cy="4023360"/>
          </a:xfrm>
        </p:spPr>
        <p:txBody>
          <a:bodyPr>
            <a:normAutofit lnSpcReduction="10000"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sk-SK" dirty="0"/>
              <a:t> BLOB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sk-SK" dirty="0"/>
              <a:t>Obsahuje binárne </a:t>
            </a:r>
            <a:r>
              <a:rPr lang="sk-SK" dirty="0" err="1"/>
              <a:t>large</a:t>
            </a:r>
            <a:r>
              <a:rPr lang="sk-SK" dirty="0"/>
              <a:t> objekty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sk-SK" dirty="0"/>
              <a:t>Jedná sa hlavne o binárne dáta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sk-SK" dirty="0"/>
              <a:t>Sú to napríklad obrázky, videá, audio súbory a pod.</a:t>
            </a:r>
          </a:p>
          <a:p>
            <a:pPr marL="128016" lvl="1" indent="0">
              <a:buNone/>
            </a:pPr>
            <a:endParaRPr lang="sk-SK" dirty="0"/>
          </a:p>
          <a:p>
            <a:pPr>
              <a:buFont typeface="Arial" panose="020B0604020202020204" pitchFamily="34" charset="0"/>
              <a:buChar char="•"/>
            </a:pPr>
            <a:r>
              <a:rPr lang="sk-SK" dirty="0"/>
              <a:t> CLOB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sk-SK" dirty="0"/>
              <a:t>Obsahuje </a:t>
            </a:r>
            <a:r>
              <a:rPr lang="sk-SK" dirty="0" err="1"/>
              <a:t>character</a:t>
            </a:r>
            <a:r>
              <a:rPr lang="sk-SK" dirty="0"/>
              <a:t> </a:t>
            </a:r>
            <a:r>
              <a:rPr lang="sk-SK" dirty="0" err="1"/>
              <a:t>large</a:t>
            </a:r>
            <a:r>
              <a:rPr lang="sk-SK" dirty="0"/>
              <a:t> objekty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sk-SK" dirty="0"/>
              <a:t>Jedná sa o textové dáta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sk-SK" dirty="0"/>
              <a:t>Sú to napríklad textové dokumenty, PDF súbory a pod.</a:t>
            </a:r>
          </a:p>
          <a:p>
            <a:pPr lvl="1">
              <a:buFont typeface="Arial" panose="020B0604020202020204" pitchFamily="34" charset="0"/>
              <a:buChar char="•"/>
            </a:pPr>
            <a:endParaRPr lang="sk-SK" dirty="0"/>
          </a:p>
          <a:p>
            <a:pPr lvl="1">
              <a:buFont typeface="Arial" panose="020B0604020202020204" pitchFamily="34" charset="0"/>
              <a:buChar char="•"/>
            </a:pPr>
            <a:endParaRPr lang="sk-SK" dirty="0">
              <a:hlinkClick r:id="rId2"/>
            </a:endParaRPr>
          </a:p>
          <a:p>
            <a:pPr marL="128016" lvl="1" indent="0">
              <a:buNone/>
            </a:pPr>
            <a:r>
              <a:rPr lang="sk-SK" dirty="0">
                <a:hlinkClick r:id="rId3"/>
              </a:rPr>
              <a:t>https://docs.oracle.com/en/database/oracle/oracle-database/19/sqlrf/Data-Types.html#GUID-1A71C635-188E-4EC9-B821-1DBEC2B45451</a:t>
            </a:r>
            <a:endParaRPr lang="sk-SK" dirty="0"/>
          </a:p>
          <a:p>
            <a:pPr marL="128016" lvl="1" indent="0">
              <a:buNone/>
            </a:pPr>
            <a:endParaRPr lang="sk-SK" dirty="0"/>
          </a:p>
          <a:p>
            <a:pPr lvl="1">
              <a:buFont typeface="Arial" panose="020B0604020202020204" pitchFamily="34" charset="0"/>
              <a:buChar char="•"/>
            </a:pPr>
            <a:endParaRPr lang="sk-SK" dirty="0"/>
          </a:p>
          <a:p>
            <a:pPr lvl="1">
              <a:buFont typeface="Arial" panose="020B0604020202020204" pitchFamily="34" charset="0"/>
              <a:buChar char="•"/>
            </a:pPr>
            <a:endParaRPr lang="sk-SK" dirty="0"/>
          </a:p>
          <a:p>
            <a:pPr lvl="1">
              <a:buFont typeface="Arial" panose="020B0604020202020204" pitchFamily="34" charset="0"/>
              <a:buChar char="•"/>
            </a:pPr>
            <a:endParaRPr lang="sk-SK" dirty="0"/>
          </a:p>
          <a:p>
            <a:pPr marL="128016" lvl="1" indent="0">
              <a:buNone/>
            </a:pPr>
            <a:endParaRPr lang="sk-SK" dirty="0"/>
          </a:p>
        </p:txBody>
      </p:sp>
    </p:spTree>
    <p:extLst>
      <p:ext uri="{BB962C8B-B14F-4D97-AF65-F5344CB8AC3E}">
        <p14:creationId xmlns:p14="http://schemas.microsoft.com/office/powerpoint/2010/main" val="340193193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 dirty="0"/>
              <a:t>Reorganizácia dát</a:t>
            </a:r>
            <a:endParaRPr lang="en-US" dirty="0"/>
          </a:p>
        </p:txBody>
      </p:sp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329A0CA0-2FA0-4480-80A0-18FD231130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4128" y="2286000"/>
            <a:ext cx="9814448" cy="4023360"/>
          </a:xfrm>
        </p:spPr>
        <p:txBody>
          <a:bodyPr>
            <a:normAutofit lnSpcReduction="10000"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sk-SK" dirty="0"/>
              <a:t> Dáta v tabuľkách sa môžu často meniť a tým spôsobiť fragmentáciu tabuliek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sk-SK" dirty="0"/>
              <a:t> Fragmentácia môže spôsobiť spomalenie a väčšiu obsadenosť na disku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sk-SK" dirty="0"/>
              <a:t> Na opravenie tohto stavu nám slúži reorganizácia dát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sk-SK" dirty="0"/>
              <a:t> Možnosti reorganizácie: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sk-SK" dirty="0" err="1"/>
              <a:t>Rebuild</a:t>
            </a:r>
            <a:r>
              <a:rPr lang="sk-SK" dirty="0"/>
              <a:t> indexov</a:t>
            </a:r>
          </a:p>
          <a:p>
            <a:pPr lvl="2">
              <a:buFont typeface="Arial" panose="020B0604020202020204" pitchFamily="34" charset="0"/>
              <a:buChar char="•"/>
            </a:pPr>
            <a:r>
              <a:rPr lang="sk-SK" dirty="0"/>
              <a:t>Môže byť online alebo </a:t>
            </a:r>
            <a:r>
              <a:rPr lang="sk-SK" dirty="0" err="1"/>
              <a:t>offline</a:t>
            </a:r>
            <a:r>
              <a:rPr lang="sk-SK" dirty="0"/>
              <a:t> a vykoná prerobenie indexov podľa súčasných dát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sk-SK" dirty="0" err="1"/>
              <a:t>Shrink</a:t>
            </a:r>
            <a:r>
              <a:rPr lang="sk-SK" dirty="0"/>
              <a:t> table</a:t>
            </a:r>
          </a:p>
          <a:p>
            <a:pPr lvl="2">
              <a:buFont typeface="Arial" panose="020B0604020202020204" pitchFamily="34" charset="0"/>
              <a:buChar char="•"/>
            </a:pPr>
            <a:r>
              <a:rPr lang="sk-SK" dirty="0"/>
              <a:t>Riadky v tabuľke sa preorganizujú na začiatok zabratého miesta a uvoľní koncové voľné miest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sk-SK" dirty="0" err="1"/>
              <a:t>Move</a:t>
            </a:r>
            <a:r>
              <a:rPr lang="sk-SK" dirty="0"/>
              <a:t> table</a:t>
            </a:r>
          </a:p>
          <a:p>
            <a:pPr lvl="2">
              <a:buFont typeface="Arial" panose="020B0604020202020204" pitchFamily="34" charset="0"/>
              <a:buChar char="•"/>
            </a:pPr>
            <a:r>
              <a:rPr lang="sk-SK" dirty="0"/>
              <a:t>Presunie celú tabuľku na iný </a:t>
            </a:r>
            <a:r>
              <a:rPr lang="sk-SK" dirty="0" err="1"/>
              <a:t>tablespace</a:t>
            </a:r>
            <a:r>
              <a:rPr lang="sk-SK" dirty="0"/>
              <a:t>, kde bude zaberať len reálnu veľkosť, keďže bude zapisovať dáta zaradom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sk-SK" dirty="0" err="1"/>
              <a:t>Data</a:t>
            </a:r>
            <a:r>
              <a:rPr lang="sk-SK" dirty="0"/>
              <a:t> </a:t>
            </a:r>
            <a:r>
              <a:rPr lang="sk-SK" dirty="0" err="1"/>
              <a:t>Pump</a:t>
            </a:r>
            <a:r>
              <a:rPr lang="sk-SK" dirty="0"/>
              <a:t> Export/Import</a:t>
            </a:r>
          </a:p>
          <a:p>
            <a:pPr lvl="2">
              <a:buFont typeface="Arial" panose="020B0604020202020204" pitchFamily="34" charset="0"/>
              <a:buChar char="•"/>
            </a:pPr>
            <a:r>
              <a:rPr lang="sk-SK" dirty="0"/>
              <a:t>Pri </a:t>
            </a:r>
            <a:r>
              <a:rPr lang="sk-SK" dirty="0" err="1"/>
              <a:t>Data</a:t>
            </a:r>
            <a:r>
              <a:rPr lang="sk-SK" dirty="0"/>
              <a:t> </a:t>
            </a:r>
            <a:r>
              <a:rPr lang="sk-SK" dirty="0" err="1"/>
              <a:t>Pump</a:t>
            </a:r>
            <a:r>
              <a:rPr lang="sk-SK" dirty="0"/>
              <a:t> Export/Import sa dáta zapisujú zaradom na disk a tým pádom </a:t>
            </a:r>
            <a:r>
              <a:rPr lang="sk-SK"/>
              <a:t>sú zreorganizované</a:t>
            </a:r>
            <a:endParaRPr lang="sk-SK" dirty="0"/>
          </a:p>
          <a:p>
            <a:pPr lvl="1">
              <a:buFont typeface="Arial" panose="020B0604020202020204" pitchFamily="34" charset="0"/>
              <a:buChar char="•"/>
            </a:pPr>
            <a:endParaRPr lang="sk-SK" dirty="0"/>
          </a:p>
          <a:p>
            <a:pPr lvl="1">
              <a:buFont typeface="Arial" panose="020B0604020202020204" pitchFamily="34" charset="0"/>
              <a:buChar char="•"/>
            </a:pPr>
            <a:endParaRPr lang="sk-SK" dirty="0"/>
          </a:p>
          <a:p>
            <a:pPr lvl="1">
              <a:buFont typeface="Arial" panose="020B0604020202020204" pitchFamily="34" charset="0"/>
              <a:buChar char="•"/>
            </a:pPr>
            <a:endParaRPr lang="sk-SK" dirty="0"/>
          </a:p>
          <a:p>
            <a:pPr marL="128016" lvl="1" indent="0">
              <a:buNone/>
            </a:pPr>
            <a:endParaRPr lang="sk-SK" dirty="0"/>
          </a:p>
        </p:txBody>
      </p:sp>
    </p:spTree>
    <p:extLst>
      <p:ext uri="{BB962C8B-B14F-4D97-AF65-F5344CB8AC3E}">
        <p14:creationId xmlns:p14="http://schemas.microsoft.com/office/powerpoint/2010/main" val="4262345048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ntegral">
  <a:themeElements>
    <a:clrScheme name="Integral">
      <a:dk1>
        <a:sysClr val="windowText" lastClr="000000"/>
      </a:dk1>
      <a:lt1>
        <a:sysClr val="window" lastClr="FFFFFF"/>
      </a:lt1>
      <a:dk2>
        <a:srgbClr val="373545"/>
      </a:dk2>
      <a:lt2>
        <a:srgbClr val="CEDBE6"/>
      </a:lt2>
      <a:accent1>
        <a:srgbClr val="3494BA"/>
      </a:accent1>
      <a:accent2>
        <a:srgbClr val="58B6C0"/>
      </a:accent2>
      <a:accent3>
        <a:srgbClr val="75BDA7"/>
      </a:accent3>
      <a:accent4>
        <a:srgbClr val="7A8C8E"/>
      </a:accent4>
      <a:accent5>
        <a:srgbClr val="84ACB6"/>
      </a:accent5>
      <a:accent6>
        <a:srgbClr val="2683C6"/>
      </a:accent6>
      <a:hlink>
        <a:srgbClr val="6B9F25"/>
      </a:hlink>
      <a:folHlink>
        <a:srgbClr val="B26B02"/>
      </a:folHlink>
    </a:clrScheme>
    <a:fontScheme name="Integral">
      <a:majorFont>
        <a:latin typeface="Tw Cen MT Condensed" panose="020B06060201040202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Integral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  <a:satMod val="125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5000"/>
                <a:shade val="74000"/>
                <a:satMod val="230000"/>
              </a:schemeClr>
              <a:schemeClr val="phClr">
                <a:tint val="92000"/>
                <a:shade val="69000"/>
                <a:satMod val="250000"/>
              </a:schemeClr>
            </a:duotone>
          </a:blip>
          <a:tile tx="0" ty="0" sx="40000" sy="4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tegral" id="{3577F8C9-A904-41D8-97D2-FD898F53F20E}" vid="{C1C93EF2-4785-427F-84A5-F1666490E9C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Integral</Template>
  <TotalTime>0</TotalTime>
  <Words>1502</Words>
  <Application>Microsoft Office PowerPoint</Application>
  <PresentationFormat>Widescreen</PresentationFormat>
  <Paragraphs>174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3" baseType="lpstr">
      <vt:lpstr>Arial</vt:lpstr>
      <vt:lpstr>Tw Cen MT</vt:lpstr>
      <vt:lpstr>Tw Cen MT Condensed</vt:lpstr>
      <vt:lpstr>Wingdings 3</vt:lpstr>
      <vt:lpstr>Integral</vt:lpstr>
      <vt:lpstr>Objekty a Dátové typy</vt:lpstr>
      <vt:lpstr>Databázové objekty</vt:lpstr>
      <vt:lpstr>Schema objekty</vt:lpstr>
      <vt:lpstr>Tabuľka</vt:lpstr>
      <vt:lpstr>Pohľady a materializované pohľady</vt:lpstr>
      <vt:lpstr>procedúry</vt:lpstr>
      <vt:lpstr>Sekvencie</vt:lpstr>
      <vt:lpstr>Synonymá</vt:lpstr>
      <vt:lpstr>Indexy</vt:lpstr>
      <vt:lpstr>Constraint</vt:lpstr>
      <vt:lpstr>Trigger</vt:lpstr>
      <vt:lpstr>Databázová linka</vt:lpstr>
      <vt:lpstr>Dátové typy</vt:lpstr>
      <vt:lpstr>Character dátové typy</vt:lpstr>
      <vt:lpstr>Numerické dátové typy</vt:lpstr>
      <vt:lpstr>Dátumové dátové typy</vt:lpstr>
      <vt:lpstr>Dátové typy veľkých objektov</vt:lpstr>
      <vt:lpstr>Reorganizácia dát</vt:lpstr>
    </vt:vector>
  </TitlesOfParts>
  <Company>T-Systesms Slovakia s.r.o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databáza</dc:title>
  <dc:creator>Vankova, Jana</dc:creator>
  <cp:lastModifiedBy>Simcak, Lubos</cp:lastModifiedBy>
  <cp:revision>24</cp:revision>
  <dcterms:created xsi:type="dcterms:W3CDTF">2020-05-06T16:01:29Z</dcterms:created>
  <dcterms:modified xsi:type="dcterms:W3CDTF">2022-10-18T06:59:41Z</dcterms:modified>
  <cp:category>OPEN </cp:category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tsystems-DocumentTagging.ClassificationMark.P00">
    <vt:lpwstr>&lt;ClassificationMark xmlns:xsi="http://www.w3.org/2001/XMLSchema-instance" xmlns:xsd="http://www.w3.org/2001/XMLSchema" margin="NaN" class="C0" owner="Vankova, Jana" position="BottomRight" marginX="0" marginY="0" classifiedOn="2020-05-06T20:40:45.5137</vt:lpwstr>
  </property>
  <property fmtid="{D5CDD505-2E9C-101B-9397-08002B2CF9AE}" pid="3" name="tsystems-DocumentTagging.ClassificationMark.P01">
    <vt:lpwstr>592+02:00" showPrintedBy="false" showPrintDate="false" language="en" ApplicationVersion="Microsoft PowerPoint, 15.0" addinVersion="5.10.4.12" template="Default"&gt;&lt;history bulk="false" class="OPEN " code="C0" user="SK-KOSICE\jivanisk" date="2020-05-06T</vt:lpwstr>
  </property>
  <property fmtid="{D5CDD505-2E9C-101B-9397-08002B2CF9AE}" pid="4" name="tsystems-DocumentTagging.ClassificationMark.P02">
    <vt:lpwstr>20:40:45.5911439+02:00" /&gt;&lt;recipients /&gt;&lt;documentOwners /&gt;&lt;/ClassificationMark&gt;</vt:lpwstr>
  </property>
  <property fmtid="{D5CDD505-2E9C-101B-9397-08002B2CF9AE}" pid="5" name="tsystems-DocumentTagging.ClassificationMark">
    <vt:lpwstr>￼PARTS:3</vt:lpwstr>
  </property>
  <property fmtid="{D5CDD505-2E9C-101B-9397-08002B2CF9AE}" pid="6" name="tsystems-DocumentClasification">
    <vt:lpwstr>OPEN </vt:lpwstr>
  </property>
  <property fmtid="{D5CDD505-2E9C-101B-9397-08002B2CF9AE}" pid="7" name="tsystems-DLP">
    <vt:lpwstr>tsystems-DLP:TAG_SEC_C0</vt:lpwstr>
  </property>
</Properties>
</file>