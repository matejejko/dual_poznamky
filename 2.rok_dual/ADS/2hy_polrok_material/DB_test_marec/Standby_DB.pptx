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73" r:id="rId5"/>
    <p:sldId id="262" r:id="rId6"/>
    <p:sldId id="272" r:id="rId7"/>
    <p:sldId id="27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812336-C701-4AB2-914E-60A5312EA64E}" v="19" dt="2022-05-31T11:18:06.0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cak, Lubos" userId="a20b6fc6-f9da-474e-b069-505f3feab77a" providerId="ADAL" clId="{60812336-C701-4AB2-914E-60A5312EA64E}"/>
    <pc:docChg chg="undo custSel addSld delSld modSld sldOrd">
      <pc:chgData name="Simcak, Lubos" userId="a20b6fc6-f9da-474e-b069-505f3feab77a" providerId="ADAL" clId="{60812336-C701-4AB2-914E-60A5312EA64E}" dt="2022-05-31T11:20:57.050" v="5378" actId="20577"/>
      <pc:docMkLst>
        <pc:docMk/>
      </pc:docMkLst>
      <pc:sldChg chg="modSp mod">
        <pc:chgData name="Simcak, Lubos" userId="a20b6fc6-f9da-474e-b069-505f3feab77a" providerId="ADAL" clId="{60812336-C701-4AB2-914E-60A5312EA64E}" dt="2022-05-31T06:10:28.736" v="16" actId="20577"/>
        <pc:sldMkLst>
          <pc:docMk/>
          <pc:sldMk cId="3443104247" sldId="256"/>
        </pc:sldMkLst>
        <pc:spChg chg="mod">
          <ac:chgData name="Simcak, Lubos" userId="a20b6fc6-f9da-474e-b069-505f3feab77a" providerId="ADAL" clId="{60812336-C701-4AB2-914E-60A5312EA64E}" dt="2022-05-31T06:10:28.736" v="16" actId="20577"/>
          <ac:spMkLst>
            <pc:docMk/>
            <pc:sldMk cId="3443104247" sldId="256"/>
            <ac:spMk id="2" creationId="{00000000-0000-0000-0000-000000000000}"/>
          </ac:spMkLst>
        </pc:spChg>
      </pc:sldChg>
      <pc:sldChg chg="modSp mod">
        <pc:chgData name="Simcak, Lubos" userId="a20b6fc6-f9da-474e-b069-505f3feab77a" providerId="ADAL" clId="{60812336-C701-4AB2-914E-60A5312EA64E}" dt="2022-05-31T07:41:26.860" v="3877" actId="20577"/>
        <pc:sldMkLst>
          <pc:docMk/>
          <pc:sldMk cId="2909706406" sldId="257"/>
        </pc:sldMkLst>
        <pc:spChg chg="mod">
          <ac:chgData name="Simcak, Lubos" userId="a20b6fc6-f9da-474e-b069-505f3feab77a" providerId="ADAL" clId="{60812336-C701-4AB2-914E-60A5312EA64E}" dt="2022-05-31T06:08:58.211" v="8" actId="20577"/>
          <ac:spMkLst>
            <pc:docMk/>
            <pc:sldMk cId="2909706406" sldId="257"/>
            <ac:spMk id="2" creationId="{00000000-0000-0000-0000-000000000000}"/>
          </ac:spMkLst>
        </pc:spChg>
        <pc:spChg chg="mod">
          <ac:chgData name="Simcak, Lubos" userId="a20b6fc6-f9da-474e-b069-505f3feab77a" providerId="ADAL" clId="{60812336-C701-4AB2-914E-60A5312EA64E}" dt="2022-05-31T07:41:26.860" v="3877" actId="20577"/>
          <ac:spMkLst>
            <pc:docMk/>
            <pc:sldMk cId="2909706406" sldId="257"/>
            <ac:spMk id="3" creationId="{00000000-0000-0000-0000-000000000000}"/>
          </ac:spMkLst>
        </pc:spChg>
      </pc:sldChg>
      <pc:sldChg chg="addSp delSp modSp mod">
        <pc:chgData name="Simcak, Lubos" userId="a20b6fc6-f9da-474e-b069-505f3feab77a" providerId="ADAL" clId="{60812336-C701-4AB2-914E-60A5312EA64E}" dt="2022-05-31T07:37:59.708" v="3801" actId="115"/>
        <pc:sldMkLst>
          <pc:docMk/>
          <pc:sldMk cId="482409860" sldId="258"/>
        </pc:sldMkLst>
        <pc:spChg chg="mod">
          <ac:chgData name="Simcak, Lubos" userId="a20b6fc6-f9da-474e-b069-505f3feab77a" providerId="ADAL" clId="{60812336-C701-4AB2-914E-60A5312EA64E}" dt="2022-05-31T06:21:28.327" v="1019" actId="20577"/>
          <ac:spMkLst>
            <pc:docMk/>
            <pc:sldMk cId="482409860" sldId="258"/>
            <ac:spMk id="2" creationId="{00000000-0000-0000-0000-000000000000}"/>
          </ac:spMkLst>
        </pc:spChg>
        <pc:spChg chg="del">
          <ac:chgData name="Simcak, Lubos" userId="a20b6fc6-f9da-474e-b069-505f3feab77a" providerId="ADAL" clId="{60812336-C701-4AB2-914E-60A5312EA64E}" dt="2022-05-31T06:22:02.708" v="1020" actId="478"/>
          <ac:spMkLst>
            <pc:docMk/>
            <pc:sldMk cId="482409860" sldId="258"/>
            <ac:spMk id="3" creationId="{00000000-0000-0000-0000-000000000000}"/>
          </ac:spMkLst>
        </pc:spChg>
        <pc:spChg chg="add del mod">
          <ac:chgData name="Simcak, Lubos" userId="a20b6fc6-f9da-474e-b069-505f3feab77a" providerId="ADAL" clId="{60812336-C701-4AB2-914E-60A5312EA64E}" dt="2022-05-31T06:22:05.636" v="1023"/>
          <ac:spMkLst>
            <pc:docMk/>
            <pc:sldMk cId="482409860" sldId="258"/>
            <ac:spMk id="5" creationId="{D05EBEF5-375A-4790-9C6A-4FC74E735AAD}"/>
          </ac:spMkLst>
        </pc:spChg>
        <pc:spChg chg="add del mod">
          <ac:chgData name="Simcak, Lubos" userId="a20b6fc6-f9da-474e-b069-505f3feab77a" providerId="ADAL" clId="{60812336-C701-4AB2-914E-60A5312EA64E}" dt="2022-05-31T06:22:04.187" v="1022"/>
          <ac:spMkLst>
            <pc:docMk/>
            <pc:sldMk cId="482409860" sldId="258"/>
            <ac:spMk id="6" creationId="{CFE91951-5C0A-42DD-9A2E-22F5CA35FADB}"/>
          </ac:spMkLst>
        </pc:spChg>
        <pc:spChg chg="add mod">
          <ac:chgData name="Simcak, Lubos" userId="a20b6fc6-f9da-474e-b069-505f3feab77a" providerId="ADAL" clId="{60812336-C701-4AB2-914E-60A5312EA64E}" dt="2022-05-31T07:37:59.708" v="3801" actId="115"/>
          <ac:spMkLst>
            <pc:docMk/>
            <pc:sldMk cId="482409860" sldId="258"/>
            <ac:spMk id="7" creationId="{2DF21685-F0D7-4C15-B95A-8DF13902DC27}"/>
          </ac:spMkLst>
        </pc:spChg>
        <pc:picChg chg="add del mod">
          <ac:chgData name="Simcak, Lubos" userId="a20b6fc6-f9da-474e-b069-505f3feab77a" providerId="ADAL" clId="{60812336-C701-4AB2-914E-60A5312EA64E}" dt="2022-05-31T06:22:19.518" v="1031"/>
          <ac:picMkLst>
            <pc:docMk/>
            <pc:sldMk cId="482409860" sldId="258"/>
            <ac:picMk id="9" creationId="{FED6887C-DD3A-4136-A4DE-0D792C93263E}"/>
          </ac:picMkLst>
        </pc:picChg>
        <pc:picChg chg="add mod">
          <ac:chgData name="Simcak, Lubos" userId="a20b6fc6-f9da-474e-b069-505f3feab77a" providerId="ADAL" clId="{60812336-C701-4AB2-914E-60A5312EA64E}" dt="2022-05-31T06:48:54.188" v="1673" actId="14100"/>
          <ac:picMkLst>
            <pc:docMk/>
            <pc:sldMk cId="482409860" sldId="258"/>
            <ac:picMk id="11" creationId="{DF414911-6314-4F04-837A-D852E294BB21}"/>
          </ac:picMkLst>
        </pc:picChg>
      </pc:sldChg>
      <pc:sldChg chg="del">
        <pc:chgData name="Simcak, Lubos" userId="a20b6fc6-f9da-474e-b069-505f3feab77a" providerId="ADAL" clId="{60812336-C701-4AB2-914E-60A5312EA64E}" dt="2022-05-31T07:39:42.834" v="3836" actId="2696"/>
        <pc:sldMkLst>
          <pc:docMk/>
          <pc:sldMk cId="2778457542" sldId="259"/>
        </pc:sldMkLst>
      </pc:sldChg>
      <pc:sldChg chg="del">
        <pc:chgData name="Simcak, Lubos" userId="a20b6fc6-f9da-474e-b069-505f3feab77a" providerId="ADAL" clId="{60812336-C701-4AB2-914E-60A5312EA64E}" dt="2022-05-31T07:39:57.022" v="3843" actId="2696"/>
        <pc:sldMkLst>
          <pc:docMk/>
          <pc:sldMk cId="3931693057" sldId="260"/>
        </pc:sldMkLst>
      </pc:sldChg>
      <pc:sldChg chg="del">
        <pc:chgData name="Simcak, Lubos" userId="a20b6fc6-f9da-474e-b069-505f3feab77a" providerId="ADAL" clId="{60812336-C701-4AB2-914E-60A5312EA64E}" dt="2022-05-31T07:39:47.688" v="3838" actId="2696"/>
        <pc:sldMkLst>
          <pc:docMk/>
          <pc:sldMk cId="737520803" sldId="261"/>
        </pc:sldMkLst>
      </pc:sldChg>
      <pc:sldChg chg="addSp delSp modSp mod">
        <pc:chgData name="Simcak, Lubos" userId="a20b6fc6-f9da-474e-b069-505f3feab77a" providerId="ADAL" clId="{60812336-C701-4AB2-914E-60A5312EA64E}" dt="2022-05-31T11:17:45.947" v="5365" actId="115"/>
        <pc:sldMkLst>
          <pc:docMk/>
          <pc:sldMk cId="2986919442" sldId="262"/>
        </pc:sldMkLst>
        <pc:spChg chg="mod">
          <ac:chgData name="Simcak, Lubos" userId="a20b6fc6-f9da-474e-b069-505f3feab77a" providerId="ADAL" clId="{60812336-C701-4AB2-914E-60A5312EA64E}" dt="2022-05-31T06:55:28.062" v="1697" actId="20577"/>
          <ac:spMkLst>
            <pc:docMk/>
            <pc:sldMk cId="2986919442" sldId="262"/>
            <ac:spMk id="2" creationId="{00000000-0000-0000-0000-000000000000}"/>
          </ac:spMkLst>
        </pc:spChg>
        <pc:spChg chg="del">
          <ac:chgData name="Simcak, Lubos" userId="a20b6fc6-f9da-474e-b069-505f3feab77a" providerId="ADAL" clId="{60812336-C701-4AB2-914E-60A5312EA64E}" dt="2022-05-31T06:55:41.373" v="1699" actId="478"/>
          <ac:spMkLst>
            <pc:docMk/>
            <pc:sldMk cId="2986919442" sldId="262"/>
            <ac:spMk id="4" creationId="{00000000-0000-0000-0000-000000000000}"/>
          </ac:spMkLst>
        </pc:spChg>
        <pc:spChg chg="del">
          <ac:chgData name="Simcak, Lubos" userId="a20b6fc6-f9da-474e-b069-505f3feab77a" providerId="ADAL" clId="{60812336-C701-4AB2-914E-60A5312EA64E}" dt="2022-05-31T06:55:41.373" v="1699" actId="478"/>
          <ac:spMkLst>
            <pc:docMk/>
            <pc:sldMk cId="2986919442" sldId="262"/>
            <ac:spMk id="5" creationId="{00000000-0000-0000-0000-000000000000}"/>
          </ac:spMkLst>
        </pc:spChg>
        <pc:spChg chg="del">
          <ac:chgData name="Simcak, Lubos" userId="a20b6fc6-f9da-474e-b069-505f3feab77a" providerId="ADAL" clId="{60812336-C701-4AB2-914E-60A5312EA64E}" dt="2022-05-31T06:55:41.373" v="1699" actId="478"/>
          <ac:spMkLst>
            <pc:docMk/>
            <pc:sldMk cId="2986919442" sldId="262"/>
            <ac:spMk id="9" creationId="{00000000-0000-0000-0000-000000000000}"/>
          </ac:spMkLst>
        </pc:spChg>
        <pc:spChg chg="del">
          <ac:chgData name="Simcak, Lubos" userId="a20b6fc6-f9da-474e-b069-505f3feab77a" providerId="ADAL" clId="{60812336-C701-4AB2-914E-60A5312EA64E}" dt="2022-05-31T06:55:41.373" v="1699" actId="478"/>
          <ac:spMkLst>
            <pc:docMk/>
            <pc:sldMk cId="2986919442" sldId="262"/>
            <ac:spMk id="10" creationId="{00000000-0000-0000-0000-000000000000}"/>
          </ac:spMkLst>
        </pc:spChg>
        <pc:spChg chg="del">
          <ac:chgData name="Simcak, Lubos" userId="a20b6fc6-f9da-474e-b069-505f3feab77a" providerId="ADAL" clId="{60812336-C701-4AB2-914E-60A5312EA64E}" dt="2022-05-31T06:55:41.373" v="1699" actId="478"/>
          <ac:spMkLst>
            <pc:docMk/>
            <pc:sldMk cId="2986919442" sldId="262"/>
            <ac:spMk id="11" creationId="{00000000-0000-0000-0000-000000000000}"/>
          </ac:spMkLst>
        </pc:spChg>
        <pc:spChg chg="del">
          <ac:chgData name="Simcak, Lubos" userId="a20b6fc6-f9da-474e-b069-505f3feab77a" providerId="ADAL" clId="{60812336-C701-4AB2-914E-60A5312EA64E}" dt="2022-05-31T06:55:41.373" v="1699" actId="478"/>
          <ac:spMkLst>
            <pc:docMk/>
            <pc:sldMk cId="2986919442" sldId="262"/>
            <ac:spMk id="12" creationId="{00000000-0000-0000-0000-000000000000}"/>
          </ac:spMkLst>
        </pc:spChg>
        <pc:spChg chg="del">
          <ac:chgData name="Simcak, Lubos" userId="a20b6fc6-f9da-474e-b069-505f3feab77a" providerId="ADAL" clId="{60812336-C701-4AB2-914E-60A5312EA64E}" dt="2022-05-31T06:55:41.373" v="1699" actId="478"/>
          <ac:spMkLst>
            <pc:docMk/>
            <pc:sldMk cId="2986919442" sldId="262"/>
            <ac:spMk id="13" creationId="{00000000-0000-0000-0000-000000000000}"/>
          </ac:spMkLst>
        </pc:spChg>
        <pc:spChg chg="del">
          <ac:chgData name="Simcak, Lubos" userId="a20b6fc6-f9da-474e-b069-505f3feab77a" providerId="ADAL" clId="{60812336-C701-4AB2-914E-60A5312EA64E}" dt="2022-05-31T06:55:41.373" v="1699" actId="478"/>
          <ac:spMkLst>
            <pc:docMk/>
            <pc:sldMk cId="2986919442" sldId="262"/>
            <ac:spMk id="14" creationId="{00000000-0000-0000-0000-000000000000}"/>
          </ac:spMkLst>
        </pc:spChg>
        <pc:spChg chg="del">
          <ac:chgData name="Simcak, Lubos" userId="a20b6fc6-f9da-474e-b069-505f3feab77a" providerId="ADAL" clId="{60812336-C701-4AB2-914E-60A5312EA64E}" dt="2022-05-31T06:55:39.004" v="1698" actId="478"/>
          <ac:spMkLst>
            <pc:docMk/>
            <pc:sldMk cId="2986919442" sldId="262"/>
            <ac:spMk id="15" creationId="{00000000-0000-0000-0000-000000000000}"/>
          </ac:spMkLst>
        </pc:spChg>
        <pc:spChg chg="del">
          <ac:chgData name="Simcak, Lubos" userId="a20b6fc6-f9da-474e-b069-505f3feab77a" providerId="ADAL" clId="{60812336-C701-4AB2-914E-60A5312EA64E}" dt="2022-05-31T06:55:41.373" v="1699" actId="478"/>
          <ac:spMkLst>
            <pc:docMk/>
            <pc:sldMk cId="2986919442" sldId="262"/>
            <ac:spMk id="17" creationId="{00000000-0000-0000-0000-000000000000}"/>
          </ac:spMkLst>
        </pc:spChg>
        <pc:spChg chg="add mod">
          <ac:chgData name="Simcak, Lubos" userId="a20b6fc6-f9da-474e-b069-505f3feab77a" providerId="ADAL" clId="{60812336-C701-4AB2-914E-60A5312EA64E}" dt="2022-05-31T11:17:45.947" v="5365" actId="115"/>
          <ac:spMkLst>
            <pc:docMk/>
            <pc:sldMk cId="2986919442" sldId="262"/>
            <ac:spMk id="18" creationId="{329A0CA0-2FA0-4480-80A0-18FD231130D4}"/>
          </ac:spMkLst>
        </pc:spChg>
        <pc:grpChg chg="del">
          <ac:chgData name="Simcak, Lubos" userId="a20b6fc6-f9da-474e-b069-505f3feab77a" providerId="ADAL" clId="{60812336-C701-4AB2-914E-60A5312EA64E}" dt="2022-05-31T06:55:41.373" v="1699" actId="478"/>
          <ac:grpSpMkLst>
            <pc:docMk/>
            <pc:sldMk cId="2986919442" sldId="262"/>
            <ac:grpSpMk id="6" creationId="{00000000-0000-0000-0000-000000000000}"/>
          </ac:grpSpMkLst>
        </pc:grpChg>
        <pc:picChg chg="del">
          <ac:chgData name="Simcak, Lubos" userId="a20b6fc6-f9da-474e-b069-505f3feab77a" providerId="ADAL" clId="{60812336-C701-4AB2-914E-60A5312EA64E}" dt="2022-05-31T06:55:41.373" v="1699" actId="478"/>
          <ac:picMkLst>
            <pc:docMk/>
            <pc:sldMk cId="2986919442" sldId="262"/>
            <ac:picMk id="16" creationId="{00000000-0000-0000-0000-000000000000}"/>
          </ac:picMkLst>
        </pc:picChg>
      </pc:sldChg>
      <pc:sldChg chg="del">
        <pc:chgData name="Simcak, Lubos" userId="a20b6fc6-f9da-474e-b069-505f3feab77a" providerId="ADAL" clId="{60812336-C701-4AB2-914E-60A5312EA64E}" dt="2022-05-31T07:39:53.566" v="3841" actId="2696"/>
        <pc:sldMkLst>
          <pc:docMk/>
          <pc:sldMk cId="3316068642" sldId="263"/>
        </pc:sldMkLst>
      </pc:sldChg>
      <pc:sldChg chg="delSp del">
        <pc:chgData name="Simcak, Lubos" userId="a20b6fc6-f9da-474e-b069-505f3feab77a" providerId="ADAL" clId="{60812336-C701-4AB2-914E-60A5312EA64E}" dt="2022-05-31T07:40:03.661" v="3846" actId="2696"/>
        <pc:sldMkLst>
          <pc:docMk/>
          <pc:sldMk cId="3186288584" sldId="264"/>
        </pc:sldMkLst>
        <pc:picChg chg="del">
          <ac:chgData name="Simcak, Lubos" userId="a20b6fc6-f9da-474e-b069-505f3feab77a" providerId="ADAL" clId="{60812336-C701-4AB2-914E-60A5312EA64E}" dt="2022-05-31T06:08:47.975" v="0" actId="478"/>
          <ac:picMkLst>
            <pc:docMk/>
            <pc:sldMk cId="3186288584" sldId="264"/>
            <ac:picMk id="1028" creationId="{00000000-0000-0000-0000-000000000000}"/>
          </ac:picMkLst>
        </pc:picChg>
      </pc:sldChg>
      <pc:sldChg chg="del">
        <pc:chgData name="Simcak, Lubos" userId="a20b6fc6-f9da-474e-b069-505f3feab77a" providerId="ADAL" clId="{60812336-C701-4AB2-914E-60A5312EA64E}" dt="2022-05-31T07:39:58.582" v="3844" actId="2696"/>
        <pc:sldMkLst>
          <pc:docMk/>
          <pc:sldMk cId="3759628802" sldId="265"/>
        </pc:sldMkLst>
      </pc:sldChg>
      <pc:sldChg chg="del">
        <pc:chgData name="Simcak, Lubos" userId="a20b6fc6-f9da-474e-b069-505f3feab77a" providerId="ADAL" clId="{60812336-C701-4AB2-914E-60A5312EA64E}" dt="2022-05-31T07:40:00.721" v="3845" actId="2696"/>
        <pc:sldMkLst>
          <pc:docMk/>
          <pc:sldMk cId="1744317404" sldId="267"/>
        </pc:sldMkLst>
      </pc:sldChg>
      <pc:sldChg chg="del">
        <pc:chgData name="Simcak, Lubos" userId="a20b6fc6-f9da-474e-b069-505f3feab77a" providerId="ADAL" clId="{60812336-C701-4AB2-914E-60A5312EA64E}" dt="2022-05-31T07:39:44.671" v="3837" actId="2696"/>
        <pc:sldMkLst>
          <pc:docMk/>
          <pc:sldMk cId="4101128837" sldId="268"/>
        </pc:sldMkLst>
      </pc:sldChg>
      <pc:sldChg chg="del">
        <pc:chgData name="Simcak, Lubos" userId="a20b6fc6-f9da-474e-b069-505f3feab77a" providerId="ADAL" clId="{60812336-C701-4AB2-914E-60A5312EA64E}" dt="2022-05-31T07:39:49.978" v="3839" actId="2696"/>
        <pc:sldMkLst>
          <pc:docMk/>
          <pc:sldMk cId="2547309058" sldId="269"/>
        </pc:sldMkLst>
      </pc:sldChg>
      <pc:sldChg chg="del">
        <pc:chgData name="Simcak, Lubos" userId="a20b6fc6-f9da-474e-b069-505f3feab77a" providerId="ADAL" clId="{60812336-C701-4AB2-914E-60A5312EA64E}" dt="2022-05-31T07:39:55.251" v="3842" actId="2696"/>
        <pc:sldMkLst>
          <pc:docMk/>
          <pc:sldMk cId="756325353" sldId="270"/>
        </pc:sldMkLst>
      </pc:sldChg>
      <pc:sldChg chg="del">
        <pc:chgData name="Simcak, Lubos" userId="a20b6fc6-f9da-474e-b069-505f3feab77a" providerId="ADAL" clId="{60812336-C701-4AB2-914E-60A5312EA64E}" dt="2022-05-31T07:39:51.828" v="3840" actId="2696"/>
        <pc:sldMkLst>
          <pc:docMk/>
          <pc:sldMk cId="3401233361" sldId="271"/>
        </pc:sldMkLst>
      </pc:sldChg>
      <pc:sldChg chg="modSp add mod">
        <pc:chgData name="Simcak, Lubos" userId="a20b6fc6-f9da-474e-b069-505f3feab77a" providerId="ADAL" clId="{60812336-C701-4AB2-914E-60A5312EA64E}" dt="2022-05-31T11:20:57.050" v="5378" actId="20577"/>
        <pc:sldMkLst>
          <pc:docMk/>
          <pc:sldMk cId="2363662089" sldId="272"/>
        </pc:sldMkLst>
        <pc:spChg chg="mod">
          <ac:chgData name="Simcak, Lubos" userId="a20b6fc6-f9da-474e-b069-505f3feab77a" providerId="ADAL" clId="{60812336-C701-4AB2-914E-60A5312EA64E}" dt="2022-05-31T07:43:48.591" v="3906" actId="20577"/>
          <ac:spMkLst>
            <pc:docMk/>
            <pc:sldMk cId="2363662089" sldId="272"/>
            <ac:spMk id="2" creationId="{00000000-0000-0000-0000-000000000000}"/>
          </ac:spMkLst>
        </pc:spChg>
        <pc:spChg chg="mod">
          <ac:chgData name="Simcak, Lubos" userId="a20b6fc6-f9da-474e-b069-505f3feab77a" providerId="ADAL" clId="{60812336-C701-4AB2-914E-60A5312EA64E}" dt="2022-05-31T11:20:57.050" v="5378" actId="20577"/>
          <ac:spMkLst>
            <pc:docMk/>
            <pc:sldMk cId="2363662089" sldId="272"/>
            <ac:spMk id="18" creationId="{329A0CA0-2FA0-4480-80A0-18FD231130D4}"/>
          </ac:spMkLst>
        </pc:spChg>
      </pc:sldChg>
      <pc:sldChg chg="delSp modSp add mod">
        <pc:chgData name="Simcak, Lubos" userId="a20b6fc6-f9da-474e-b069-505f3feab77a" providerId="ADAL" clId="{60812336-C701-4AB2-914E-60A5312EA64E}" dt="2022-05-31T07:36:00.693" v="3770" actId="5793"/>
        <pc:sldMkLst>
          <pc:docMk/>
          <pc:sldMk cId="2153046845" sldId="273"/>
        </pc:sldMkLst>
        <pc:spChg chg="mod">
          <ac:chgData name="Simcak, Lubos" userId="a20b6fc6-f9da-474e-b069-505f3feab77a" providerId="ADAL" clId="{60812336-C701-4AB2-914E-60A5312EA64E}" dt="2022-05-31T07:22:30.232" v="2768" actId="20577"/>
          <ac:spMkLst>
            <pc:docMk/>
            <pc:sldMk cId="2153046845" sldId="273"/>
            <ac:spMk id="2" creationId="{00000000-0000-0000-0000-000000000000}"/>
          </ac:spMkLst>
        </pc:spChg>
        <pc:spChg chg="mod">
          <ac:chgData name="Simcak, Lubos" userId="a20b6fc6-f9da-474e-b069-505f3feab77a" providerId="ADAL" clId="{60812336-C701-4AB2-914E-60A5312EA64E}" dt="2022-05-31T07:36:00.693" v="3770" actId="5793"/>
          <ac:spMkLst>
            <pc:docMk/>
            <pc:sldMk cId="2153046845" sldId="273"/>
            <ac:spMk id="7" creationId="{2DF21685-F0D7-4C15-B95A-8DF13902DC27}"/>
          </ac:spMkLst>
        </pc:spChg>
        <pc:picChg chg="del">
          <ac:chgData name="Simcak, Lubos" userId="a20b6fc6-f9da-474e-b069-505f3feab77a" providerId="ADAL" clId="{60812336-C701-4AB2-914E-60A5312EA64E}" dt="2022-05-31T07:22:05.379" v="2763" actId="478"/>
          <ac:picMkLst>
            <pc:docMk/>
            <pc:sldMk cId="2153046845" sldId="273"/>
            <ac:picMk id="11" creationId="{DF414911-6314-4F04-837A-D852E294BB21}"/>
          </ac:picMkLst>
        </pc:picChg>
      </pc:sldChg>
      <pc:sldChg chg="modSp add mod ord">
        <pc:chgData name="Simcak, Lubos" userId="a20b6fc6-f9da-474e-b069-505f3feab77a" providerId="ADAL" clId="{60812336-C701-4AB2-914E-60A5312EA64E}" dt="2022-05-31T11:18:06.043" v="5370" actId="20577"/>
        <pc:sldMkLst>
          <pc:docMk/>
          <pc:sldMk cId="975419771" sldId="274"/>
        </pc:sldMkLst>
        <pc:spChg chg="mod">
          <ac:chgData name="Simcak, Lubos" userId="a20b6fc6-f9da-474e-b069-505f3feab77a" providerId="ADAL" clId="{60812336-C701-4AB2-914E-60A5312EA64E}" dt="2022-05-31T09:14:47.673" v="4797" actId="20577"/>
          <ac:spMkLst>
            <pc:docMk/>
            <pc:sldMk cId="975419771" sldId="274"/>
            <ac:spMk id="2" creationId="{00000000-0000-0000-0000-000000000000}"/>
          </ac:spMkLst>
        </pc:spChg>
        <pc:spChg chg="mod">
          <ac:chgData name="Simcak, Lubos" userId="a20b6fc6-f9da-474e-b069-505f3feab77a" providerId="ADAL" clId="{60812336-C701-4AB2-914E-60A5312EA64E}" dt="2022-05-31T11:18:06.043" v="5370" actId="20577"/>
          <ac:spMkLst>
            <pc:docMk/>
            <pc:sldMk cId="975419771" sldId="274"/>
            <ac:spMk id="18" creationId="{329A0CA0-2FA0-4480-80A0-18FD231130D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5/31/2022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5/31/2022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5/31/2022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5/31/2022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5/31/2022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5/31/2022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5/31/2022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5/31/2022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5/31/2022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5/31/2022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5/31/2022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5/31/2022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en/database/oracle/oracle-database/19/sbydb/getting-started-with-oracle-data-guard.html#GUID-4CAD29A7-28FD-40B4-A223-F69A302B1E00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en/database/oracle/oracle-database/19/sbydb/introduction-to-oracle-data-guard-concepts.html#GUID-65DA4E2E-3666-4972-895C-EA45D043B127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en/database/oracle/oracle-database/19/sbydb/getting-started-with-oracle-data-guard.html#GUID-62F35117-0A9C-47E9-82B6-7E3B214B28B7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en/database/oracle/oracle-database/19/sbydb/creating-oracle-data-guard-physical-standby.html#GUID-B511FB6E-E3E7-436D-94B5-071C37550170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en/database/oracle/oracle-database/19/sbydb/managing-oracle-data-guard-role-transitions.html#GUID-857F6F45-DC1C-4345-BD39-F3BE7D79F1CD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STANDBY da</a:t>
            </a:r>
            <a:r>
              <a:rPr lang="sk-SK" dirty="0"/>
              <a:t>tabáza</a:t>
            </a:r>
            <a:endParaRPr lang="en-US" dirty="0"/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Jana </a:t>
            </a:r>
            <a:r>
              <a:rPr lang="en-US" dirty="0" err="1"/>
              <a:t>Va</a:t>
            </a:r>
            <a:r>
              <a:rPr lang="sk-SK" dirty="0"/>
              <a:t>ňková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5879" y="5817583"/>
            <a:ext cx="2611548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43104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Čo je </a:t>
            </a:r>
            <a:r>
              <a:rPr lang="en-US" dirty="0"/>
              <a:t>STANDBY </a:t>
            </a:r>
            <a:r>
              <a:rPr lang="sk-SK" dirty="0"/>
              <a:t>databáza od Oracle?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S</a:t>
            </a:r>
            <a:r>
              <a:rPr lang="en-US" dirty="0" err="1"/>
              <a:t>tandby</a:t>
            </a:r>
            <a:r>
              <a:rPr lang="en-US" dirty="0"/>
              <a:t> </a:t>
            </a:r>
            <a:r>
              <a:rPr lang="en-US" dirty="0" err="1"/>
              <a:t>datab</a:t>
            </a:r>
            <a:r>
              <a:rPr lang="sk-SK" dirty="0" err="1"/>
              <a:t>áza</a:t>
            </a:r>
            <a:r>
              <a:rPr lang="sk-SK" dirty="0"/>
              <a:t> je konzistentná kópia primárnej databázy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Ide o sústavnú aplikáciu zmien z </a:t>
            </a:r>
            <a:r>
              <a:rPr lang="sk-SK" dirty="0" err="1"/>
              <a:t>primary</a:t>
            </a:r>
            <a:r>
              <a:rPr lang="sk-SK" dirty="0"/>
              <a:t> DB na </a:t>
            </a:r>
            <a:r>
              <a:rPr lang="sk-SK" dirty="0" err="1"/>
              <a:t>standby</a:t>
            </a:r>
            <a:r>
              <a:rPr lang="sk-SK" dirty="0"/>
              <a:t> DB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Je vytvorená vďaka technológii Oracle </a:t>
            </a:r>
            <a:r>
              <a:rPr lang="sk-SK" dirty="0" err="1"/>
              <a:t>Data</a:t>
            </a:r>
            <a:r>
              <a:rPr lang="sk-SK" dirty="0"/>
              <a:t> </a:t>
            </a:r>
            <a:r>
              <a:rPr lang="sk-SK" dirty="0" err="1"/>
              <a:t>Guard</a:t>
            </a:r>
            <a:endParaRPr lang="sk-SK" dirty="0"/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Ku jednej </a:t>
            </a:r>
            <a:r>
              <a:rPr lang="sk-SK" dirty="0" err="1"/>
              <a:t>primary</a:t>
            </a:r>
            <a:r>
              <a:rPr lang="sk-SK" dirty="0"/>
              <a:t> databáze je možné pripojiť až 30 </a:t>
            </a:r>
            <a:r>
              <a:rPr lang="sk-SK" dirty="0" err="1"/>
              <a:t>standby</a:t>
            </a:r>
            <a:r>
              <a:rPr lang="sk-SK" dirty="0"/>
              <a:t> databáz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Rozoznávame 3 druhy: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b="1" dirty="0"/>
              <a:t>Fyzická </a:t>
            </a:r>
            <a:r>
              <a:rPr lang="sk-SK" b="1" dirty="0" err="1"/>
              <a:t>standby</a:t>
            </a:r>
            <a:r>
              <a:rPr lang="sk-SK" b="1" dirty="0"/>
              <a:t> </a:t>
            </a:r>
            <a:r>
              <a:rPr lang="sk-SK" dirty="0"/>
              <a:t>– na </a:t>
            </a:r>
            <a:r>
              <a:rPr lang="sk-SK" dirty="0" err="1"/>
              <a:t>standby</a:t>
            </a:r>
            <a:r>
              <a:rPr lang="sk-SK" dirty="0"/>
              <a:t> sa aplikujú všetky zmeny blok po bloku a dá sa použiť ako </a:t>
            </a:r>
            <a:r>
              <a:rPr lang="sk-SK" dirty="0" err="1"/>
              <a:t>disaster</a:t>
            </a:r>
            <a:r>
              <a:rPr lang="sk-SK" dirty="0"/>
              <a:t> 		   </a:t>
            </a:r>
            <a:r>
              <a:rPr lang="sk-SK" dirty="0" err="1"/>
              <a:t>recovery</a:t>
            </a:r>
            <a:r>
              <a:rPr lang="sk-SK" dirty="0"/>
              <a:t> </a:t>
            </a:r>
            <a:r>
              <a:rPr lang="sk-SK" dirty="0" err="1"/>
              <a:t>solution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sk-SK" b="1" dirty="0"/>
              <a:t>Logická </a:t>
            </a:r>
            <a:r>
              <a:rPr lang="sk-SK" b="1" dirty="0" err="1"/>
              <a:t>standby</a:t>
            </a:r>
            <a:r>
              <a:rPr lang="sk-SK" b="1" dirty="0"/>
              <a:t> </a:t>
            </a:r>
            <a:r>
              <a:rPr lang="sk-SK" dirty="0"/>
              <a:t>– na </a:t>
            </a:r>
            <a:r>
              <a:rPr lang="sk-SK" dirty="0" err="1"/>
              <a:t>standby</a:t>
            </a:r>
            <a:r>
              <a:rPr lang="sk-SK" dirty="0"/>
              <a:t> sa aplikujú všetky logické zmeny vo forme SQL príkazov avšak fyzická 		   štruktúra sa môže líšiť oproti fyzickej </a:t>
            </a:r>
            <a:r>
              <a:rPr lang="sk-SK" dirty="0" err="1"/>
              <a:t>standby</a:t>
            </a:r>
            <a:endParaRPr lang="sk-SK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sk-SK" b="1" dirty="0" err="1"/>
              <a:t>Snapshot</a:t>
            </a:r>
            <a:r>
              <a:rPr lang="sk-SK" b="1" dirty="0"/>
              <a:t> </a:t>
            </a:r>
            <a:r>
              <a:rPr lang="sk-SK" b="1" dirty="0" err="1"/>
              <a:t>standby</a:t>
            </a:r>
            <a:r>
              <a:rPr lang="sk-SK" b="1" dirty="0"/>
              <a:t> </a:t>
            </a:r>
            <a:r>
              <a:rPr lang="sk-SK" dirty="0"/>
              <a:t>– je to forma fyzickej </a:t>
            </a:r>
            <a:r>
              <a:rPr lang="sk-SK" dirty="0" err="1"/>
              <a:t>standby</a:t>
            </a:r>
            <a:r>
              <a:rPr lang="sk-SK" dirty="0"/>
              <a:t> pri ktorej sa neaplikujú zmeny ihneď ale databáza 		     sa necháva v istom stave (</a:t>
            </a:r>
            <a:r>
              <a:rPr lang="sk-SK" dirty="0" err="1"/>
              <a:t>snapshot</a:t>
            </a:r>
            <a:r>
              <a:rPr lang="sk-SK" dirty="0"/>
              <a:t>-e) a v prípade potreby sa môžu doaplikovať</a:t>
            </a:r>
          </a:p>
          <a:p>
            <a:pPr marL="128016" lvl="1" indent="0">
              <a:buNone/>
            </a:pPr>
            <a:r>
              <a:rPr lang="sk-SK" dirty="0">
                <a:hlinkClick r:id="rId2"/>
              </a:rPr>
              <a:t>https://docs.oracle.com/en/database/oracle/oracle-database/19/sbydb/getting-started-with-oracle-data-guard.html#GUID-4CAD29A7-28FD-40B4-A223-F69A302B1E00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909706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Ako to funguje?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DF21685-F0D7-4C15-B95A-8DF13902D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938" y="2286000"/>
            <a:ext cx="4462462" cy="402272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Základnou logikou </a:t>
            </a:r>
            <a:r>
              <a:rPr lang="sk-SK" dirty="0" err="1"/>
              <a:t>standby</a:t>
            </a:r>
            <a:r>
              <a:rPr lang="sk-SK" dirty="0"/>
              <a:t> databáz je aplikovanie zmien nachádzajúcich sa v </a:t>
            </a:r>
            <a:r>
              <a:rPr lang="sk-SK" dirty="0" err="1"/>
              <a:t>redo</a:t>
            </a:r>
            <a:r>
              <a:rPr lang="sk-SK" dirty="0"/>
              <a:t> logoch - </a:t>
            </a:r>
            <a:r>
              <a:rPr lang="sk-SK" i="1" u="sng" dirty="0" err="1"/>
              <a:t>recovery</a:t>
            </a:r>
            <a:endParaRPr lang="sk-SK" i="1" u="sng" dirty="0"/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Pri fyzickej </a:t>
            </a:r>
            <a:r>
              <a:rPr lang="sk-SK" dirty="0" err="1"/>
              <a:t>standby</a:t>
            </a:r>
            <a:r>
              <a:rPr lang="sk-SK" dirty="0"/>
              <a:t> sa aplikujú všetky zmeny v </a:t>
            </a:r>
            <a:r>
              <a:rPr lang="sk-SK" dirty="0" err="1"/>
              <a:t>redo</a:t>
            </a:r>
            <a:r>
              <a:rPr lang="sk-SK" dirty="0"/>
              <a:t> logoch na </a:t>
            </a:r>
            <a:r>
              <a:rPr lang="sk-SK" dirty="0" err="1"/>
              <a:t>standby</a:t>
            </a:r>
            <a:r>
              <a:rPr lang="sk-SK" dirty="0"/>
              <a:t>, pri logickej sa aplikujú iba SQL príkazy z </a:t>
            </a:r>
            <a:r>
              <a:rPr lang="sk-SK" dirty="0" err="1"/>
              <a:t>redo</a:t>
            </a:r>
            <a:r>
              <a:rPr lang="sk-SK" dirty="0"/>
              <a:t> logov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</a:t>
            </a:r>
            <a:r>
              <a:rPr lang="en-US" dirty="0"/>
              <a:t>Na </a:t>
            </a:r>
            <a:r>
              <a:rPr lang="en-US" dirty="0" err="1"/>
              <a:t>prenos</a:t>
            </a:r>
            <a:r>
              <a:rPr lang="en-US" dirty="0"/>
              <a:t> t</a:t>
            </a:r>
            <a:r>
              <a:rPr lang="sk-SK" dirty="0" err="1"/>
              <a:t>ýchto</a:t>
            </a:r>
            <a:r>
              <a:rPr lang="sk-SK" dirty="0"/>
              <a:t> zmien sa používajú archívne </a:t>
            </a:r>
            <a:r>
              <a:rPr lang="sk-SK" dirty="0" err="1"/>
              <a:t>redo</a:t>
            </a:r>
            <a:r>
              <a:rPr lang="sk-SK" dirty="0"/>
              <a:t> logy</a:t>
            </a:r>
          </a:p>
          <a:p>
            <a:pPr>
              <a:buFont typeface="Arial" panose="020B0604020202020204" pitchFamily="34" charset="0"/>
              <a:buChar char="•"/>
            </a:pPr>
            <a:endParaRPr lang="sk-SK" dirty="0"/>
          </a:p>
        </p:txBody>
      </p:sp>
      <p:pic>
        <p:nvPicPr>
          <p:cNvPr id="11" name="Picture 10" descr="Diagram&#10;&#10;Description automatically generated">
            <a:extLst>
              <a:ext uri="{FF2B5EF4-FFF2-40B4-BE49-F238E27FC236}">
                <a16:creationId xmlns:a16="http://schemas.microsoft.com/office/drawing/2014/main" id="{DF414911-6314-4F04-837A-D852E294B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916" y="2286000"/>
            <a:ext cx="6253964" cy="286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409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ReŽimy</a:t>
            </a:r>
            <a:r>
              <a:rPr lang="sk-SK" dirty="0"/>
              <a:t> ochrany dát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DF21685-F0D7-4C15-B95A-8DF13902D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938" y="2286000"/>
            <a:ext cx="9720072" cy="4022725"/>
          </a:xfrm>
        </p:spPr>
        <p:txBody>
          <a:bodyPr>
            <a:normAutofit fontScale="8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Maximum </a:t>
            </a:r>
            <a:r>
              <a:rPr lang="sk-SK" dirty="0" err="1"/>
              <a:t>Availability</a:t>
            </a:r>
            <a:endParaRPr lang="sk-SK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/>
              <a:t>Zabezpečuje nulovú stratu dát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 err="1"/>
              <a:t>Tranzakcie</a:t>
            </a:r>
            <a:r>
              <a:rPr lang="sk-SK" dirty="0"/>
              <a:t> sa </a:t>
            </a:r>
            <a:r>
              <a:rPr lang="sk-SK" dirty="0" err="1"/>
              <a:t>commitnú</a:t>
            </a:r>
            <a:r>
              <a:rPr lang="sk-SK" dirty="0"/>
              <a:t> až po zapísaní zmien do pamäte alebo do </a:t>
            </a:r>
            <a:r>
              <a:rPr lang="sk-SK" dirty="0" err="1"/>
              <a:t>standby</a:t>
            </a:r>
            <a:r>
              <a:rPr lang="sk-SK" dirty="0"/>
              <a:t> </a:t>
            </a:r>
            <a:r>
              <a:rPr lang="sk-SK" dirty="0" err="1"/>
              <a:t>redo</a:t>
            </a:r>
            <a:r>
              <a:rPr lang="sk-SK" dirty="0"/>
              <a:t> logov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/>
              <a:t>Ak </a:t>
            </a:r>
            <a:r>
              <a:rPr lang="sk-SK" dirty="0" err="1"/>
              <a:t>Primary</a:t>
            </a:r>
            <a:r>
              <a:rPr lang="sk-SK" dirty="0"/>
              <a:t> nevie poslať zmeny na aspoň jednu </a:t>
            </a:r>
            <a:r>
              <a:rPr lang="sk-SK" dirty="0" err="1"/>
              <a:t>standby</a:t>
            </a:r>
            <a:r>
              <a:rPr lang="sk-SK" dirty="0"/>
              <a:t>, správa sa ako pri Maximum </a:t>
            </a:r>
            <a:r>
              <a:rPr lang="sk-SK" dirty="0" err="1"/>
              <a:t>Performance</a:t>
            </a:r>
            <a:r>
              <a:rPr lang="sk-SK" dirty="0"/>
              <a:t>, aby zabezpečila plnú dostupnosť </a:t>
            </a:r>
            <a:r>
              <a:rPr lang="sk-SK" dirty="0" err="1"/>
              <a:t>primary</a:t>
            </a:r>
            <a:r>
              <a:rPr lang="sk-SK" dirty="0"/>
              <a:t> DB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Maximum </a:t>
            </a:r>
            <a:r>
              <a:rPr lang="sk-SK" dirty="0" err="1"/>
              <a:t>Performance</a:t>
            </a:r>
            <a:endParaRPr lang="sk-SK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/>
              <a:t>Default </a:t>
            </a:r>
            <a:r>
              <a:rPr lang="sk-SK" dirty="0" err="1"/>
              <a:t>option</a:t>
            </a:r>
            <a:r>
              <a:rPr lang="sk-SK" dirty="0"/>
              <a:t>, najvyšší výkon s mierne nižšou ochranou dát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 err="1"/>
              <a:t>Tranzakcie</a:t>
            </a:r>
            <a:r>
              <a:rPr lang="sk-SK" dirty="0"/>
              <a:t> sa </a:t>
            </a:r>
            <a:r>
              <a:rPr lang="sk-SK" dirty="0" err="1"/>
              <a:t>commitnú</a:t>
            </a:r>
            <a:r>
              <a:rPr lang="sk-SK" dirty="0"/>
              <a:t> až po zapísaní zmien do online </a:t>
            </a:r>
            <a:r>
              <a:rPr lang="sk-SK" dirty="0" err="1"/>
              <a:t>redo</a:t>
            </a:r>
            <a:r>
              <a:rPr lang="sk-SK" dirty="0"/>
              <a:t> logov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/>
              <a:t>Následne sa zmeny aplikujú na </a:t>
            </a:r>
            <a:r>
              <a:rPr lang="sk-SK" dirty="0" err="1"/>
              <a:t>standby</a:t>
            </a:r>
            <a:r>
              <a:rPr lang="sk-SK" dirty="0"/>
              <a:t> v asynchrónnom modeli bez ovplyvnenia </a:t>
            </a:r>
            <a:r>
              <a:rPr lang="sk-SK" dirty="0" err="1"/>
              <a:t>primary</a:t>
            </a:r>
            <a:r>
              <a:rPr lang="sk-SK" dirty="0"/>
              <a:t> DB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Maximum </a:t>
            </a:r>
            <a:r>
              <a:rPr lang="sk-SK" dirty="0" err="1"/>
              <a:t>Protection</a:t>
            </a:r>
            <a:endParaRPr lang="sk-SK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/>
              <a:t>Zabezpečuje to, že nepríde ku žiadnej strate dát medzi </a:t>
            </a:r>
            <a:r>
              <a:rPr lang="sk-SK" dirty="0" err="1"/>
              <a:t>primary</a:t>
            </a:r>
            <a:r>
              <a:rPr lang="sk-SK" dirty="0"/>
              <a:t> a </a:t>
            </a:r>
            <a:r>
              <a:rPr lang="sk-SK" dirty="0" err="1"/>
              <a:t>standby</a:t>
            </a:r>
            <a:endParaRPr lang="sk-SK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 err="1"/>
              <a:t>Tranzakcie</a:t>
            </a:r>
            <a:r>
              <a:rPr lang="sk-SK" dirty="0"/>
              <a:t> sa </a:t>
            </a:r>
            <a:r>
              <a:rPr lang="sk-SK" dirty="0" err="1"/>
              <a:t>commitnú</a:t>
            </a:r>
            <a:r>
              <a:rPr lang="sk-SK" dirty="0"/>
              <a:t> až po zapísaní zmien do online </a:t>
            </a:r>
            <a:r>
              <a:rPr lang="sk-SK" dirty="0" err="1"/>
              <a:t>redo</a:t>
            </a:r>
            <a:r>
              <a:rPr lang="sk-SK" dirty="0"/>
              <a:t> logov a na aspoň jednu </a:t>
            </a:r>
            <a:r>
              <a:rPr lang="sk-SK" dirty="0" err="1"/>
              <a:t>standby</a:t>
            </a:r>
            <a:r>
              <a:rPr lang="sk-SK" dirty="0"/>
              <a:t> DB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/>
              <a:t>V prípade nesplnenia tejto požiadavky sa </a:t>
            </a:r>
            <a:r>
              <a:rPr lang="sk-SK" dirty="0" err="1"/>
              <a:t>primary</a:t>
            </a:r>
            <a:r>
              <a:rPr lang="sk-SK" dirty="0"/>
              <a:t> DB vypne</a:t>
            </a:r>
          </a:p>
          <a:p>
            <a:pPr marL="128016" lvl="1" indent="0">
              <a:buNone/>
            </a:pPr>
            <a:endParaRPr lang="sk-SK" dirty="0"/>
          </a:p>
          <a:p>
            <a:pPr marL="128016" lvl="1" indent="0">
              <a:buNone/>
            </a:pPr>
            <a:r>
              <a:rPr lang="sk-SK" dirty="0">
                <a:hlinkClick r:id="rId2"/>
              </a:rPr>
              <a:t>https://docs.oracle.com/en/database/oracle/oracle-database/19/sbydb/introduction-to-oracle-data-guard-concepts.html#GUID-65DA4E2E-3666-4972-895C-EA45D043B127</a:t>
            </a:r>
            <a:endParaRPr lang="sk-SK" dirty="0"/>
          </a:p>
          <a:p>
            <a:pPr marL="128016" lvl="1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153046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Fyzick</a:t>
            </a:r>
            <a:r>
              <a:rPr lang="sk-SK" dirty="0"/>
              <a:t>á </a:t>
            </a:r>
            <a:r>
              <a:rPr lang="sk-SK" dirty="0" err="1"/>
              <a:t>standby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29A0CA0-2FA0-4480-80A0-18FD23113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9720073" cy="4023360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Je najbezpečnejším riešením pre potreby </a:t>
            </a:r>
            <a:r>
              <a:rPr lang="sk-SK" dirty="0" err="1"/>
              <a:t>Disaster</a:t>
            </a:r>
            <a:r>
              <a:rPr lang="sk-SK" dirty="0"/>
              <a:t> </a:t>
            </a:r>
            <a:r>
              <a:rPr lang="sk-SK" dirty="0" err="1"/>
              <a:t>Recovery</a:t>
            </a:r>
            <a:r>
              <a:rPr lang="sk-SK" dirty="0"/>
              <a:t> (DR) keďže sa jedná o fyzickú kópiu primárnej databázy (1:1)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Potrebné nastavenia a </a:t>
            </a:r>
            <a:r>
              <a:rPr lang="sk-SK" dirty="0" err="1"/>
              <a:t>prerekvizity</a:t>
            </a:r>
            <a:r>
              <a:rPr lang="sk-SK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/>
              <a:t>Oracle Enterprise </a:t>
            </a:r>
            <a:r>
              <a:rPr lang="sk-SK" dirty="0" err="1"/>
              <a:t>Edition</a:t>
            </a:r>
            <a:endParaRPr lang="sk-SK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/>
              <a:t>Rovnaká verzia Oracle Home (SW)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/>
              <a:t>Rovnaká hodnota pre parameter </a:t>
            </a:r>
            <a:r>
              <a:rPr lang="sk-SK" i="1" u="sng" dirty="0" err="1"/>
              <a:t>compatible</a:t>
            </a:r>
            <a:endParaRPr lang="sk-SK" i="1" u="sng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/>
              <a:t>Zapnutý archívny mód (ARCHIVELOG)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/>
              <a:t>Funkčné sieťové prepojenie medzi </a:t>
            </a:r>
            <a:r>
              <a:rPr lang="sk-SK" dirty="0" err="1"/>
              <a:t>primary</a:t>
            </a:r>
            <a:r>
              <a:rPr lang="sk-SK" dirty="0"/>
              <a:t> a </a:t>
            </a:r>
            <a:r>
              <a:rPr lang="sk-SK" dirty="0" err="1"/>
              <a:t>standby</a:t>
            </a:r>
            <a:r>
              <a:rPr lang="sk-SK" dirty="0"/>
              <a:t> (</a:t>
            </a:r>
            <a:r>
              <a:rPr lang="sk-SK" dirty="0" err="1"/>
              <a:t>Listener</a:t>
            </a:r>
            <a:r>
              <a:rPr lang="sk-SK" dirty="0"/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/>
              <a:t>Odporúčané mať 1:1 FS štruktúru a veľkosť </a:t>
            </a:r>
            <a:r>
              <a:rPr lang="sk-SK" dirty="0" err="1"/>
              <a:t>storage</a:t>
            </a:r>
            <a:r>
              <a:rPr lang="sk-SK" dirty="0"/>
              <a:t>-u</a:t>
            </a:r>
          </a:p>
          <a:p>
            <a:pPr marL="0" indent="0">
              <a:buNone/>
            </a:pPr>
            <a:endParaRPr lang="sk-SK" dirty="0">
              <a:hlinkClick r:id="rId2"/>
            </a:endParaRPr>
          </a:p>
          <a:p>
            <a:pPr marL="0" indent="0">
              <a:buNone/>
            </a:pPr>
            <a:r>
              <a:rPr lang="sk-SK" dirty="0">
                <a:hlinkClick r:id="rId2"/>
              </a:rPr>
              <a:t>https://docs.oracle.com/en/database/oracle/oracle-database/19/sbydb/getting-started-with-oracle-data-guard.html#GUID-62F35117-0A9C-47E9-82B6-7E3B214B28B7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986919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Fyzick</a:t>
            </a:r>
            <a:r>
              <a:rPr lang="sk-SK" dirty="0"/>
              <a:t>á </a:t>
            </a:r>
            <a:r>
              <a:rPr lang="sk-SK" dirty="0" err="1"/>
              <a:t>standby</a:t>
            </a:r>
            <a:r>
              <a:rPr lang="sk-SK" dirty="0"/>
              <a:t> - vytvorenie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29A0CA0-2FA0-4480-80A0-18FD23113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9720073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k-SK"/>
              <a:t> Základný </a:t>
            </a:r>
            <a:r>
              <a:rPr lang="sk-SK" dirty="0"/>
              <a:t>postup </a:t>
            </a:r>
            <a:r>
              <a:rPr lang="sk-SK"/>
              <a:t>je nasledovný:</a:t>
            </a:r>
            <a:endParaRPr lang="sk-SK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/>
              <a:t>Príprava prostredia na </a:t>
            </a:r>
            <a:r>
              <a:rPr lang="sk-SK" dirty="0" err="1"/>
              <a:t>standby</a:t>
            </a:r>
            <a:r>
              <a:rPr lang="sk-SK" dirty="0"/>
              <a:t> a nastavenia na </a:t>
            </a:r>
            <a:r>
              <a:rPr lang="sk-SK" dirty="0" err="1"/>
              <a:t>primary</a:t>
            </a:r>
            <a:r>
              <a:rPr lang="sk-SK" dirty="0"/>
              <a:t> DB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/>
              <a:t>Prekopírovanie potrebných súborov na </a:t>
            </a:r>
            <a:r>
              <a:rPr lang="sk-SK" dirty="0" err="1"/>
              <a:t>standby</a:t>
            </a:r>
            <a:r>
              <a:rPr lang="sk-SK" dirty="0"/>
              <a:t> server – </a:t>
            </a:r>
            <a:r>
              <a:rPr lang="sk-SK" dirty="0" err="1"/>
              <a:t>spfile</a:t>
            </a:r>
            <a:r>
              <a:rPr lang="sk-SK" dirty="0"/>
              <a:t>, </a:t>
            </a:r>
            <a:r>
              <a:rPr lang="sk-SK" dirty="0" err="1"/>
              <a:t>password</a:t>
            </a:r>
            <a:r>
              <a:rPr lang="sk-SK" dirty="0"/>
              <a:t> </a:t>
            </a:r>
            <a:r>
              <a:rPr lang="sk-SK" dirty="0" err="1"/>
              <a:t>file</a:t>
            </a:r>
            <a:r>
              <a:rPr lang="sk-SK" dirty="0"/>
              <a:t>, backup súbory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/>
              <a:t>Úprava súborov aby reflektovali prostredie na danom systéme – cesty na FS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/>
              <a:t>Vytvorenie databázy – napr. </a:t>
            </a:r>
            <a:r>
              <a:rPr lang="sk-SK" dirty="0" err="1"/>
              <a:t>restore</a:t>
            </a:r>
            <a:r>
              <a:rPr lang="sk-SK" dirty="0"/>
              <a:t> z backup súborov, </a:t>
            </a:r>
            <a:r>
              <a:rPr lang="sk-SK" dirty="0" err="1"/>
              <a:t>restore</a:t>
            </a:r>
            <a:r>
              <a:rPr lang="sk-SK" dirty="0"/>
              <a:t> z aktívnej databázy cez RMAN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/>
              <a:t>Zmeny nastavení na </a:t>
            </a:r>
            <a:r>
              <a:rPr lang="sk-SK" dirty="0" err="1"/>
              <a:t>primary</a:t>
            </a:r>
            <a:r>
              <a:rPr lang="sk-SK" dirty="0"/>
              <a:t> aj </a:t>
            </a:r>
            <a:r>
              <a:rPr lang="sk-SK" dirty="0" err="1"/>
              <a:t>standby</a:t>
            </a:r>
            <a:r>
              <a:rPr lang="sk-SK" dirty="0"/>
              <a:t> na umožnenie prenosu a aplikovania archívnych logov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/>
              <a:t>Spustenie prenášania a aplikovania archívnych logov z </a:t>
            </a:r>
            <a:r>
              <a:rPr lang="sk-SK" dirty="0" err="1"/>
              <a:t>primary</a:t>
            </a:r>
            <a:r>
              <a:rPr lang="sk-SK" dirty="0"/>
              <a:t> na </a:t>
            </a:r>
            <a:r>
              <a:rPr lang="sk-SK" dirty="0" err="1"/>
              <a:t>standby</a:t>
            </a:r>
            <a:endParaRPr lang="sk-SK" dirty="0"/>
          </a:p>
          <a:p>
            <a:pPr marL="128016" lvl="1" indent="0">
              <a:buNone/>
            </a:pPr>
            <a:endParaRPr lang="sk-SK" dirty="0"/>
          </a:p>
          <a:p>
            <a:pPr marL="128016" lvl="1" indent="0">
              <a:buNone/>
            </a:pPr>
            <a:endParaRPr lang="sk-SK" dirty="0"/>
          </a:p>
          <a:p>
            <a:pPr marL="128016" lvl="1" indent="0">
              <a:buNone/>
            </a:pPr>
            <a:endParaRPr lang="sk-SK" dirty="0"/>
          </a:p>
          <a:p>
            <a:pPr marL="128016" lvl="1" indent="0">
              <a:buNone/>
            </a:pPr>
            <a:r>
              <a:rPr lang="sk-SK" dirty="0">
                <a:hlinkClick r:id="rId2"/>
              </a:rPr>
              <a:t>https://docs.oracle.com/en/database/oracle/oracle-database/19/sbydb/creating-oracle-data-guard-physical-standby.html#GUID-B511FB6E-E3E7-436D-94B5-071C37550170</a:t>
            </a:r>
            <a:endParaRPr lang="sk-SK" dirty="0"/>
          </a:p>
          <a:p>
            <a:pPr marL="128016" lvl="1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363662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Výmena rolí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29A0CA0-2FA0-4480-80A0-18FD23113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9720073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V prípade DR situácie rozoznávame 2 základné spôsoby výmeny rolí: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 err="1"/>
              <a:t>Switchover</a:t>
            </a:r>
            <a:r>
              <a:rPr lang="sk-SK" dirty="0"/>
              <a:t> </a:t>
            </a:r>
            <a:endParaRPr lang="en-US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sk-SK" dirty="0"/>
              <a:t>jedná sa o štandardnú výmenu rolí medzi </a:t>
            </a:r>
            <a:r>
              <a:rPr lang="sk-SK" dirty="0" err="1"/>
              <a:t>primary</a:t>
            </a:r>
            <a:r>
              <a:rPr lang="sk-SK" dirty="0"/>
              <a:t> a </a:t>
            </a:r>
            <a:r>
              <a:rPr lang="sk-SK" dirty="0" err="1"/>
              <a:t>standby</a:t>
            </a:r>
            <a:r>
              <a:rPr lang="sk-SK" dirty="0"/>
              <a:t> DB</a:t>
            </a:r>
            <a:endParaRPr lang="en-US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sk-SK" dirty="0"/>
              <a:t>po </a:t>
            </a:r>
            <a:r>
              <a:rPr lang="sk-SK" dirty="0" err="1"/>
              <a:t>switchoveri</a:t>
            </a:r>
            <a:r>
              <a:rPr lang="sk-SK" dirty="0"/>
              <a:t> je funkčná </a:t>
            </a:r>
            <a:r>
              <a:rPr lang="sk-SK" dirty="0" err="1"/>
              <a:t>recovery</a:t>
            </a:r>
            <a:r>
              <a:rPr lang="sk-SK" dirty="0"/>
              <a:t> medzi novou </a:t>
            </a:r>
            <a:r>
              <a:rPr lang="sk-SK" dirty="0" err="1"/>
              <a:t>primary</a:t>
            </a:r>
            <a:r>
              <a:rPr lang="sk-SK" dirty="0"/>
              <a:t> a novou </a:t>
            </a:r>
            <a:r>
              <a:rPr lang="sk-SK" dirty="0" err="1"/>
              <a:t>standby</a:t>
            </a:r>
            <a:endParaRPr lang="sk-SK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sk-SK" dirty="0" err="1"/>
              <a:t>standby</a:t>
            </a:r>
            <a:r>
              <a:rPr lang="sk-SK" dirty="0"/>
              <a:t> a </a:t>
            </a:r>
            <a:r>
              <a:rPr lang="sk-SK" dirty="0" err="1"/>
              <a:t>primary</a:t>
            </a:r>
            <a:r>
              <a:rPr lang="sk-SK" dirty="0"/>
              <a:t> sú 1:1 v čase </a:t>
            </a:r>
            <a:r>
              <a:rPr lang="sk-SK" dirty="0" err="1"/>
              <a:t>switchoveru</a:t>
            </a:r>
            <a:r>
              <a:rPr lang="sk-SK" dirty="0"/>
              <a:t>, takže nedochádza ku strate dát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sk-SK" dirty="0" err="1"/>
              <a:t>Failover</a:t>
            </a:r>
            <a:r>
              <a:rPr lang="sk-SK" dirty="0"/>
              <a:t> </a:t>
            </a:r>
            <a:endParaRPr lang="en-US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sk-SK" dirty="0"/>
              <a:t>pri </a:t>
            </a:r>
            <a:r>
              <a:rPr lang="sk-SK" dirty="0" err="1"/>
              <a:t>failover</a:t>
            </a:r>
            <a:r>
              <a:rPr lang="sk-SK" dirty="0"/>
              <a:t> je predpoklad nedostupnej primárnej DB </a:t>
            </a:r>
            <a:endParaRPr lang="en-US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sk-SK" dirty="0"/>
              <a:t>po vykonaní </a:t>
            </a:r>
            <a:r>
              <a:rPr lang="sk-SK" dirty="0" err="1"/>
              <a:t>failoveru</a:t>
            </a:r>
            <a:r>
              <a:rPr lang="sk-SK" dirty="0"/>
              <a:t> </a:t>
            </a:r>
            <a:r>
              <a:rPr lang="en-US" dirty="0" err="1"/>
              <a:t>sa</a:t>
            </a:r>
            <a:r>
              <a:rPr lang="en-US" dirty="0"/>
              <a:t> p</a:t>
            </a:r>
            <a:r>
              <a:rPr lang="sk-SK" dirty="0" err="1"/>
              <a:t>ôvodná</a:t>
            </a:r>
            <a:r>
              <a:rPr lang="sk-SK" dirty="0"/>
              <a:t> </a:t>
            </a:r>
            <a:r>
              <a:rPr lang="sk-SK" dirty="0" err="1"/>
              <a:t>primary</a:t>
            </a:r>
            <a:r>
              <a:rPr lang="sk-SK" dirty="0"/>
              <a:t> DB nedá použiť ako </a:t>
            </a:r>
            <a:r>
              <a:rPr lang="sk-SK" dirty="0" err="1"/>
              <a:t>standby</a:t>
            </a:r>
            <a:r>
              <a:rPr lang="sk-SK" dirty="0"/>
              <a:t>, je potrebné ju nanovo nastaviť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sk-SK" dirty="0"/>
              <a:t>využíva sa ako posledná možnosť, keďže vzniká riziko straty dát vzhľadom na možnú nedostupnosť pred riadnym presunutím a aplikovaním zmien na </a:t>
            </a:r>
            <a:r>
              <a:rPr lang="sk-SK" dirty="0" err="1"/>
              <a:t>standby</a:t>
            </a:r>
            <a:r>
              <a:rPr lang="sk-SK" dirty="0"/>
              <a:t> – </a:t>
            </a:r>
            <a:r>
              <a:rPr lang="sk-SK" dirty="0" err="1"/>
              <a:t>standby</a:t>
            </a:r>
            <a:r>
              <a:rPr lang="sk-SK" dirty="0"/>
              <a:t> môže byť “pozadu“</a:t>
            </a:r>
          </a:p>
          <a:p>
            <a:pPr lvl="2">
              <a:buFont typeface="Arial" panose="020B0604020202020204" pitchFamily="34" charset="0"/>
              <a:buChar char="•"/>
            </a:pPr>
            <a:endParaRPr lang="sk-SK" dirty="0"/>
          </a:p>
          <a:p>
            <a:pPr marL="310896" lvl="2" indent="0">
              <a:buNone/>
            </a:pPr>
            <a:r>
              <a:rPr lang="sk-SK" dirty="0">
                <a:hlinkClick r:id="rId2"/>
              </a:rPr>
              <a:t>https://docs.oracle.com/en/database/oracle/oracle-database/19/sbydb/managing-oracle-data-guard-role-transitions.html#GUID-857F6F45-DC1C-4345-BD39-F3BE7D79F1CD</a:t>
            </a:r>
            <a:endParaRPr lang="sk-SK" dirty="0"/>
          </a:p>
          <a:p>
            <a:pPr marL="310896" lvl="2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9754197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710</Words>
  <Application>Microsoft Office PowerPoint</Application>
  <PresentationFormat>Widescreen</PresentationFormat>
  <Paragraphs>67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Tw Cen MT</vt:lpstr>
      <vt:lpstr>Tw Cen MT Condensed</vt:lpstr>
      <vt:lpstr>Wingdings 3</vt:lpstr>
      <vt:lpstr>Integral</vt:lpstr>
      <vt:lpstr>STANDBY databáza</vt:lpstr>
      <vt:lpstr>Čo je STANDBY databáza od Oracle?</vt:lpstr>
      <vt:lpstr>Ako to funguje?</vt:lpstr>
      <vt:lpstr>ReŽimy ochrany dát</vt:lpstr>
      <vt:lpstr>Fyzická standby</vt:lpstr>
      <vt:lpstr>Fyzická standby - vytvorenie</vt:lpstr>
      <vt:lpstr>Výmena rolí</vt:lpstr>
    </vt:vector>
  </TitlesOfParts>
  <Company>T-Systesms Slovakia s.r.o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databáza</dc:title>
  <dc:creator>Vankova, Jana</dc:creator>
  <cp:lastModifiedBy>Simcak, Lubos</cp:lastModifiedBy>
  <cp:revision>23</cp:revision>
  <dcterms:created xsi:type="dcterms:W3CDTF">2020-05-06T16:01:29Z</dcterms:created>
  <dcterms:modified xsi:type="dcterms:W3CDTF">2022-05-31T11:20:59Z</dcterms:modified>
  <cp:category>OPEN 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systems-DocumentTagging.ClassificationMark.P00">
    <vt:lpwstr>&lt;ClassificationMark xmlns:xsi="http://www.w3.org/2001/XMLSchema-instance" xmlns:xsd="http://www.w3.org/2001/XMLSchema" margin="NaN" class="C0" owner="Vankova, Jana" position="BottomRight" marginX="0" marginY="0" classifiedOn="2020-05-06T20:40:45.5137</vt:lpwstr>
  </property>
  <property fmtid="{D5CDD505-2E9C-101B-9397-08002B2CF9AE}" pid="3" name="tsystems-DocumentTagging.ClassificationMark.P01">
    <vt:lpwstr>592+02:00" showPrintedBy="false" showPrintDate="false" language="en" ApplicationVersion="Microsoft PowerPoint, 15.0" addinVersion="5.10.4.12" template="Default"&gt;&lt;history bulk="false" class="OPEN " code="C0" user="SK-KOSICE\jivanisk" date="2020-05-06T</vt:lpwstr>
  </property>
  <property fmtid="{D5CDD505-2E9C-101B-9397-08002B2CF9AE}" pid="4" name="tsystems-DocumentTagging.ClassificationMark.P02">
    <vt:lpwstr>20:40:45.5911439+02:00" /&gt;&lt;recipients /&gt;&lt;documentOwners /&gt;&lt;/ClassificationMark&gt;</vt:lpwstr>
  </property>
  <property fmtid="{D5CDD505-2E9C-101B-9397-08002B2CF9AE}" pid="5" name="tsystems-DocumentTagging.ClassificationMark">
    <vt:lpwstr>￼PARTS:3</vt:lpwstr>
  </property>
  <property fmtid="{D5CDD505-2E9C-101B-9397-08002B2CF9AE}" pid="6" name="tsystems-DocumentClasification">
    <vt:lpwstr>OPEN </vt:lpwstr>
  </property>
  <property fmtid="{D5CDD505-2E9C-101B-9397-08002B2CF9AE}" pid="7" name="tsystems-DLP">
    <vt:lpwstr>tsystems-DLP:TAG_SEC_C0</vt:lpwstr>
  </property>
</Properties>
</file>